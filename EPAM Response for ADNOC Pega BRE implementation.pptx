
<file path=[Content_Types].xml><?xml version="1.0" encoding="utf-8"?>
<Types xmlns="http://schemas.openxmlformats.org/package/2006/content-types">
  <Default Extension="png" ContentType="image/png"/>
  <Default Extension="bin" ContentType="application/vnd.openxmlformats-officedocument.oleObject"/>
  <Default Extension="svg" ContentType="image/svg+xml"/>
  <Default Extension="jpeg" ContentType="image/jpeg"/>
  <Default Extension="emf" ContentType="image/x-emf"/>
  <Default Extension="rels" ContentType="application/vnd.openxmlformats-package.relationships+xml"/>
  <Default Extension="xml" ContentType="application/xml"/>
  <Default Extension="gif" ContentType="image/gif"/>
  <Default Extension="vml" ContentType="application/vnd.openxmlformats-officedocument.vmlDrawing"/>
  <Override PartName="/ppt/webextensions/taskpanes.xml" ContentType="application/vnd.ms-office.webextensiontaskpanes+xml"/>
  <Override PartName="/ppt/webextensions/webextension1.xml" ContentType="application/vnd.ms-office.webextension+xml"/>
  <Override PartName="/ppt/presentation.xml" ContentType="application/vnd.openxmlformats-officedocument.presentationml.presentation.main+xml"/>
  <Override PartName="/customXml/itemProps1.xml" ContentType="application/vnd.openxmlformats-officedocument.customXmlProperties+xml"/>
  <Override PartName="/customXml/itemProps2.xml" ContentType="application/vnd.openxmlformats-officedocument.customXmlProperties+xml"/>
  <Override PartName="/customXml/itemProps3.xml" ContentType="application/vnd.openxmlformats-officedocument.customXmlProperties+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tags/tag1.xml" ContentType="application/vnd.openxmlformats-officedocument.presentationml.tags+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tags/tag2.xml" ContentType="application/vnd.openxmlformats-officedocument.presentationml.tags+xml"/>
  <Override PartName="/ppt/theme/theme2.xml" ContentType="application/vnd.openxmlformats-officedocument.theme+xml"/>
  <Override PartName="/ppt/theme/theme3.xml" ContentType="application/vnd.openxmlformats-officedocument.theme+xml"/>
  <Override PartName="/ppt/tags/tag3.xml" ContentType="application/vnd.openxmlformats-officedocument.presentationml.tags+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tags/tag4.xml" ContentType="application/vnd.openxmlformats-officedocument.presentationml.tags+xml"/>
  <Override PartName="/ppt/tags/tag5.xml" ContentType="application/vnd.openxmlformats-officedocument.presentationml.tags+xml"/>
  <Override PartName="/ppt/notesSlides/notesSlide6.xml" ContentType="application/vnd.openxmlformats-officedocument.presentationml.notesSlide+xml"/>
  <Override PartName="/ppt/notesSlides/notesSlide7.xml" ContentType="application/vnd.openxmlformats-officedocument.presentationml.notesSlide+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notesSlides/notesSlide8.xml" ContentType="application/vnd.openxmlformats-officedocument.presentationml.notesSlide+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Override PartName="/ppt/revisionInfo.xml" ContentType="application/vnd.ms-powerpoint.revisioninfo+xml"/>
</Types>
</file>

<file path=_rels/.rels><?xml version="1.0" encoding="UTF-8" standalone="yes"?>
<Relationships xmlns="http://schemas.openxmlformats.org/package/2006/relationships"><Relationship Id="rId3" Type="http://schemas.openxmlformats.org/package/2006/relationships/metadata/thumbnail" Target="docProps/thumbnail.jpeg"/><Relationship Id="rId2" Type="http://schemas.openxmlformats.org/officeDocument/2006/relationships/officeDocument" Target="ppt/presentation.xml"/><Relationship Id="rId1" Type="http://schemas.microsoft.com/office/2011/relationships/webextensiontaskpanes" Target="ppt/webextensions/taskpanes.xml"/><Relationship Id="rId6" Type="http://schemas.openxmlformats.org/officeDocument/2006/relationships/custom-properties" Target="docProps/custom.xml"/><Relationship Id="rId5" Type="http://schemas.openxmlformats.org/officeDocument/2006/relationships/extended-properties" Target="docProps/app.xml"/><Relationship Id="rId4" Type="http://schemas.openxmlformats.org/package/2006/relationships/metadata/core-properties" Target="docProps/core.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76" r:id="rId4"/>
  </p:sldMasterIdLst>
  <p:notesMasterIdLst>
    <p:notesMasterId r:id="rId23"/>
  </p:notesMasterIdLst>
  <p:handoutMasterIdLst>
    <p:handoutMasterId r:id="rId24"/>
  </p:handoutMasterIdLst>
  <p:sldIdLst>
    <p:sldId id="256" r:id="rId5"/>
    <p:sldId id="5332" r:id="rId6"/>
    <p:sldId id="2860" r:id="rId7"/>
    <p:sldId id="5330" r:id="rId8"/>
    <p:sldId id="5336" r:id="rId9"/>
    <p:sldId id="5349" r:id="rId10"/>
    <p:sldId id="5335" r:id="rId11"/>
    <p:sldId id="2954" r:id="rId12"/>
    <p:sldId id="5346" r:id="rId13"/>
    <p:sldId id="5350" r:id="rId14"/>
    <p:sldId id="5348" r:id="rId15"/>
    <p:sldId id="5352" r:id="rId16"/>
    <p:sldId id="5351" r:id="rId17"/>
    <p:sldId id="5347" r:id="rId18"/>
    <p:sldId id="5354" r:id="rId19"/>
    <p:sldId id="5355" r:id="rId20"/>
    <p:sldId id="5356" r:id="rId21"/>
    <p:sldId id="261" r:id="rId22"/>
  </p:sldIdLst>
  <p:sldSz cx="9144000" cy="5143500" type="screen16x9"/>
  <p:notesSz cx="6858000" cy="9144000"/>
  <p:custDataLst>
    <p:tags r:id="rId25"/>
  </p:custDataLst>
  <p:defaultTextStyle>
    <a:defPPr>
      <a:defRPr lang="en-US"/>
    </a:defPPr>
    <a:lvl1pPr marL="0" algn="l" defTabSz="685800" rtl="0" eaLnBrk="1" latinLnBrk="0" hangingPunct="1">
      <a:defRPr sz="1350" kern="1200">
        <a:solidFill>
          <a:schemeClr val="tx1"/>
        </a:solidFill>
        <a:latin typeface="+mn-lt"/>
        <a:ea typeface="+mn-ea"/>
        <a:cs typeface="+mn-cs"/>
      </a:defRPr>
    </a:lvl1pPr>
    <a:lvl2pPr marL="342900" algn="l" defTabSz="685800" rtl="0" eaLnBrk="1" latinLnBrk="0" hangingPunct="1">
      <a:defRPr sz="1350" kern="1200">
        <a:solidFill>
          <a:schemeClr val="tx1"/>
        </a:solidFill>
        <a:latin typeface="+mn-lt"/>
        <a:ea typeface="+mn-ea"/>
        <a:cs typeface="+mn-cs"/>
      </a:defRPr>
    </a:lvl2pPr>
    <a:lvl3pPr marL="685800" algn="l" defTabSz="685800" rtl="0" eaLnBrk="1" latinLnBrk="0" hangingPunct="1">
      <a:defRPr sz="1350" kern="1200">
        <a:solidFill>
          <a:schemeClr val="tx1"/>
        </a:solidFill>
        <a:latin typeface="+mn-lt"/>
        <a:ea typeface="+mn-ea"/>
        <a:cs typeface="+mn-cs"/>
      </a:defRPr>
    </a:lvl3pPr>
    <a:lvl4pPr marL="1028700" algn="l" defTabSz="685800" rtl="0" eaLnBrk="1" latinLnBrk="0" hangingPunct="1">
      <a:defRPr sz="1350" kern="1200">
        <a:solidFill>
          <a:schemeClr val="tx1"/>
        </a:solidFill>
        <a:latin typeface="+mn-lt"/>
        <a:ea typeface="+mn-ea"/>
        <a:cs typeface="+mn-cs"/>
      </a:defRPr>
    </a:lvl4pPr>
    <a:lvl5pPr marL="1371600" algn="l" defTabSz="685800" rtl="0" eaLnBrk="1" latinLnBrk="0" hangingPunct="1">
      <a:defRPr sz="1350" kern="1200">
        <a:solidFill>
          <a:schemeClr val="tx1"/>
        </a:solidFill>
        <a:latin typeface="+mn-lt"/>
        <a:ea typeface="+mn-ea"/>
        <a:cs typeface="+mn-cs"/>
      </a:defRPr>
    </a:lvl5pPr>
    <a:lvl6pPr marL="1714500" algn="l" defTabSz="685800" rtl="0" eaLnBrk="1" latinLnBrk="0" hangingPunct="1">
      <a:defRPr sz="1350" kern="1200">
        <a:solidFill>
          <a:schemeClr val="tx1"/>
        </a:solidFill>
        <a:latin typeface="+mn-lt"/>
        <a:ea typeface="+mn-ea"/>
        <a:cs typeface="+mn-cs"/>
      </a:defRPr>
    </a:lvl6pPr>
    <a:lvl7pPr marL="2057400" algn="l" defTabSz="685800" rtl="0" eaLnBrk="1" latinLnBrk="0" hangingPunct="1">
      <a:defRPr sz="1350" kern="1200">
        <a:solidFill>
          <a:schemeClr val="tx1"/>
        </a:solidFill>
        <a:latin typeface="+mn-lt"/>
        <a:ea typeface="+mn-ea"/>
        <a:cs typeface="+mn-cs"/>
      </a:defRPr>
    </a:lvl7pPr>
    <a:lvl8pPr marL="2400300" algn="l" defTabSz="685800" rtl="0" eaLnBrk="1" latinLnBrk="0" hangingPunct="1">
      <a:defRPr sz="1350" kern="1200">
        <a:solidFill>
          <a:schemeClr val="tx1"/>
        </a:solidFill>
        <a:latin typeface="+mn-lt"/>
        <a:ea typeface="+mn-ea"/>
        <a:cs typeface="+mn-cs"/>
      </a:defRPr>
    </a:lvl8pPr>
    <a:lvl9pPr marL="2743200" algn="l" defTabSz="685800" rtl="0" eaLnBrk="1" latinLnBrk="0" hangingPunct="1">
      <a:defRPr sz="1350" kern="1200">
        <a:solidFill>
          <a:schemeClr val="tx1"/>
        </a:solidFill>
        <a:latin typeface="+mn-lt"/>
        <a:ea typeface="+mn-ea"/>
        <a:cs typeface="+mn-cs"/>
      </a:defRPr>
    </a:lvl9pPr>
  </p:defaultTextStyle>
  <p:extLst>
    <p:ext uri="{EFAFB233-063F-42B5-8137-9DF3F51BA10A}">
      <p15:sldGuideLst xmlns:p15="http://schemas.microsoft.com/office/powerpoint/2012/main">
        <p15:guide id="1" pos="2880" userDrawn="1">
          <p15:clr>
            <a:srgbClr val="A4A3A4"/>
          </p15:clr>
        </p15:guide>
        <p15:guide id="2" orient="horz" pos="1644" userDrawn="1">
          <p15:clr>
            <a:srgbClr val="A4A3A4"/>
          </p15:clr>
        </p15:guide>
        <p15:guide id="3" pos="3432" userDrawn="1">
          <p15:clr>
            <a:srgbClr val="A4A3A4"/>
          </p15:clr>
        </p15:guide>
      </p15:sldGuideLst>
    </p:ext>
    <p:ext uri="{2D200454-40CA-4A62-9FC3-DE9A4176ACB9}">
      <p15:notesGuideLst xmlns:p15="http://schemas.microsoft.com/office/powerpoint/2012/main">
        <p15:guide id="1" orient="horz" pos="2736" userDrawn="1">
          <p15:clr>
            <a:srgbClr val="A4A3A4"/>
          </p15:clr>
        </p15:guide>
        <p15:guide id="2" pos="1477" userDrawn="1">
          <p15:clr>
            <a:srgbClr val="A4A3A4"/>
          </p15:clr>
        </p15:guide>
      </p15:notes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Subba Varra" initials="SV" lastIdx="9" clrIdx="0">
    <p:extLst>
      <p:ext uri="{19B8F6BF-5375-455C-9EA6-DF929625EA0E}">
        <p15:presenceInfo xmlns:p15="http://schemas.microsoft.com/office/powerpoint/2012/main" userId="S::Subba_Varra@epam.com::c2a42d27-d110-414a-aaa1-712727b004db" providerId="AD"/>
      </p:ext>
    </p:extLst>
  </p:cmAuthor>
  <p:cmAuthor id="2" name="Andrei Shubadziorau" initials="AS" lastIdx="1" clrIdx="1">
    <p:extLst>
      <p:ext uri="{19B8F6BF-5375-455C-9EA6-DF929625EA0E}">
        <p15:presenceInfo xmlns:p15="http://schemas.microsoft.com/office/powerpoint/2012/main" userId="S::Andrei_Shubadziorau@epam.com::ede2e56d-f17e-457d-ad41-d02b7837c14f" providerId="AD"/>
      </p:ext>
    </p:extLst>
  </p:cmAuthor>
  <p:cmAuthor id="3" name="Palina Vilava" initials="PV" lastIdx="1" clrIdx="2">
    <p:extLst>
      <p:ext uri="{19B8F6BF-5375-455C-9EA6-DF929625EA0E}">
        <p15:presenceInfo xmlns:p15="http://schemas.microsoft.com/office/powerpoint/2012/main" userId="S::Palina_Vilava@epam.com::2da16f30-436a-4d99-a599-a4b0cba3622b" providerId="AD"/>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F4E33"/>
    <a:srgbClr val="FF8468"/>
    <a:srgbClr val="999999"/>
    <a:srgbClr val="39C2D7"/>
    <a:srgbClr val="1887BB"/>
    <a:srgbClr val="DFDFEB"/>
    <a:srgbClr val="484749"/>
    <a:srgbClr val="7F993A"/>
    <a:srgbClr val="FED143"/>
    <a:srgbClr val="62A23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8C2A0820-ACA4-4117-A796-D866499234C5}" v="163" dt="2020-08-17T12:09:39.083"/>
  </p1510:revLst>
</p1510:revInfo>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3792" autoAdjust="0"/>
  </p:normalViewPr>
  <p:slideViewPr>
    <p:cSldViewPr snapToGrid="0">
      <p:cViewPr>
        <p:scale>
          <a:sx n="90" d="100"/>
          <a:sy n="90" d="100"/>
        </p:scale>
        <p:origin x="600" y="-12"/>
      </p:cViewPr>
      <p:guideLst>
        <p:guide pos="2880"/>
        <p:guide orient="horz" pos="1644"/>
        <p:guide pos="3432"/>
      </p:guideLst>
    </p:cSldViewPr>
  </p:slideViewPr>
  <p:notesTextViewPr>
    <p:cViewPr>
      <p:scale>
        <a:sx n="1" d="1"/>
        <a:sy n="1" d="1"/>
      </p:scale>
      <p:origin x="0" y="0"/>
    </p:cViewPr>
  </p:notesTextViewPr>
  <p:notesViewPr>
    <p:cSldViewPr snapToGrid="0">
      <p:cViewPr>
        <p:scale>
          <a:sx n="1" d="2"/>
          <a:sy n="1" d="2"/>
        </p:scale>
        <p:origin x="0" y="0"/>
      </p:cViewPr>
      <p:guideLst>
        <p:guide orient="horz" pos="2736"/>
        <p:guide pos="1477"/>
      </p:guideLst>
    </p:cSldViewPr>
  </p:notes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4.xml"/><Relationship Id="rId13" Type="http://schemas.openxmlformats.org/officeDocument/2006/relationships/slide" Target="slides/slide9.xml"/><Relationship Id="rId18" Type="http://schemas.openxmlformats.org/officeDocument/2006/relationships/slide" Target="slides/slide14.xml"/><Relationship Id="rId26" Type="http://schemas.openxmlformats.org/officeDocument/2006/relationships/commentAuthors" Target="commentAuthors.xml"/><Relationship Id="rId3" Type="http://schemas.openxmlformats.org/officeDocument/2006/relationships/customXml" Target="../customXml/item3.xml"/><Relationship Id="rId21" Type="http://schemas.openxmlformats.org/officeDocument/2006/relationships/slide" Target="slides/slide17.xml"/><Relationship Id="rId7" Type="http://schemas.openxmlformats.org/officeDocument/2006/relationships/slide" Target="slides/slide3.xml"/><Relationship Id="rId12" Type="http://schemas.openxmlformats.org/officeDocument/2006/relationships/slide" Target="slides/slide8.xml"/><Relationship Id="rId17" Type="http://schemas.openxmlformats.org/officeDocument/2006/relationships/slide" Target="slides/slide13.xml"/><Relationship Id="rId25" Type="http://schemas.openxmlformats.org/officeDocument/2006/relationships/tags" Target="tags/tag1.xml"/><Relationship Id="rId33" Type="http://schemas.microsoft.com/office/2015/10/relationships/revisionInfo" Target="revisionInfo.xml"/><Relationship Id="rId2" Type="http://schemas.openxmlformats.org/officeDocument/2006/relationships/customXml" Target="../customXml/item2.xml"/><Relationship Id="rId16" Type="http://schemas.openxmlformats.org/officeDocument/2006/relationships/slide" Target="slides/slide12.xml"/><Relationship Id="rId20" Type="http://schemas.openxmlformats.org/officeDocument/2006/relationships/slide" Target="slides/slide16.xml"/><Relationship Id="rId29" Type="http://schemas.openxmlformats.org/officeDocument/2006/relationships/theme" Target="theme/theme1.xml"/><Relationship Id="rId1" Type="http://schemas.openxmlformats.org/officeDocument/2006/relationships/customXml" Target="../customXml/item1.xml"/><Relationship Id="rId6" Type="http://schemas.openxmlformats.org/officeDocument/2006/relationships/slide" Target="slides/slide2.xml"/><Relationship Id="rId11" Type="http://schemas.openxmlformats.org/officeDocument/2006/relationships/slide" Target="slides/slide7.xml"/><Relationship Id="rId24" Type="http://schemas.openxmlformats.org/officeDocument/2006/relationships/handoutMaster" Target="handoutMasters/handoutMaster1.xml"/><Relationship Id="rId5" Type="http://schemas.openxmlformats.org/officeDocument/2006/relationships/slide" Target="slides/slide1.xml"/><Relationship Id="rId15" Type="http://schemas.openxmlformats.org/officeDocument/2006/relationships/slide" Target="slides/slide11.xml"/><Relationship Id="rId23" Type="http://schemas.openxmlformats.org/officeDocument/2006/relationships/notesMaster" Target="notesMasters/notesMaster1.xml"/><Relationship Id="rId28" Type="http://schemas.openxmlformats.org/officeDocument/2006/relationships/viewProps" Target="viewProps.xml"/><Relationship Id="rId10" Type="http://schemas.openxmlformats.org/officeDocument/2006/relationships/slide" Target="slides/slide6.xml"/><Relationship Id="rId19" Type="http://schemas.openxmlformats.org/officeDocument/2006/relationships/slide" Target="slides/slide15.xml"/><Relationship Id="rId4" Type="http://schemas.openxmlformats.org/officeDocument/2006/relationships/slideMaster" Target="slideMasters/slideMaster1.xml"/><Relationship Id="rId9" Type="http://schemas.openxmlformats.org/officeDocument/2006/relationships/slide" Target="slides/slide5.xml"/><Relationship Id="rId14" Type="http://schemas.openxmlformats.org/officeDocument/2006/relationships/slide" Target="slides/slide10.xml"/><Relationship Id="rId22" Type="http://schemas.openxmlformats.org/officeDocument/2006/relationships/slide" Target="slides/slide18.xml"/><Relationship Id="rId27" Type="http://schemas.openxmlformats.org/officeDocument/2006/relationships/presProps" Target="presProps.xml"/><Relationship Id="rId30" Type="http://schemas.openxmlformats.org/officeDocument/2006/relationships/tableStyles" Target="tableStyles.xml"/></Relationships>
</file>

<file path=ppt/diagrams/colors1.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2">
  <dgm:title val=""/>
  <dgm:desc val=""/>
  <dgm:catLst>
    <dgm:cat type="colorful" pri="10200"/>
  </dgm:catLst>
  <dgm:styleLbl name="node0">
    <dgm:fillClrLst meth="repeat">
      <a:schemeClr val="accent1"/>
    </dgm:fillClrLst>
    <dgm:linClrLst meth="repeat">
      <a:schemeClr val="lt1"/>
    </dgm:linClrLst>
    <dgm:effectClrLst/>
    <dgm:txLinClrLst/>
    <dgm:txFillClrLst/>
    <dgm:txEffectClrLst/>
  </dgm:styleLbl>
  <dgm:styleLbl name="node1">
    <dgm:fillClrLst>
      <a:schemeClr val="accent2"/>
      <a:schemeClr val="accent3"/>
    </dgm:fillClrLst>
    <dgm:linClrLst meth="repeat">
      <a:schemeClr val="lt1"/>
    </dgm:linClrLst>
    <dgm:effectClrLst/>
    <dgm:txLinClrLst/>
    <dgm:txFillClrLst/>
    <dgm:txEffectClrLst/>
  </dgm:styleLbl>
  <dgm:styleLbl name="alignNode1">
    <dgm:fillClrLst>
      <a:schemeClr val="accent2"/>
      <a:schemeClr val="accent3"/>
    </dgm:fillClrLst>
    <dgm:linClrLst>
      <a:schemeClr val="accent2"/>
      <a:schemeClr val="accent3"/>
    </dgm:linClrLst>
    <dgm:effectClrLst/>
    <dgm:txLinClrLst/>
    <dgm:txFillClrLst/>
    <dgm:txEffectClrLst/>
  </dgm:styleLbl>
  <dgm:styleLbl name="lnNode1">
    <dgm:fillClrLst>
      <a:schemeClr val="accent2"/>
      <a:schemeClr val="accent3"/>
    </dgm:fillClrLst>
    <dgm:linClrLst meth="repeat">
      <a:schemeClr val="lt1"/>
    </dgm:linClrLst>
    <dgm:effectClrLst/>
    <dgm:txLinClrLst/>
    <dgm:txFillClrLst/>
    <dgm:txEffectClrLst/>
  </dgm:styleLbl>
  <dgm:styleLbl name="vennNode1">
    <dgm:fillClrLst>
      <a:schemeClr val="accent2">
        <a:alpha val="50000"/>
      </a:schemeClr>
      <a:schemeClr val="accent3">
        <a:alpha val="50000"/>
      </a:schemeClr>
    </dgm:fillClrLst>
    <dgm:linClrLst meth="repeat">
      <a:schemeClr val="lt1"/>
    </dgm:linClrLst>
    <dgm:effectClrLst/>
    <dgm:txLinClrLst/>
    <dgm:txFillClrLst/>
    <dgm:txEffectClrLst/>
  </dgm:styleLbl>
  <dgm:styleLbl name="node2">
    <dgm:fillClrLst>
      <a:schemeClr val="accent3"/>
    </dgm:fillClrLst>
    <dgm:linClrLst meth="repeat">
      <a:schemeClr val="lt1"/>
    </dgm:linClrLst>
    <dgm:effectClrLst/>
    <dgm:txLinClrLst/>
    <dgm:txFillClrLst/>
    <dgm:txEffectClrLst/>
  </dgm:styleLbl>
  <dgm:styleLbl name="node3">
    <dgm:fillClrLst>
      <a:schemeClr val="accent4"/>
    </dgm:fillClrLst>
    <dgm:linClrLst meth="repeat">
      <a:schemeClr val="lt1"/>
    </dgm:linClrLst>
    <dgm:effectClrLst/>
    <dgm:txLinClrLst/>
    <dgm:txFillClrLst/>
    <dgm:txEffectClrLst/>
  </dgm:styleLbl>
  <dgm:styleLbl name="node4">
    <dgm:fillClrLst>
      <a:schemeClr val="accent5"/>
    </dgm:fillClrLst>
    <dgm:linClrLst meth="repeat">
      <a:schemeClr val="lt1"/>
    </dgm:linClrLst>
    <dgm:effectClrLst/>
    <dgm:txLinClrLst/>
    <dgm:txFillClrLst/>
    <dgm:txEffectClrLst/>
  </dgm:styleLbl>
  <dgm:styleLbl name="fgImgPlace1">
    <dgm:fillClrLst>
      <a:schemeClr val="accent2">
        <a:tint val="50000"/>
      </a:schemeClr>
      <a:schemeClr val="accent3">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2">
        <a:tint val="50000"/>
      </a:schemeClr>
      <a:schemeClr val="accent3">
        <a:tint val="20000"/>
      </a:schemeClr>
    </dgm:fillClrLst>
    <dgm:linClrLst meth="repeat">
      <a:schemeClr val="lt1"/>
    </dgm:linClrLst>
    <dgm:effectClrLst/>
    <dgm:txLinClrLst/>
    <dgm:txFillClrLst meth="repeat">
      <a:schemeClr val="lt1"/>
    </dgm:txFillClrLst>
    <dgm:txEffectClrLst/>
  </dgm:styleLbl>
  <dgm:styleLbl name="sibTrans2D1">
    <dgm:fillClrLst>
      <a:schemeClr val="accent2"/>
      <a:schemeClr val="accent3"/>
    </dgm:fillClrLst>
    <dgm:linClrLst meth="repeat">
      <a:schemeClr val="lt1"/>
    </dgm:linClrLst>
    <dgm:effectClrLst/>
    <dgm:txLinClrLst/>
    <dgm:txFillClrLst/>
    <dgm:txEffectClrLst/>
  </dgm:styleLbl>
  <dgm:styleLbl name="fgSibTrans2D1">
    <dgm:fillClrLst>
      <a:schemeClr val="accent2"/>
      <a:schemeClr val="accent3"/>
    </dgm:fillClrLst>
    <dgm:linClrLst meth="repeat">
      <a:schemeClr val="lt1"/>
    </dgm:linClrLst>
    <dgm:effectClrLst/>
    <dgm:txLinClrLst/>
    <dgm:txFillClrLst meth="repeat">
      <a:schemeClr val="lt1"/>
    </dgm:txFillClrLst>
    <dgm:txEffectClrLst/>
  </dgm:styleLbl>
  <dgm:styleLbl name="bgSibTrans2D1">
    <dgm:fillClrLst>
      <a:schemeClr val="accent2"/>
      <a:schemeClr val="accent3"/>
    </dgm:fillClrLst>
    <dgm:linClrLst meth="repeat">
      <a:schemeClr val="lt1"/>
    </dgm:linClrLst>
    <dgm:effectClrLst/>
    <dgm:txLinClrLst/>
    <dgm:txFillClrLst meth="repeat">
      <a:schemeClr val="lt1"/>
    </dgm:txFillClrLst>
    <dgm:txEffectClrLst/>
  </dgm:styleLbl>
  <dgm:styleLbl name="sibTrans1D1">
    <dgm:fillClrLst/>
    <dgm:linClrLst>
      <a:schemeClr val="accent2"/>
      <a:schemeClr val="accent3"/>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2"/>
    </dgm:fillClrLst>
    <dgm:linClrLst meth="repeat">
      <a:schemeClr val="lt1">
        <a:shade val="80000"/>
      </a:schemeClr>
    </dgm:linClrLst>
    <dgm:effectClrLst/>
    <dgm:txLinClrLst/>
    <dgm:txFillClrLst/>
    <dgm:txEffectClrLst/>
  </dgm:styleLbl>
  <dgm:styleLbl name="asst1">
    <dgm:fillClrLst meth="repeat">
      <a:schemeClr val="accent3"/>
    </dgm:fillClrLst>
    <dgm:linClrLst meth="repeat">
      <a:schemeClr val="lt1">
        <a:shade val="80000"/>
      </a:schemeClr>
    </dgm:linClrLst>
    <dgm:effectClrLst/>
    <dgm:txLinClrLst/>
    <dgm:txFillClrLst/>
    <dgm:txEffectClrLst/>
  </dgm:styleLbl>
  <dgm:styleLbl name="asst2">
    <dgm:fillClrLst>
      <a:schemeClr val="accent4"/>
    </dgm:fillClrLst>
    <dgm:linClrLst meth="repeat">
      <a:schemeClr val="lt1"/>
    </dgm:linClrLst>
    <dgm:effectClrLst/>
    <dgm:txLinClrLst/>
    <dgm:txFillClrLst/>
    <dgm:txEffectClrLst/>
  </dgm:styleLbl>
  <dgm:styleLbl name="asst3">
    <dgm:fillClrLst>
      <a:schemeClr val="accent5"/>
    </dgm:fillClrLst>
    <dgm:linClrLst meth="repeat">
      <a:schemeClr val="lt1"/>
    </dgm:linClrLst>
    <dgm:effectClrLst/>
    <dgm:txLinClrLst/>
    <dgm:txFillClrLst/>
    <dgm:txEffectClrLst/>
  </dgm:styleLbl>
  <dgm:styleLbl name="asst4">
    <dgm:fillClrLst>
      <a:schemeClr val="accent6"/>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2"/>
    </dgm:linClrLst>
    <dgm:effectClrLst/>
    <dgm:txLinClrLst/>
    <dgm:txFillClrLst meth="repeat">
      <a:schemeClr val="tx1"/>
    </dgm:txFillClrLst>
    <dgm:txEffectClrLst/>
  </dgm:styleLbl>
  <dgm:styleLbl name="parChTrans1D2">
    <dgm:fillClrLst meth="repeat">
      <a:schemeClr val="accent2">
        <a:tint val="90000"/>
      </a:schemeClr>
    </dgm:fillClrLst>
    <dgm:linClrLst meth="repeat">
      <a:schemeClr val="accent3"/>
    </dgm:linClrLst>
    <dgm:effectClrLst/>
    <dgm:txLinClrLst/>
    <dgm:txFillClrLst meth="repeat">
      <a:schemeClr val="tx1"/>
    </dgm:txFillClrLst>
    <dgm:txEffectClrLst/>
  </dgm:styleLbl>
  <dgm:styleLbl name="parChTrans1D3">
    <dgm:fillClrLst meth="repeat">
      <a:schemeClr val="accent2">
        <a:tint val="70000"/>
      </a:schemeClr>
    </dgm:fillClrLst>
    <dgm:linClrLst meth="repeat">
      <a:schemeClr val="accent4"/>
    </dgm:linClrLst>
    <dgm:effectClrLst/>
    <dgm:txLinClrLst/>
    <dgm:txFillClrLst meth="repeat">
      <a:schemeClr val="tx1"/>
    </dgm:txFillClrLst>
    <dgm:txEffectClrLst/>
  </dgm:styleLbl>
  <dgm:styleLbl name="parChTrans1D4">
    <dgm:fillClrLst meth="repeat">
      <a:schemeClr val="accent2">
        <a:tint val="50000"/>
      </a:schemeClr>
    </dgm:fillClrLst>
    <dgm:linClrLst meth="repeat">
      <a:schemeClr val="accent5"/>
    </dgm:linClrLst>
    <dgm:effectClrLst/>
    <dgm:txLinClrLst/>
    <dgm:txFillClrLst meth="repeat">
      <a:schemeClr val="tx1"/>
    </dgm:txFillClrLst>
    <dgm:txEffectClrLst/>
  </dgm:styleLbl>
  <dgm:styleLbl name="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conF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align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2"/>
    </dgm:linClrLst>
    <dgm:effectClrLst/>
    <dgm:txLinClrLst/>
    <dgm:txFillClrLst meth="repeat">
      <a:schemeClr val="dk1"/>
    </dgm:txFillClrLst>
    <dgm:txEffectClrLst/>
  </dgm:styleLbl>
  <dgm:styleLbl name="bgAcc1">
    <dgm:fillClrLst meth="repeat">
      <a:schemeClr val="lt1">
        <a:alpha val="90000"/>
      </a:schemeClr>
    </dgm:fillClrLst>
    <dgm:linClrLst>
      <a:schemeClr val="accent2"/>
      <a:schemeClr val="accent3"/>
    </dgm:linClrLst>
    <dgm:effectClrLst/>
    <dgm:txLinClrLst/>
    <dgm:txFillClrLst meth="repeat">
      <a:schemeClr val="dk1"/>
    </dgm:txFillClrLst>
    <dgm:txEffectClrLst/>
  </dgm:styleLbl>
  <dgm:styleLbl name="solidFgAcc1">
    <dgm:fillClrLst meth="repeat">
      <a:schemeClr val="lt1"/>
    </dgm:fillClrLst>
    <dgm:linClrLst>
      <a:schemeClr val="accent2"/>
      <a:schemeClr val="accent3"/>
    </dgm:linClrLst>
    <dgm:effectClrLst/>
    <dgm:txLinClrLst/>
    <dgm:txFillClrLst meth="repeat">
      <a:schemeClr val="dk1"/>
    </dgm:txFillClrLst>
    <dgm:txEffectClrLst/>
  </dgm:styleLbl>
  <dgm:styleLbl name="solidAlignAcc1">
    <dgm:fillClrLst meth="repeat">
      <a:schemeClr val="lt1"/>
    </dgm:fillClrLst>
    <dgm:linClrLst>
      <a:schemeClr val="accent2"/>
      <a:schemeClr val="accent3"/>
    </dgm:linClrLst>
    <dgm:effectClrLst/>
    <dgm:txLinClrLst/>
    <dgm:txFillClrLst meth="repeat">
      <a:schemeClr val="dk1"/>
    </dgm:txFillClrLst>
    <dgm:txEffectClrLst/>
  </dgm:styleLbl>
  <dgm:styleLbl name="solidBgAcc1">
    <dgm:fillClrLst meth="repeat">
      <a:schemeClr val="lt1"/>
    </dgm:fillClrLst>
    <dgm:linClrLst>
      <a:schemeClr val="accent2"/>
      <a:schemeClr val="accent3"/>
    </dgm:linClrLst>
    <dgm:effectClrLst/>
    <dgm:txLinClrLst/>
    <dgm:txFillClrLst meth="repeat">
      <a:schemeClr val="dk1"/>
    </dgm:txFillClrLst>
    <dgm:txEffectClrLst/>
  </dgm:styleLbl>
  <dgm:styleLbl name="f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align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bgAccFollowNode1">
    <dgm:fillClrLst>
      <a:schemeClr val="accent2">
        <a:tint val="40000"/>
        <a:alpha val="90000"/>
      </a:schemeClr>
      <a:schemeClr val="accent3">
        <a:tint val="40000"/>
        <a:alpha val="90000"/>
      </a:schemeClr>
    </dgm:fillClrLst>
    <dgm:linClrLst>
      <a:schemeClr val="accent2">
        <a:tint val="40000"/>
        <a:alpha val="90000"/>
      </a:schemeClr>
      <a:schemeClr val="accent3">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3"/>
    </dgm:linClrLst>
    <dgm:effectClrLst/>
    <dgm:txLinClrLst/>
    <dgm:txFillClrLst meth="repeat">
      <a:schemeClr val="dk1"/>
    </dgm:txFillClrLst>
    <dgm:txEffectClrLst/>
  </dgm:styleLbl>
  <dgm:styleLbl name="fgAcc3">
    <dgm:fillClrLst meth="repeat">
      <a:schemeClr val="lt1">
        <a:alpha val="90000"/>
      </a:schemeClr>
    </dgm:fillClrLst>
    <dgm:linClrLst>
      <a:schemeClr val="accent4"/>
    </dgm:linClrLst>
    <dgm:effectClrLst/>
    <dgm:txLinClrLst/>
    <dgm:txFillClrLst meth="repeat">
      <a:schemeClr val="dk1"/>
    </dgm:txFillClrLst>
    <dgm:txEffectClrLst/>
  </dgm:styleLbl>
  <dgm:styleLbl name="fgAcc4">
    <dgm:fillClrLst meth="repeat">
      <a:schemeClr val="lt1">
        <a:alpha val="90000"/>
      </a:schemeClr>
    </dgm:fillClrLst>
    <dgm:linClrLst>
      <a:schemeClr val="accent5"/>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2">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7EFE6BD2-33F6-411B-AF1E-9CAA39158F87}" type="doc">
      <dgm:prSet loTypeId="urn:microsoft.com/office/officeart/2005/8/layout/hChevron3" loCatId="process" qsTypeId="urn:microsoft.com/office/officeart/2005/8/quickstyle/simple1" qsCatId="simple" csTypeId="urn:microsoft.com/office/officeart/2005/8/colors/colorful2" csCatId="colorful" phldr="1"/>
      <dgm:spPr/>
    </dgm:pt>
    <dgm:pt modelId="{AF0DEB3B-DE29-4B94-945F-CD7CD52BC93B}">
      <dgm:prSet phldrT="[Text]" custT="1"/>
      <dgm:spPr>
        <a:solidFill>
          <a:srgbClr val="0070C0"/>
        </a:solidFill>
      </dgm:spPr>
      <dgm:t>
        <a:bodyPr/>
        <a:lstStyle/>
        <a:p>
          <a:pPr algn="l"/>
          <a:r>
            <a:rPr lang="en-GB" sz="1000" b="1" i="0" spc="100" baseline="0" dirty="0">
              <a:solidFill>
                <a:schemeClr val="bg1"/>
              </a:solidFill>
            </a:rPr>
            <a:t>                                   INITIATION  </a:t>
          </a:r>
          <a:endParaRPr lang="en-US" sz="1000" b="1" i="0" spc="100" baseline="0" dirty="0"/>
        </a:p>
      </dgm:t>
    </dgm:pt>
    <dgm:pt modelId="{C002A53C-E0A4-403D-A96D-AC1FB2B93B23}" type="parTrans" cxnId="{9B54E084-6641-4EE5-92E7-55B26FB6B82C}">
      <dgm:prSet/>
      <dgm:spPr/>
      <dgm:t>
        <a:bodyPr/>
        <a:lstStyle/>
        <a:p>
          <a:pPr algn="ctr"/>
          <a:endParaRPr lang="en-US"/>
        </a:p>
      </dgm:t>
    </dgm:pt>
    <dgm:pt modelId="{5567F198-5EF6-463F-9B28-C68B69E4F9D6}" type="sibTrans" cxnId="{9B54E084-6641-4EE5-92E7-55B26FB6B82C}">
      <dgm:prSet/>
      <dgm:spPr/>
      <dgm:t>
        <a:bodyPr/>
        <a:lstStyle/>
        <a:p>
          <a:pPr algn="ctr"/>
          <a:endParaRPr lang="en-US"/>
        </a:p>
      </dgm:t>
    </dgm:pt>
    <dgm:pt modelId="{AF02E7D0-DC2C-4FE2-AA61-EEB0D8BE94E3}">
      <dgm:prSet phldrT="[Text]" custT="1"/>
      <dgm:spPr>
        <a:solidFill>
          <a:srgbClr val="7030A0"/>
        </a:solidFill>
      </dgm:spPr>
      <dgm:t>
        <a:bodyPr rIns="822960"/>
        <a:lstStyle/>
        <a:p>
          <a:pPr algn="ctr"/>
          <a:r>
            <a:rPr lang="en-GB" sz="1000" b="1" i="0" spc="100" baseline="0" dirty="0">
              <a:solidFill>
                <a:schemeClr val="bg1"/>
              </a:solidFill>
            </a:rPr>
            <a:t>              ASSESSMENT </a:t>
          </a:r>
          <a:endParaRPr lang="en-US" sz="1000" b="1" i="0" spc="100" baseline="0" dirty="0"/>
        </a:p>
      </dgm:t>
    </dgm:pt>
    <dgm:pt modelId="{4780E4C5-F89D-420D-AA88-1F64EDBCEEE5}" type="parTrans" cxnId="{BE98A744-F793-4C3A-956C-93E1F398EB2B}">
      <dgm:prSet/>
      <dgm:spPr/>
      <dgm:t>
        <a:bodyPr/>
        <a:lstStyle/>
        <a:p>
          <a:pPr algn="ctr"/>
          <a:endParaRPr lang="en-US"/>
        </a:p>
      </dgm:t>
    </dgm:pt>
    <dgm:pt modelId="{E2506089-F33F-433E-AB04-D3F2E4D6F263}" type="sibTrans" cxnId="{BE98A744-F793-4C3A-956C-93E1F398EB2B}">
      <dgm:prSet/>
      <dgm:spPr/>
      <dgm:t>
        <a:bodyPr/>
        <a:lstStyle/>
        <a:p>
          <a:pPr algn="ctr"/>
          <a:endParaRPr lang="en-US"/>
        </a:p>
      </dgm:t>
    </dgm:pt>
    <dgm:pt modelId="{634B7890-830C-4090-A47E-C0FB9C07AB91}" type="pres">
      <dgm:prSet presAssocID="{7EFE6BD2-33F6-411B-AF1E-9CAA39158F87}" presName="Name0" presStyleCnt="0">
        <dgm:presLayoutVars>
          <dgm:dir/>
          <dgm:resizeHandles val="exact"/>
        </dgm:presLayoutVars>
      </dgm:prSet>
      <dgm:spPr/>
    </dgm:pt>
    <dgm:pt modelId="{48A36BB0-3583-4D69-9383-A7DED7F605D9}" type="pres">
      <dgm:prSet presAssocID="{AF0DEB3B-DE29-4B94-945F-CD7CD52BC93B}" presName="parTxOnly" presStyleLbl="node1" presStyleIdx="0" presStyleCnt="2" custScaleX="80457" custScaleY="79805" custLinFactNeighborX="1330">
        <dgm:presLayoutVars>
          <dgm:bulletEnabled val="1"/>
        </dgm:presLayoutVars>
      </dgm:prSet>
      <dgm:spPr/>
      <dgm:t>
        <a:bodyPr/>
        <a:lstStyle/>
        <a:p>
          <a:endParaRPr lang="en-US"/>
        </a:p>
      </dgm:t>
    </dgm:pt>
    <dgm:pt modelId="{A3B9A569-F195-443F-BB0D-EC5EABB6D29B}" type="pres">
      <dgm:prSet presAssocID="{5567F198-5EF6-463F-9B28-C68B69E4F9D6}" presName="parSpace" presStyleCnt="0"/>
      <dgm:spPr/>
    </dgm:pt>
    <dgm:pt modelId="{B51D8DBB-D3DF-4AB9-BF4B-007A4FD7D169}" type="pres">
      <dgm:prSet presAssocID="{AF02E7D0-DC2C-4FE2-AA61-EEB0D8BE94E3}" presName="parTxOnly" presStyleLbl="node1" presStyleIdx="1" presStyleCnt="2" custScaleX="68140" custScaleY="79805" custLinFactNeighborX="51523">
        <dgm:presLayoutVars>
          <dgm:bulletEnabled val="1"/>
        </dgm:presLayoutVars>
      </dgm:prSet>
      <dgm:spPr/>
      <dgm:t>
        <a:bodyPr/>
        <a:lstStyle/>
        <a:p>
          <a:endParaRPr lang="en-US"/>
        </a:p>
      </dgm:t>
    </dgm:pt>
  </dgm:ptLst>
  <dgm:cxnLst>
    <dgm:cxn modelId="{9B54E084-6641-4EE5-92E7-55B26FB6B82C}" srcId="{7EFE6BD2-33F6-411B-AF1E-9CAA39158F87}" destId="{AF0DEB3B-DE29-4B94-945F-CD7CD52BC93B}" srcOrd="0" destOrd="0" parTransId="{C002A53C-E0A4-403D-A96D-AC1FB2B93B23}" sibTransId="{5567F198-5EF6-463F-9B28-C68B69E4F9D6}"/>
    <dgm:cxn modelId="{DC4D9067-1BF9-42B4-8404-907E18D0423C}" type="presOf" srcId="{AF02E7D0-DC2C-4FE2-AA61-EEB0D8BE94E3}" destId="{B51D8DBB-D3DF-4AB9-BF4B-007A4FD7D169}" srcOrd="0" destOrd="0" presId="urn:microsoft.com/office/officeart/2005/8/layout/hChevron3"/>
    <dgm:cxn modelId="{FFD09638-8D39-4D40-8D77-823D4F7DF194}" type="presOf" srcId="{7EFE6BD2-33F6-411B-AF1E-9CAA39158F87}" destId="{634B7890-830C-4090-A47E-C0FB9C07AB91}" srcOrd="0" destOrd="0" presId="urn:microsoft.com/office/officeart/2005/8/layout/hChevron3"/>
    <dgm:cxn modelId="{BE98A744-F793-4C3A-956C-93E1F398EB2B}" srcId="{7EFE6BD2-33F6-411B-AF1E-9CAA39158F87}" destId="{AF02E7D0-DC2C-4FE2-AA61-EEB0D8BE94E3}" srcOrd="1" destOrd="0" parTransId="{4780E4C5-F89D-420D-AA88-1F64EDBCEEE5}" sibTransId="{E2506089-F33F-433E-AB04-D3F2E4D6F263}"/>
    <dgm:cxn modelId="{19CA4D97-AD5A-4D85-9A79-826315382908}" type="presOf" srcId="{AF0DEB3B-DE29-4B94-945F-CD7CD52BC93B}" destId="{48A36BB0-3583-4D69-9383-A7DED7F605D9}" srcOrd="0" destOrd="0" presId="urn:microsoft.com/office/officeart/2005/8/layout/hChevron3"/>
    <dgm:cxn modelId="{8DF65B73-79B6-4008-BE2F-D257D62E60AC}" type="presParOf" srcId="{634B7890-830C-4090-A47E-C0FB9C07AB91}" destId="{48A36BB0-3583-4D69-9383-A7DED7F605D9}" srcOrd="0" destOrd="0" presId="urn:microsoft.com/office/officeart/2005/8/layout/hChevron3"/>
    <dgm:cxn modelId="{3CC59C18-9581-4303-A628-E0A747ADB6DF}" type="presParOf" srcId="{634B7890-830C-4090-A47E-C0FB9C07AB91}" destId="{A3B9A569-F195-443F-BB0D-EC5EABB6D29B}" srcOrd="1" destOrd="0" presId="urn:microsoft.com/office/officeart/2005/8/layout/hChevron3"/>
    <dgm:cxn modelId="{1A327839-0F5E-4827-927D-3777215CCBAF}" type="presParOf" srcId="{634B7890-830C-4090-A47E-C0FB9C07AB91}" destId="{B51D8DBB-D3DF-4AB9-BF4B-007A4FD7D169}" srcOrd="2"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7EFE6BD2-33F6-411B-AF1E-9CAA39158F87}" type="doc">
      <dgm:prSet loTypeId="urn:microsoft.com/office/officeart/2005/8/layout/hChevron3" loCatId="process" qsTypeId="urn:microsoft.com/office/officeart/2005/8/quickstyle/simple1" qsCatId="simple" csTypeId="urn:microsoft.com/office/officeart/2005/8/colors/colorful2" csCatId="colorful" phldr="1"/>
      <dgm:spPr/>
    </dgm:pt>
    <dgm:pt modelId="{AF0DEB3B-DE29-4B94-945F-CD7CD52BC93B}">
      <dgm:prSet phldrT="[Text]" custT="1"/>
      <dgm:spPr/>
      <dgm:t>
        <a:bodyPr/>
        <a:lstStyle/>
        <a:p>
          <a:pPr algn="ctr"/>
          <a:r>
            <a:rPr lang="en-GB" sz="1000" b="1" i="0" spc="100" baseline="0">
              <a:solidFill>
                <a:schemeClr val="bg1"/>
              </a:solidFill>
            </a:rPr>
            <a:t>DESIGN</a:t>
          </a:r>
          <a:endParaRPr lang="en-US" sz="1000" b="1" i="0" spc="100" baseline="0"/>
        </a:p>
      </dgm:t>
    </dgm:pt>
    <dgm:pt modelId="{C002A53C-E0A4-403D-A96D-AC1FB2B93B23}" type="parTrans" cxnId="{9B54E084-6641-4EE5-92E7-55B26FB6B82C}">
      <dgm:prSet/>
      <dgm:spPr/>
      <dgm:t>
        <a:bodyPr/>
        <a:lstStyle/>
        <a:p>
          <a:pPr algn="ctr"/>
          <a:endParaRPr lang="en-US"/>
        </a:p>
      </dgm:t>
    </dgm:pt>
    <dgm:pt modelId="{5567F198-5EF6-463F-9B28-C68B69E4F9D6}" type="sibTrans" cxnId="{9B54E084-6641-4EE5-92E7-55B26FB6B82C}">
      <dgm:prSet/>
      <dgm:spPr/>
      <dgm:t>
        <a:bodyPr/>
        <a:lstStyle/>
        <a:p>
          <a:pPr algn="ctr"/>
          <a:endParaRPr lang="en-US"/>
        </a:p>
      </dgm:t>
    </dgm:pt>
    <dgm:pt modelId="{AF02E7D0-DC2C-4FE2-AA61-EEB0D8BE94E3}">
      <dgm:prSet phldrT="[Text]" custT="1"/>
      <dgm:spPr/>
      <dgm:t>
        <a:bodyPr rIns="822960"/>
        <a:lstStyle/>
        <a:p>
          <a:pPr algn="ctr"/>
          <a:r>
            <a:rPr lang="en-GB" sz="1000" b="1" i="0" spc="100" baseline="0">
              <a:solidFill>
                <a:schemeClr val="bg1"/>
              </a:solidFill>
            </a:rPr>
            <a:t>BUILD</a:t>
          </a:r>
          <a:endParaRPr lang="en-US" sz="1000" b="1" i="0" spc="100" baseline="0"/>
        </a:p>
      </dgm:t>
    </dgm:pt>
    <dgm:pt modelId="{4780E4C5-F89D-420D-AA88-1F64EDBCEEE5}" type="parTrans" cxnId="{BE98A744-F793-4C3A-956C-93E1F398EB2B}">
      <dgm:prSet/>
      <dgm:spPr/>
      <dgm:t>
        <a:bodyPr/>
        <a:lstStyle/>
        <a:p>
          <a:pPr algn="ctr"/>
          <a:endParaRPr lang="en-US"/>
        </a:p>
      </dgm:t>
    </dgm:pt>
    <dgm:pt modelId="{E2506089-F33F-433E-AB04-D3F2E4D6F263}" type="sibTrans" cxnId="{BE98A744-F793-4C3A-956C-93E1F398EB2B}">
      <dgm:prSet/>
      <dgm:spPr/>
      <dgm:t>
        <a:bodyPr/>
        <a:lstStyle/>
        <a:p>
          <a:pPr algn="ctr"/>
          <a:endParaRPr lang="en-US"/>
        </a:p>
      </dgm:t>
    </dgm:pt>
    <dgm:pt modelId="{665CBF16-B1B6-4F64-B9EE-3FBD983FF95F}">
      <dgm:prSet phldrT="[Text]" custT="1"/>
      <dgm:spPr/>
      <dgm:t>
        <a:bodyPr/>
        <a:lstStyle/>
        <a:p>
          <a:pPr algn="ctr"/>
          <a:r>
            <a:rPr lang="en-GB" sz="1000" b="1" i="0" spc="100" baseline="0">
              <a:solidFill>
                <a:schemeClr val="bg1"/>
              </a:solidFill>
            </a:rPr>
            <a:t>TRANSITION</a:t>
          </a:r>
          <a:endParaRPr lang="en-US" sz="1000" b="1" i="0" spc="100" baseline="0"/>
        </a:p>
      </dgm:t>
    </dgm:pt>
    <dgm:pt modelId="{92367235-51B0-4AA9-A55C-A36F113D397D}" type="parTrans" cxnId="{5C7C7D78-9614-42CF-A5C5-70C426F4DB66}">
      <dgm:prSet/>
      <dgm:spPr/>
      <dgm:t>
        <a:bodyPr/>
        <a:lstStyle/>
        <a:p>
          <a:pPr algn="ctr"/>
          <a:endParaRPr lang="en-US"/>
        </a:p>
      </dgm:t>
    </dgm:pt>
    <dgm:pt modelId="{CC61AFE1-F4E2-4F37-91DD-601F7034B21F}" type="sibTrans" cxnId="{5C7C7D78-9614-42CF-A5C5-70C426F4DB66}">
      <dgm:prSet/>
      <dgm:spPr/>
      <dgm:t>
        <a:bodyPr/>
        <a:lstStyle/>
        <a:p>
          <a:pPr algn="ctr"/>
          <a:endParaRPr lang="en-US"/>
        </a:p>
      </dgm:t>
    </dgm:pt>
    <dgm:pt modelId="{634B7890-830C-4090-A47E-C0FB9C07AB91}" type="pres">
      <dgm:prSet presAssocID="{7EFE6BD2-33F6-411B-AF1E-9CAA39158F87}" presName="Name0" presStyleCnt="0">
        <dgm:presLayoutVars>
          <dgm:dir/>
          <dgm:resizeHandles val="exact"/>
        </dgm:presLayoutVars>
      </dgm:prSet>
      <dgm:spPr/>
    </dgm:pt>
    <dgm:pt modelId="{48A36BB0-3583-4D69-9383-A7DED7F605D9}" type="pres">
      <dgm:prSet presAssocID="{AF0DEB3B-DE29-4B94-945F-CD7CD52BC93B}" presName="parTxOnly" presStyleLbl="node1" presStyleIdx="0" presStyleCnt="3" custScaleX="116478" custLinFactNeighborX="1330">
        <dgm:presLayoutVars>
          <dgm:bulletEnabled val="1"/>
        </dgm:presLayoutVars>
      </dgm:prSet>
      <dgm:spPr/>
      <dgm:t>
        <a:bodyPr/>
        <a:lstStyle/>
        <a:p>
          <a:endParaRPr lang="en-US"/>
        </a:p>
      </dgm:t>
    </dgm:pt>
    <dgm:pt modelId="{A3B9A569-F195-443F-BB0D-EC5EABB6D29B}" type="pres">
      <dgm:prSet presAssocID="{5567F198-5EF6-463F-9B28-C68B69E4F9D6}" presName="parSpace" presStyleCnt="0"/>
      <dgm:spPr/>
    </dgm:pt>
    <dgm:pt modelId="{B51D8DBB-D3DF-4AB9-BF4B-007A4FD7D169}" type="pres">
      <dgm:prSet presAssocID="{AF02E7D0-DC2C-4FE2-AA61-EEB0D8BE94E3}" presName="parTxOnly" presStyleLbl="node1" presStyleIdx="1" presStyleCnt="3" custScaleX="131884" custLinFactNeighborX="51523">
        <dgm:presLayoutVars>
          <dgm:bulletEnabled val="1"/>
        </dgm:presLayoutVars>
      </dgm:prSet>
      <dgm:spPr/>
      <dgm:t>
        <a:bodyPr/>
        <a:lstStyle/>
        <a:p>
          <a:endParaRPr lang="en-US"/>
        </a:p>
      </dgm:t>
    </dgm:pt>
    <dgm:pt modelId="{5079560E-9210-4987-A44E-80355EC3F4BA}" type="pres">
      <dgm:prSet presAssocID="{E2506089-F33F-433E-AB04-D3F2E4D6F263}" presName="parSpace" presStyleCnt="0"/>
      <dgm:spPr/>
    </dgm:pt>
    <dgm:pt modelId="{22825B18-A879-4A0D-88FE-FD064E57D55A}" type="pres">
      <dgm:prSet presAssocID="{665CBF16-B1B6-4F64-B9EE-3FBD983FF95F}" presName="parTxOnly" presStyleLbl="node1" presStyleIdx="2" presStyleCnt="3" custLinFactX="2816" custLinFactNeighborX="100000">
        <dgm:presLayoutVars>
          <dgm:bulletEnabled val="1"/>
        </dgm:presLayoutVars>
      </dgm:prSet>
      <dgm:spPr/>
      <dgm:t>
        <a:bodyPr/>
        <a:lstStyle/>
        <a:p>
          <a:endParaRPr lang="en-US"/>
        </a:p>
      </dgm:t>
    </dgm:pt>
  </dgm:ptLst>
  <dgm:cxnLst>
    <dgm:cxn modelId="{9B54E084-6641-4EE5-92E7-55B26FB6B82C}" srcId="{7EFE6BD2-33F6-411B-AF1E-9CAA39158F87}" destId="{AF0DEB3B-DE29-4B94-945F-CD7CD52BC93B}" srcOrd="0" destOrd="0" parTransId="{C002A53C-E0A4-403D-A96D-AC1FB2B93B23}" sibTransId="{5567F198-5EF6-463F-9B28-C68B69E4F9D6}"/>
    <dgm:cxn modelId="{FFD09638-8D39-4D40-8D77-823D4F7DF194}" type="presOf" srcId="{7EFE6BD2-33F6-411B-AF1E-9CAA39158F87}" destId="{634B7890-830C-4090-A47E-C0FB9C07AB91}" srcOrd="0" destOrd="0" presId="urn:microsoft.com/office/officeart/2005/8/layout/hChevron3"/>
    <dgm:cxn modelId="{19CA4D97-AD5A-4D85-9A79-826315382908}" type="presOf" srcId="{AF0DEB3B-DE29-4B94-945F-CD7CD52BC93B}" destId="{48A36BB0-3583-4D69-9383-A7DED7F605D9}" srcOrd="0" destOrd="0" presId="urn:microsoft.com/office/officeart/2005/8/layout/hChevron3"/>
    <dgm:cxn modelId="{BE98A744-F793-4C3A-956C-93E1F398EB2B}" srcId="{7EFE6BD2-33F6-411B-AF1E-9CAA39158F87}" destId="{AF02E7D0-DC2C-4FE2-AA61-EEB0D8BE94E3}" srcOrd="1" destOrd="0" parTransId="{4780E4C5-F89D-420D-AA88-1F64EDBCEEE5}" sibTransId="{E2506089-F33F-433E-AB04-D3F2E4D6F263}"/>
    <dgm:cxn modelId="{482385E6-ED93-4713-B621-7B531F9A6E1A}" type="presOf" srcId="{665CBF16-B1B6-4F64-B9EE-3FBD983FF95F}" destId="{22825B18-A879-4A0D-88FE-FD064E57D55A}" srcOrd="0" destOrd="0" presId="urn:microsoft.com/office/officeart/2005/8/layout/hChevron3"/>
    <dgm:cxn modelId="{DC4D9067-1BF9-42B4-8404-907E18D0423C}" type="presOf" srcId="{AF02E7D0-DC2C-4FE2-AA61-EEB0D8BE94E3}" destId="{B51D8DBB-D3DF-4AB9-BF4B-007A4FD7D169}" srcOrd="0" destOrd="0" presId="urn:microsoft.com/office/officeart/2005/8/layout/hChevron3"/>
    <dgm:cxn modelId="{5C7C7D78-9614-42CF-A5C5-70C426F4DB66}" srcId="{7EFE6BD2-33F6-411B-AF1E-9CAA39158F87}" destId="{665CBF16-B1B6-4F64-B9EE-3FBD983FF95F}" srcOrd="2" destOrd="0" parTransId="{92367235-51B0-4AA9-A55C-A36F113D397D}" sibTransId="{CC61AFE1-F4E2-4F37-91DD-601F7034B21F}"/>
    <dgm:cxn modelId="{8DF65B73-79B6-4008-BE2F-D257D62E60AC}" type="presParOf" srcId="{634B7890-830C-4090-A47E-C0FB9C07AB91}" destId="{48A36BB0-3583-4D69-9383-A7DED7F605D9}" srcOrd="0" destOrd="0" presId="urn:microsoft.com/office/officeart/2005/8/layout/hChevron3"/>
    <dgm:cxn modelId="{3CC59C18-9581-4303-A628-E0A747ADB6DF}" type="presParOf" srcId="{634B7890-830C-4090-A47E-C0FB9C07AB91}" destId="{A3B9A569-F195-443F-BB0D-EC5EABB6D29B}" srcOrd="1" destOrd="0" presId="urn:microsoft.com/office/officeart/2005/8/layout/hChevron3"/>
    <dgm:cxn modelId="{1A327839-0F5E-4827-927D-3777215CCBAF}" type="presParOf" srcId="{634B7890-830C-4090-A47E-C0FB9C07AB91}" destId="{B51D8DBB-D3DF-4AB9-BF4B-007A4FD7D169}" srcOrd="2" destOrd="0" presId="urn:microsoft.com/office/officeart/2005/8/layout/hChevron3"/>
    <dgm:cxn modelId="{381751A1-D6BA-446C-863D-16000FFF36E7}" type="presParOf" srcId="{634B7890-830C-4090-A47E-C0FB9C07AB91}" destId="{5079560E-9210-4987-A44E-80355EC3F4BA}" srcOrd="3" destOrd="0" presId="urn:microsoft.com/office/officeart/2005/8/layout/hChevron3"/>
    <dgm:cxn modelId="{DBC9A006-5444-4D05-AFAB-0EC58B9CC868}" type="presParOf" srcId="{634B7890-830C-4090-A47E-C0FB9C07AB91}" destId="{22825B18-A879-4A0D-88FE-FD064E57D55A}" srcOrd="4" destOrd="0" presId="urn:microsoft.com/office/officeart/2005/8/layout/hChevron3"/>
  </dgm:cxnLst>
  <dgm:bg/>
  <dgm:whole/>
  <dgm:extLst>
    <a:ext uri="http://schemas.microsoft.com/office/drawing/2008/diagram">
      <dsp:dataModelExt xmlns:dsp="http://schemas.microsoft.com/office/drawing/2008/diagram" relId="rId7"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A36BB0-3583-4D69-9383-A7DED7F605D9}">
      <dsp:nvSpPr>
        <dsp:cNvPr id="0" name=""/>
        <dsp:cNvSpPr/>
      </dsp:nvSpPr>
      <dsp:spPr>
        <a:xfrm>
          <a:off x="18016" y="0"/>
          <a:ext cx="5013777" cy="225097"/>
        </a:xfrm>
        <a:prstGeom prst="homePlate">
          <a:avLst/>
        </a:prstGeom>
        <a:solidFill>
          <a:srgbClr val="0070C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13335" bIns="26670" numCol="1" spcCol="1270" anchor="ctr" anchorCtr="0">
          <a:noAutofit/>
        </a:bodyPr>
        <a:lstStyle/>
        <a:p>
          <a:pPr lvl="0" algn="l" defTabSz="444500">
            <a:lnSpc>
              <a:spcPct val="90000"/>
            </a:lnSpc>
            <a:spcBef>
              <a:spcPct val="0"/>
            </a:spcBef>
            <a:spcAft>
              <a:spcPct val="35000"/>
            </a:spcAft>
          </a:pPr>
          <a:r>
            <a:rPr lang="en-GB" sz="1000" b="1" i="0" kern="1200" spc="100" baseline="0" dirty="0">
              <a:solidFill>
                <a:schemeClr val="bg1"/>
              </a:solidFill>
            </a:rPr>
            <a:t>                                   INITIATION  </a:t>
          </a:r>
          <a:endParaRPr lang="en-US" sz="1000" b="1" i="0" kern="1200" spc="100" baseline="0" dirty="0"/>
        </a:p>
      </dsp:txBody>
      <dsp:txXfrm>
        <a:off x="18016" y="0"/>
        <a:ext cx="4957503" cy="225097"/>
      </dsp:txXfrm>
    </dsp:sp>
    <dsp:sp modelId="{B51D8DBB-D3DF-4AB9-BF4B-007A4FD7D169}">
      <dsp:nvSpPr>
        <dsp:cNvPr id="0" name=""/>
        <dsp:cNvSpPr/>
      </dsp:nvSpPr>
      <dsp:spPr>
        <a:xfrm>
          <a:off x="3770332" y="0"/>
          <a:ext cx="4246228" cy="225097"/>
        </a:xfrm>
        <a:prstGeom prst="chevron">
          <a:avLst/>
        </a:prstGeom>
        <a:solidFill>
          <a:srgbClr val="7030A0"/>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26670" rIns="822960" bIns="26670" numCol="1" spcCol="1270" anchor="ctr" anchorCtr="0">
          <a:noAutofit/>
        </a:bodyPr>
        <a:lstStyle/>
        <a:p>
          <a:pPr lvl="0" algn="ctr" defTabSz="444500">
            <a:lnSpc>
              <a:spcPct val="90000"/>
            </a:lnSpc>
            <a:spcBef>
              <a:spcPct val="0"/>
            </a:spcBef>
            <a:spcAft>
              <a:spcPct val="35000"/>
            </a:spcAft>
          </a:pPr>
          <a:r>
            <a:rPr lang="en-GB" sz="1000" b="1" i="0" kern="1200" spc="100" baseline="0" dirty="0">
              <a:solidFill>
                <a:schemeClr val="bg1"/>
              </a:solidFill>
            </a:rPr>
            <a:t>              ASSESSMENT </a:t>
          </a:r>
          <a:endParaRPr lang="en-US" sz="1000" b="1" i="0" kern="1200" spc="100" baseline="0" dirty="0"/>
        </a:p>
      </dsp:txBody>
      <dsp:txXfrm>
        <a:off x="3882881" y="0"/>
        <a:ext cx="4021131" cy="225097"/>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48A36BB0-3583-4D69-9383-A7DED7F605D9}">
      <dsp:nvSpPr>
        <dsp:cNvPr id="0" name=""/>
        <dsp:cNvSpPr/>
      </dsp:nvSpPr>
      <dsp:spPr>
        <a:xfrm>
          <a:off x="7886" y="0"/>
          <a:ext cx="3042902" cy="225097"/>
        </a:xfrm>
        <a:prstGeom prst="homePlate">
          <a:avLst/>
        </a:prstGeom>
        <a:solidFill>
          <a:schemeClr val="accent2">
            <a:hueOff val="0"/>
            <a:satOff val="0"/>
            <a:lumOff val="0"/>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53340" tIns="26670" rIns="13335" bIns="26670" numCol="1" spcCol="1270" anchor="ctr" anchorCtr="0">
          <a:noAutofit/>
        </a:bodyPr>
        <a:lstStyle/>
        <a:p>
          <a:pPr lvl="0" algn="ctr" defTabSz="444500">
            <a:lnSpc>
              <a:spcPct val="90000"/>
            </a:lnSpc>
            <a:spcBef>
              <a:spcPct val="0"/>
            </a:spcBef>
            <a:spcAft>
              <a:spcPct val="35000"/>
            </a:spcAft>
          </a:pPr>
          <a:r>
            <a:rPr lang="en-GB" sz="1000" b="1" i="0" kern="1200" spc="100" baseline="0">
              <a:solidFill>
                <a:schemeClr val="bg1"/>
              </a:solidFill>
            </a:rPr>
            <a:t>DESIGN</a:t>
          </a:r>
          <a:endParaRPr lang="en-US" sz="1000" b="1" i="0" kern="1200" spc="100" baseline="0"/>
        </a:p>
      </dsp:txBody>
      <dsp:txXfrm>
        <a:off x="7886" y="0"/>
        <a:ext cx="2986628" cy="225097"/>
      </dsp:txXfrm>
    </dsp:sp>
    <dsp:sp modelId="{B51D8DBB-D3DF-4AB9-BF4B-007A4FD7D169}">
      <dsp:nvSpPr>
        <dsp:cNvPr id="0" name=""/>
        <dsp:cNvSpPr/>
      </dsp:nvSpPr>
      <dsp:spPr>
        <a:xfrm>
          <a:off x="2790554" y="0"/>
          <a:ext cx="3445373" cy="225097"/>
        </a:xfrm>
        <a:prstGeom prst="chevron">
          <a:avLst/>
        </a:prstGeom>
        <a:solidFill>
          <a:schemeClr val="accent2">
            <a:hueOff val="360763"/>
            <a:satOff val="16807"/>
            <a:lumOff val="-6373"/>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26670" rIns="822960" bIns="26670" numCol="1" spcCol="1270" anchor="ctr" anchorCtr="0">
          <a:noAutofit/>
        </a:bodyPr>
        <a:lstStyle/>
        <a:p>
          <a:pPr lvl="0" algn="ctr" defTabSz="444500">
            <a:lnSpc>
              <a:spcPct val="90000"/>
            </a:lnSpc>
            <a:spcBef>
              <a:spcPct val="0"/>
            </a:spcBef>
            <a:spcAft>
              <a:spcPct val="35000"/>
            </a:spcAft>
          </a:pPr>
          <a:r>
            <a:rPr lang="en-GB" sz="1000" b="1" i="0" kern="1200" spc="100" baseline="0">
              <a:solidFill>
                <a:schemeClr val="bg1"/>
              </a:solidFill>
            </a:rPr>
            <a:t>BUILD</a:t>
          </a:r>
          <a:endParaRPr lang="en-US" sz="1000" b="1" i="0" kern="1200" spc="100" baseline="0"/>
        </a:p>
      </dsp:txBody>
      <dsp:txXfrm>
        <a:off x="2903103" y="0"/>
        <a:ext cx="3220276" cy="225097"/>
      </dsp:txXfrm>
    </dsp:sp>
    <dsp:sp modelId="{22825B18-A879-4A0D-88FE-FD064E57D55A}">
      <dsp:nvSpPr>
        <dsp:cNvPr id="0" name=""/>
        <dsp:cNvSpPr/>
      </dsp:nvSpPr>
      <dsp:spPr>
        <a:xfrm>
          <a:off x="5445179" y="0"/>
          <a:ext cx="2612426" cy="225097"/>
        </a:xfrm>
        <a:prstGeom prst="chevron">
          <a:avLst/>
        </a:prstGeom>
        <a:solidFill>
          <a:schemeClr val="accent2">
            <a:hueOff val="721525"/>
            <a:satOff val="33614"/>
            <a:lumOff val="-12746"/>
            <a:alphaOff val="0"/>
          </a:schemeClr>
        </a:solidFill>
        <a:ln w="12700" cap="flat" cmpd="sng" algn="ctr">
          <a:solidFill>
            <a:schemeClr val="lt1">
              <a:hueOff val="0"/>
              <a:satOff val="0"/>
              <a:lumOff val="0"/>
              <a:alphaOff val="0"/>
            </a:schemeClr>
          </a:solidFill>
          <a:prstDash val="solid"/>
          <a:miter lim="800000"/>
        </a:ln>
        <a:effectLst/>
      </dsp:spPr>
      <dsp:style>
        <a:lnRef idx="2">
          <a:scrgbClr r="0" g="0" b="0"/>
        </a:lnRef>
        <a:fillRef idx="1">
          <a:scrgbClr r="0" g="0" b="0"/>
        </a:fillRef>
        <a:effectRef idx="0">
          <a:scrgbClr r="0" g="0" b="0"/>
        </a:effectRef>
        <a:fontRef idx="minor">
          <a:schemeClr val="lt1"/>
        </a:fontRef>
      </dsp:style>
      <dsp:txBody>
        <a:bodyPr spcFirstLastPara="0" vert="horz" wrap="square" lIns="40005" tIns="26670" rIns="13335" bIns="26670" numCol="1" spcCol="1270" anchor="ctr" anchorCtr="0">
          <a:noAutofit/>
        </a:bodyPr>
        <a:lstStyle/>
        <a:p>
          <a:pPr lvl="0" algn="ctr" defTabSz="444500">
            <a:lnSpc>
              <a:spcPct val="90000"/>
            </a:lnSpc>
            <a:spcBef>
              <a:spcPct val="0"/>
            </a:spcBef>
            <a:spcAft>
              <a:spcPct val="35000"/>
            </a:spcAft>
          </a:pPr>
          <a:r>
            <a:rPr lang="en-GB" sz="1000" b="1" i="0" kern="1200" spc="100" baseline="0">
              <a:solidFill>
                <a:schemeClr val="bg1"/>
              </a:solidFill>
            </a:rPr>
            <a:t>TRANSITION</a:t>
          </a:r>
          <a:endParaRPr lang="en-US" sz="1000" b="1" i="0" kern="1200" spc="100" baseline="0"/>
        </a:p>
      </dsp:txBody>
      <dsp:txXfrm>
        <a:off x="5557728" y="0"/>
        <a:ext cx="2387329" cy="225097"/>
      </dsp:txXfrm>
    </dsp:sp>
  </dsp:spTree>
</dsp:drawing>
</file>

<file path=ppt/diagrams/layout1.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layout2.xml><?xml version="1.0" encoding="utf-8"?>
<dgm:layoutDef xmlns:dgm="http://schemas.openxmlformats.org/drawingml/2006/diagram" xmlns:a="http://schemas.openxmlformats.org/drawingml/2006/main" uniqueId="urn:microsoft.com/office/officeart/2005/8/layout/hChevron3">
  <dgm:title val=""/>
  <dgm:desc val=""/>
  <dgm:catLst>
    <dgm:cat type="process" pri="10000"/>
  </dgm:catLst>
  <dgm:sampData useDef="1">
    <dgm:dataModel>
      <dgm:ptLst/>
      <dgm:bg/>
      <dgm:whole/>
    </dgm:dataModel>
  </dgm:sampData>
  <dgm:styleData>
    <dgm:dataModel>
      <dgm:ptLst>
        <dgm:pt modelId="0" type="doc"/>
        <dgm:pt modelId="1"/>
        <dgm:pt modelId="2"/>
      </dgm:ptLst>
      <dgm:cxnLst>
        <dgm:cxn modelId="3" srcId="0" destId="1" srcOrd="0" destOrd="0"/>
        <dgm:cxn modelId="4" srcId="0" destId="2" srcOrd="1" destOrd="0"/>
      </dgm:cxnLst>
      <dgm:bg/>
      <dgm:whole/>
    </dgm:dataModel>
  </dgm:styleData>
  <dgm:clrData>
    <dgm:dataModel>
      <dgm:ptLst>
        <dgm:pt modelId="0" type="doc"/>
        <dgm:pt modelId="1"/>
        <dgm:pt modelId="2"/>
        <dgm:pt modelId="3"/>
        <dgm:pt modelId="4"/>
      </dgm:ptLst>
      <dgm:cxnLst>
        <dgm:cxn modelId="5" srcId="0" destId="1" srcOrd="0" destOrd="0"/>
        <dgm:cxn modelId="6" srcId="0" destId="2" srcOrd="1" destOrd="0"/>
        <dgm:cxn modelId="7" srcId="0" destId="3" srcOrd="2" destOrd="0"/>
        <dgm:cxn modelId="8" srcId="0" destId="4" srcOrd="3" destOrd="0"/>
      </dgm:cxnLst>
      <dgm:bg/>
      <dgm:whole/>
    </dgm:dataModel>
  </dgm:clrData>
  <dgm:layoutNode name="Name0">
    <dgm:varLst>
      <dgm:dir/>
      <dgm:resizeHandles val="exact"/>
    </dgm:varLst>
    <dgm:choose name="Name1">
      <dgm:if name="Name2" func="var" arg="dir" op="equ" val="norm">
        <dgm:alg type="lin"/>
      </dgm:if>
      <dgm:else name="Name3">
        <dgm:alg type="lin">
          <dgm:param type="linDir" val="fromR"/>
        </dgm:alg>
      </dgm:else>
    </dgm:choose>
    <dgm:shape xmlns:r="http://schemas.openxmlformats.org/officeDocument/2006/relationships" r:blip="">
      <dgm:adjLst/>
    </dgm:shape>
    <dgm:presOf/>
    <dgm:choose name="Name4">
      <dgm:if name="Name5" axis="root des" func="maxDepth" op="gte" val="2">
        <dgm:constrLst>
          <dgm:constr type="w" for="ch" forName="parAndChTx" refType="w"/>
          <dgm:constr type="primFontSz" for="ch" ptType="node" op="equ"/>
          <dgm:constr type="w" for="ch" forName="parAndChSpace" refType="w" refFor="ch" refForName="parAndChTx" fact="-0.2"/>
          <dgm:constr type="w" for="ch" ptType="sibTrans" op="equ"/>
        </dgm:constrLst>
        <dgm:ruleLst/>
        <dgm:forEach name="Name6" axis="ch" ptType="node">
          <dgm:layoutNode name="parAndChTx">
            <dgm:varLst>
              <dgm:bulletEnabled val="1"/>
            </dgm:varLst>
            <dgm:alg type="tx"/>
            <dgm:choose name="Name7">
              <dgm:if name="Name8" func="var" arg="dir" op="equ" val="norm">
                <dgm:choose name="Name9">
                  <dgm:if name="Name10" axis="self" ptType="node" func="pos" op="equ" val="1">
                    <dgm:shape xmlns:r="http://schemas.openxmlformats.org/officeDocument/2006/relationships"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4"/>
                    </dgm:constrLst>
                  </dgm:if>
                  <dgm:else name="Name11">
                    <dgm:shape xmlns:r="http://schemas.openxmlformats.org/officeDocument/2006/relationships"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if>
              <dgm:else name="Name12">
                <dgm:choose name="Name13">
                  <dgm:if name="Name14" axis="self" ptType="node" func="pos" op="equ" val="1">
                    <dgm:shape xmlns:r="http://schemas.openxmlformats.org/officeDocument/2006/relationships" rot="180" type="homePlate"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4"/>
                      <dgm:constr type="rMarg" refType="w" fact="0.1"/>
                    </dgm:constrLst>
                  </dgm:if>
                  <dgm:else name="Name15">
                    <dgm:shape xmlns:r="http://schemas.openxmlformats.org/officeDocument/2006/relationships" rot="180" type="chevron" r:blip="">
                      <dgm:adjLst>
                        <dgm:adj idx="1" val="0.25"/>
                      </dgm:adjLst>
                    </dgm:shape>
                    <dgm:presOf axis="desOrSelf" ptType="node"/>
                    <dgm:constrLst>
                      <dgm:constr type="h" refType="w" op="equ" fact="0.8"/>
                      <dgm:constr type="primFontSz" val="65"/>
                      <dgm:constr type="tMarg" refType="primFontSz" fact="0.2"/>
                      <dgm:constr type="bMarg" refType="primFontSz" fact="0.2"/>
                      <dgm:constr type="lMarg" refType="w" fact="0.1"/>
                      <dgm:constr type="rMarg" refType="w" fact="0.1"/>
                    </dgm:constrLst>
                  </dgm:else>
                </dgm:choose>
              </dgm:else>
            </dgm:choose>
            <dgm:ruleLst>
              <dgm:rule type="primFontSz" val="5" fact="NaN" max="NaN"/>
            </dgm:ruleLst>
          </dgm:layoutNode>
          <dgm:forEach name="Name16" axis="followSib" ptType="sibTrans" cnt="1">
            <dgm:layoutNode name="parAndChSpace">
              <dgm:alg type="sp"/>
              <dgm:shape xmlns:r="http://schemas.openxmlformats.org/officeDocument/2006/relationships" r:blip="">
                <dgm:adjLst/>
              </dgm:shape>
              <dgm:presOf/>
              <dgm:constrLst/>
              <dgm:ruleLst/>
            </dgm:layoutNode>
          </dgm:forEach>
        </dgm:forEach>
      </dgm:if>
      <dgm:else name="Name17">
        <dgm:constrLst>
          <dgm:constr type="w" for="ch" forName="parTxOnly" refType="w"/>
          <dgm:constr type="primFontSz" for="ch" ptType="node" op="equ"/>
          <dgm:constr type="w" for="ch" forName="parSpace" refType="w" refFor="ch" refForName="parTxOnly" fact="-0.2"/>
          <dgm:constr type="w" for="ch" ptType="sibTrans" op="equ"/>
        </dgm:constrLst>
        <dgm:ruleLst/>
        <dgm:forEach name="Name18" axis="ch" ptType="node">
          <dgm:layoutNode name="parTxOnly">
            <dgm:varLst>
              <dgm:bulletEnabled val="1"/>
            </dgm:varLst>
            <dgm:alg type="tx"/>
            <dgm:presOf axis="desOrSelf" ptType="node"/>
            <dgm:choose name="Name19">
              <dgm:if name="Name20" func="var" arg="dir" op="equ" val="norm">
                <dgm:choose name="Name21">
                  <dgm:if name="Name22" axis="self" ptType="node" func="pos" op="equ" val="1">
                    <dgm:shape xmlns:r="http://schemas.openxmlformats.org/officeDocument/2006/relationships" type="homePlate" r:blip="">
                      <dgm:adjLst/>
                    </dgm:shape>
                    <dgm:constrLst>
                      <dgm:constr type="h" refType="w" op="equ" fact="0.4"/>
                      <dgm:constr type="primFontSz" val="65"/>
                      <dgm:constr type="tMarg" refType="primFontSz" fact="0.21"/>
                      <dgm:constr type="bMarg" refType="primFontSz" fact="0.21"/>
                      <dgm:constr type="lMarg" refType="primFontSz" fact="0.42"/>
                      <dgm:constr type="rMarg" refType="primFontSz" fact="0.105"/>
                    </dgm:constrLst>
                  </dgm:if>
                  <dgm:else name="Name23">
                    <dgm:shape xmlns:r="http://schemas.openxmlformats.org/officeDocument/2006/relationships" type="chevron" r:blip="">
                      <dgm:adjLst/>
                    </dgm:shape>
                    <dgm:constrLst>
                      <dgm:constr type="h" refType="w" op="equ" fact="0.4"/>
                      <dgm:constr type="primFontSz" val="65"/>
                      <dgm:constr type="tMarg" refType="primFontSz" fact="0.21"/>
                      <dgm:constr type="bMarg" refType="primFontSz" fact="0.21"/>
                      <dgm:constr type="lMarg" refType="primFontSz" fact="0.315"/>
                      <dgm:constr type="rMarg" refType="primFontSz" fact="0.105"/>
                    </dgm:constrLst>
                  </dgm:else>
                </dgm:choose>
              </dgm:if>
              <dgm:else name="Name24">
                <dgm:choose name="Name25">
                  <dgm:if name="Name26" axis="self" ptType="node" func="pos" op="equ" val="1">
                    <dgm:shape xmlns:r="http://schemas.openxmlformats.org/officeDocument/2006/relationships" rot="180" type="homePlate"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42"/>
                    </dgm:constrLst>
                  </dgm:if>
                  <dgm:else name="Name27">
                    <dgm:shape xmlns:r="http://schemas.openxmlformats.org/officeDocument/2006/relationships" rot="180" type="chevron" r:blip="">
                      <dgm:adjLst/>
                    </dgm:shape>
                    <dgm:constrLst>
                      <dgm:constr type="h" refType="w" op="equ" fact="0.4"/>
                      <dgm:constr type="primFontSz" val="65"/>
                      <dgm:constr type="tMarg" refType="primFontSz" fact="0.21"/>
                      <dgm:constr type="bMarg" refType="primFontSz" fact="0.21"/>
                      <dgm:constr type="lMarg" refType="primFontSz" fact="0.105"/>
                      <dgm:constr type="rMarg" refType="primFontSz" fact="0.315"/>
                    </dgm:constrLst>
                  </dgm:else>
                </dgm:choose>
              </dgm:else>
            </dgm:choose>
            <dgm:ruleLst>
              <dgm:rule type="primFontSz" val="5" fact="NaN" max="NaN"/>
            </dgm:ruleLst>
          </dgm:layoutNode>
          <dgm:forEach name="Name28" axis="followSib" ptType="sibTrans" cnt="1">
            <dgm:layoutNode name="parSpace">
              <dgm:alg type="sp"/>
              <dgm:shape xmlns:r="http://schemas.openxmlformats.org/officeDocument/2006/relationships" r:blip="">
                <dgm:adjLst/>
              </dgm:shape>
              <dgm:presOf/>
              <dgm:constrLst/>
              <dgm:ruleLst/>
            </dgm:layoutNode>
          </dgm:forEach>
        </dgm:forEach>
      </dgm:else>
    </dgm:choose>
  </dgm:layoutNode>
</dgm:layoutDef>
</file>

<file path=ppt/diagrams/quickStyle1.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rawings/_rels/vmlDrawing1.vml.rels><?xml version="1.0" encoding="UTF-8" standalone="yes"?>
<Relationships xmlns="http://schemas.openxmlformats.org/package/2006/relationships"><Relationship Id="rId1" Type="http://schemas.openxmlformats.org/officeDocument/2006/relationships/image" Target="../media/image44.emf"/></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FDC14FC-A894-4869-A797-1EC82735D106}" type="datetimeFigureOut">
              <a:rPr lang="en-US" smtClean="0"/>
              <a:t>8/21/2020</a:t>
            </a:fld>
            <a:endParaRPr lang="en-US"/>
          </a:p>
        </p:txBody>
      </p:sp>
      <p:sp>
        <p:nvSpPr>
          <p:cNvPr id="4" name="Footer Placeholder 3"/>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5" name="Slide Number Placeholder 4"/>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CD33E97-F2BE-44DB-A57D-0C85E2CBF508}" type="slidenum">
              <a:rPr lang="en-US" smtClean="0"/>
              <a:t>‹#›</a:t>
            </a:fld>
            <a:endParaRPr lang="en-US"/>
          </a:p>
        </p:txBody>
      </p:sp>
    </p:spTree>
    <p:extLst>
      <p:ext uri="{BB962C8B-B14F-4D97-AF65-F5344CB8AC3E}">
        <p14:creationId xmlns:p14="http://schemas.microsoft.com/office/powerpoint/2010/main" val="296777814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B4F99C05-63F9-4248-8E20-3ACD9DF9DE7F}" type="datetimeFigureOut">
              <a:rPr lang="en-US" smtClean="0"/>
              <a:t>8/21/2020</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A874FABB-6DBE-47C4-B626-20167906F475}" type="slidenum">
              <a:rPr lang="en-US" smtClean="0"/>
              <a:t>‹#›</a:t>
            </a:fld>
            <a:endParaRPr lang="en-US"/>
          </a:p>
        </p:txBody>
      </p:sp>
    </p:spTree>
    <p:extLst>
      <p:ext uri="{BB962C8B-B14F-4D97-AF65-F5344CB8AC3E}">
        <p14:creationId xmlns:p14="http://schemas.microsoft.com/office/powerpoint/2010/main" val="4274864021"/>
      </p:ext>
    </p:extLst>
  </p:cSld>
  <p:clrMap bg1="lt1" tx1="dk1" bg2="lt2" tx2="dk2" accent1="accent1" accent2="accent2" accent3="accent3" accent4="accent4" accent5="accent5" accent6="accent6" hlink="hlink" folHlink="folHlink"/>
  <p:notesStyle>
    <a:lvl1pPr marL="0" algn="l" defTabSz="685800" rtl="0" eaLnBrk="1" latinLnBrk="0" hangingPunct="1">
      <a:defRPr sz="900" kern="1200">
        <a:solidFill>
          <a:schemeClr val="tx1"/>
        </a:solidFill>
        <a:latin typeface="+mn-lt"/>
        <a:ea typeface="+mn-ea"/>
        <a:cs typeface="+mn-cs"/>
      </a:defRPr>
    </a:lvl1pPr>
    <a:lvl2pPr marL="342900" algn="l" defTabSz="685800" rtl="0" eaLnBrk="1" latinLnBrk="0" hangingPunct="1">
      <a:defRPr sz="900" kern="1200">
        <a:solidFill>
          <a:schemeClr val="tx1"/>
        </a:solidFill>
        <a:latin typeface="+mn-lt"/>
        <a:ea typeface="+mn-ea"/>
        <a:cs typeface="+mn-cs"/>
      </a:defRPr>
    </a:lvl2pPr>
    <a:lvl3pPr marL="685800" algn="l" defTabSz="685800" rtl="0" eaLnBrk="1" latinLnBrk="0" hangingPunct="1">
      <a:defRPr sz="900" kern="1200">
        <a:solidFill>
          <a:schemeClr val="tx1"/>
        </a:solidFill>
        <a:latin typeface="+mn-lt"/>
        <a:ea typeface="+mn-ea"/>
        <a:cs typeface="+mn-cs"/>
      </a:defRPr>
    </a:lvl3pPr>
    <a:lvl4pPr marL="1028700" algn="l" defTabSz="685800" rtl="0" eaLnBrk="1" latinLnBrk="0" hangingPunct="1">
      <a:defRPr sz="900" kern="1200">
        <a:solidFill>
          <a:schemeClr val="tx1"/>
        </a:solidFill>
        <a:latin typeface="+mn-lt"/>
        <a:ea typeface="+mn-ea"/>
        <a:cs typeface="+mn-cs"/>
      </a:defRPr>
    </a:lvl4pPr>
    <a:lvl5pPr marL="1371600" algn="l" defTabSz="685800" rtl="0" eaLnBrk="1" latinLnBrk="0" hangingPunct="1">
      <a:defRPr sz="900" kern="1200">
        <a:solidFill>
          <a:schemeClr val="tx1"/>
        </a:solidFill>
        <a:latin typeface="+mn-lt"/>
        <a:ea typeface="+mn-ea"/>
        <a:cs typeface="+mn-cs"/>
      </a:defRPr>
    </a:lvl5pPr>
    <a:lvl6pPr marL="1714500" algn="l" defTabSz="685800" rtl="0" eaLnBrk="1" latinLnBrk="0" hangingPunct="1">
      <a:defRPr sz="900" kern="1200">
        <a:solidFill>
          <a:schemeClr val="tx1"/>
        </a:solidFill>
        <a:latin typeface="+mn-lt"/>
        <a:ea typeface="+mn-ea"/>
        <a:cs typeface="+mn-cs"/>
      </a:defRPr>
    </a:lvl6pPr>
    <a:lvl7pPr marL="2057400" algn="l" defTabSz="685800" rtl="0" eaLnBrk="1" latinLnBrk="0" hangingPunct="1">
      <a:defRPr sz="900" kern="1200">
        <a:solidFill>
          <a:schemeClr val="tx1"/>
        </a:solidFill>
        <a:latin typeface="+mn-lt"/>
        <a:ea typeface="+mn-ea"/>
        <a:cs typeface="+mn-cs"/>
      </a:defRPr>
    </a:lvl7pPr>
    <a:lvl8pPr marL="2400300" algn="l" defTabSz="685800" rtl="0" eaLnBrk="1" latinLnBrk="0" hangingPunct="1">
      <a:defRPr sz="900" kern="1200">
        <a:solidFill>
          <a:schemeClr val="tx1"/>
        </a:solidFill>
        <a:latin typeface="+mn-lt"/>
        <a:ea typeface="+mn-ea"/>
        <a:cs typeface="+mn-cs"/>
      </a:defRPr>
    </a:lvl8pPr>
    <a:lvl9pPr marL="2743200" algn="l" defTabSz="685800" rtl="0" eaLnBrk="1" latinLnBrk="0" hangingPunct="1">
      <a:defRPr sz="9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cs typeface="Calibri"/>
              </a:rPr>
              <a:t>So talking about our BPM practice, we formally become a separate team in 2017 and have established strategic partner relationships with Pega, Appian, and  Camunda. Having said it, we are accounting for more than 10 years of BPM delivery experience. Globally, we are a team of 50+ certified BPM engineers and architects primarily based in Central Europe. Our team consists of lead and senior software engineers and solution architects who gained skills, product certifications and experience in multiple BPM platforms and Intelligent Automation technologies. </a:t>
            </a:r>
          </a:p>
          <a:p>
            <a:r>
              <a:rPr lang="en-US" dirty="0">
                <a:cs typeface="Calibri"/>
              </a:rPr>
              <a:t>On top of it, as we talk about our key differentiators, we have strong experience in RPA technologies, DevOps and Test Automation.   </a:t>
            </a:r>
          </a:p>
        </p:txBody>
      </p:sp>
      <p:sp>
        <p:nvSpPr>
          <p:cNvPr id="4" name="Slide Number Placeholder 3"/>
          <p:cNvSpPr>
            <a:spLocks noGrp="1"/>
          </p:cNvSpPr>
          <p:nvPr>
            <p:ph type="sldNum" sz="quarter" idx="5"/>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C262070C-2DEE-4980-8D11-55E62C55D3E7}"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30547306"/>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Here’s a snapshot on our clients and BPM implementations. As a most recent one, EPAM is implementing a Pega platform in Proctor &amp; Gamble company in a supply chain area. More details to follow in one of the case studies below. </a:t>
            </a:r>
          </a:p>
        </p:txBody>
      </p:sp>
      <p:sp>
        <p:nvSpPr>
          <p:cNvPr id="4" name="Slide Number Placeholder 3"/>
          <p:cNvSpPr>
            <a:spLocks noGrp="1"/>
          </p:cNvSpPr>
          <p:nvPr>
            <p:ph type="sldNum" sz="quarter" idx="10"/>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7AE90029-A909-AD4E-9775-A0D64990AD2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667857465"/>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685800" y="1143000"/>
            <a:ext cx="5486400" cy="3086100"/>
          </a:xfrm>
        </p:spPr>
      </p:sp>
      <p:sp>
        <p:nvSpPr>
          <p:cNvPr id="3" name="Notes Placeholder 2"/>
          <p:cNvSpPr>
            <a:spLocks noGrp="1"/>
          </p:cNvSpPr>
          <p:nvPr>
            <p:ph type="body" idx="1"/>
          </p:nvPr>
        </p:nvSpPr>
        <p:spPr/>
        <p:txBody>
          <a:bodyPr/>
          <a:lstStyle/>
          <a:p>
            <a:r>
              <a:rPr lang="en-US" dirty="0"/>
              <a:t>As already said we are a certified partner for some leading BPM and RPA product and technology companies including Pega, Appian, Elma, </a:t>
            </a:r>
            <a:r>
              <a:rPr lang="en-US" dirty="0" err="1"/>
              <a:t>Worfusion</a:t>
            </a:r>
            <a:r>
              <a:rPr lang="en-US" dirty="0"/>
              <a:t> and many more.  </a:t>
            </a:r>
          </a:p>
        </p:txBody>
      </p:sp>
      <p:sp>
        <p:nvSpPr>
          <p:cNvPr id="4" name="Slide Number Placeholder 3"/>
          <p:cNvSpPr>
            <a:spLocks noGrp="1"/>
          </p:cNvSpPr>
          <p:nvPr>
            <p:ph type="sldNum" sz="quarter" idx="10"/>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7AE90029-A909-AD4E-9775-A0D64990AD22}"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95283575"/>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Location-wise we’re primarily growing our strategic locations in EMEA region and India. Our current team is accounting for 50+ solution architects and software engineers and we have an ambitious plan to double our team by year-end. </a:t>
            </a:r>
          </a:p>
        </p:txBody>
      </p:sp>
      <p:sp>
        <p:nvSpPr>
          <p:cNvPr id="4" name="Slide Number Placeholder 3"/>
          <p:cNvSpPr>
            <a:spLocks noGrp="1"/>
          </p:cNvSpPr>
          <p:nvPr>
            <p:ph type="sldNum" sz="quarter" idx="10"/>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029CBAEF-DB31-48A9-B7EF-055DB8A30B74}" type="slidenum">
              <a:rPr kumimoji="0" lang="en-US" sz="1200" b="0" i="0" u="none" strike="noStrike" kern="1200" cap="none" spc="0" normalizeH="0" baseline="0" noProof="0">
                <a:ln>
                  <a:noFill/>
                </a:ln>
                <a:solidFill>
                  <a:prstClr val="black"/>
                </a:solidFill>
                <a:effectLst/>
                <a:uLnTx/>
                <a:uFillTx/>
                <a:latin typeface="Calibri" panose="020F0502020204030204"/>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0811515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In early 2020 P&amp;G has engaged EPAM as a strategic vendor to implement several business processes in Order to Cash area using Pega platform. This is an ongoing programme which will span over to 2021. as part of this work, our team has delivered several business applications including order delays which is dealing with delayed orders. Processing delayed orders is a manual process which requires multiple look-ups in external systems and manual updates of product and customer master data in the systems of record. Our team has implemented a case orchestration solution invoking both BPM and RPA capabilities by integrating with </a:t>
            </a:r>
            <a:r>
              <a:rPr lang="en-GB" dirty="0" err="1"/>
              <a:t>Workfusion</a:t>
            </a:r>
            <a:r>
              <a:rPr lang="en-GB" dirty="0"/>
              <a:t> platform and configuring bots to automatically update order details. This work results in increased operational efficiency (reduced processing time) improved user experience and, reduction of manual effort. </a:t>
            </a:r>
          </a:p>
        </p:txBody>
      </p:sp>
      <p:sp>
        <p:nvSpPr>
          <p:cNvPr id="4" name="Slide Number Placeholder 3"/>
          <p:cNvSpPr>
            <a:spLocks noGrp="1"/>
          </p:cNvSpPr>
          <p:nvPr>
            <p:ph type="sldNum" sz="quarter" idx="5"/>
          </p:nvPr>
        </p:nvSpPr>
        <p:spPr/>
        <p:txBody>
          <a:bodyPr/>
          <a:lstStyle/>
          <a:p>
            <a:fld id="{A874FABB-6DBE-47C4-B626-20167906F475}" type="slidenum">
              <a:rPr lang="en-US" smtClean="0"/>
              <a:t>7</a:t>
            </a:fld>
            <a:endParaRPr lang="en-US"/>
          </a:p>
        </p:txBody>
      </p:sp>
    </p:spTree>
    <p:extLst>
      <p:ext uri="{BB962C8B-B14F-4D97-AF65-F5344CB8AC3E}">
        <p14:creationId xmlns:p14="http://schemas.microsoft.com/office/powerpoint/2010/main" val="4108600509"/>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This is our corporate E2E BPM Delivery Methodology which is broadly split to Initiation and Assessment and Execution stages. During our Project initiation our team is completing assessment of business processes, documenting business benefits, business requirements and functional specifications, Integration requirements and data points. During this stage we produce such deliverables like Technical Solution Design Document, Integration Specifications, Test Strategy and implement </a:t>
            </a:r>
            <a:r>
              <a:rPr lang="en-US" dirty="0" err="1"/>
              <a:t>PoC</a:t>
            </a:r>
            <a:r>
              <a:rPr lang="en-US" dirty="0"/>
              <a:t> as needed. Execution stage is focused on delivery where we’re going through Design, Build and Transition phases. At completion of the Delivery stage and depending on Project SoW, we are also providing production support to our client’s applications. </a:t>
            </a:r>
          </a:p>
        </p:txBody>
      </p:sp>
      <p:sp>
        <p:nvSpPr>
          <p:cNvPr id="4" name="Slide Number Placeholder 3"/>
          <p:cNvSpPr>
            <a:spLocks noGrp="1"/>
          </p:cNvSpPr>
          <p:nvPr>
            <p:ph type="sldNum" sz="quarter" idx="10"/>
          </p:nvPr>
        </p:nvSpPr>
        <p:spPr/>
        <p:txBody>
          <a:bodyPr/>
          <a:lstStyle/>
          <a:p>
            <a:fld id="{029CBAEF-DB31-48A9-B7EF-055DB8A30B74}" type="slidenum">
              <a:rPr lang="en-US" smtClean="0"/>
              <a:t>9</a:t>
            </a:fld>
            <a:endParaRPr lang="en-US"/>
          </a:p>
        </p:txBody>
      </p:sp>
    </p:spTree>
    <p:extLst>
      <p:ext uri="{BB962C8B-B14F-4D97-AF65-F5344CB8AC3E}">
        <p14:creationId xmlns:p14="http://schemas.microsoft.com/office/powerpoint/2010/main" val="85574834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874FABB-6DBE-47C4-B626-20167906F475}" type="slidenum">
              <a:rPr lang="en-US" smtClean="0"/>
              <a:t>10</a:t>
            </a:fld>
            <a:endParaRPr lang="en-US"/>
          </a:p>
        </p:txBody>
      </p:sp>
    </p:spTree>
    <p:extLst>
      <p:ext uri="{BB962C8B-B14F-4D97-AF65-F5344CB8AC3E}">
        <p14:creationId xmlns:p14="http://schemas.microsoft.com/office/powerpoint/2010/main" val="182590673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GB" dirty="0"/>
              <a:t>So looking in more details at the Execution Stage we have some specific pre-requisites required in Design, Build and Transition. </a:t>
            </a:r>
          </a:p>
          <a:p>
            <a:r>
              <a:rPr lang="en-GB" dirty="0"/>
              <a:t>If we speak about Design – we need to ensure PDD is signed off, project sizing, </a:t>
            </a:r>
            <a:r>
              <a:rPr lang="en-GB" dirty="0" err="1"/>
              <a:t>PoC</a:t>
            </a:r>
            <a:r>
              <a:rPr lang="en-GB" dirty="0"/>
              <a:t> are completed. Dev/QA environments are provisioned and system access is granted. </a:t>
            </a:r>
          </a:p>
          <a:p>
            <a:r>
              <a:rPr lang="en-GB" dirty="0"/>
              <a:t>As we move into Design activities, some of our key deliverables are onboarded project team, SDD, Solution design, application Architecture, Build estimates etc</a:t>
            </a:r>
          </a:p>
          <a:p>
            <a:r>
              <a:rPr lang="en-GB" dirty="0"/>
              <a:t>Build </a:t>
            </a:r>
          </a:p>
          <a:p>
            <a:r>
              <a:rPr lang="en-GB" dirty="0" err="1"/>
              <a:t>Transiiton</a:t>
            </a:r>
            <a:r>
              <a:rPr lang="en-GB" dirty="0"/>
              <a:t> </a:t>
            </a:r>
          </a:p>
          <a:p>
            <a:endParaRPr lang="en-GB" dirty="0"/>
          </a:p>
        </p:txBody>
      </p:sp>
      <p:sp>
        <p:nvSpPr>
          <p:cNvPr id="4" name="Slide Number Placeholder 3"/>
          <p:cNvSpPr>
            <a:spLocks noGrp="1"/>
          </p:cNvSpPr>
          <p:nvPr>
            <p:ph type="sldNum" sz="quarter" idx="5"/>
          </p:nvPr>
        </p:nvSpPr>
        <p:spPr/>
        <p:txBody>
          <a:bodyPr/>
          <a:lstStyle/>
          <a:p>
            <a:fld id="{A874FABB-6DBE-47C4-B626-20167906F475}" type="slidenum">
              <a:rPr lang="en-US" smtClean="0"/>
              <a:t>11</a:t>
            </a:fld>
            <a:endParaRPr lang="en-US"/>
          </a:p>
        </p:txBody>
      </p:sp>
    </p:spTree>
    <p:extLst>
      <p:ext uri="{BB962C8B-B14F-4D97-AF65-F5344CB8AC3E}">
        <p14:creationId xmlns:p14="http://schemas.microsoft.com/office/powerpoint/2010/main" val="294983116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10"/>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A874FABB-6DBE-47C4-B626-20167906F47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12</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80124116"/>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10"/>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A874FABB-6DBE-47C4-B626-20167906F47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13</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35435100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10"/>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A874FABB-6DBE-47C4-B626-20167906F47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14</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644912792"/>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10"/>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A874FABB-6DBE-47C4-B626-20167906F47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15</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176315672"/>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10"/>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A874FABB-6DBE-47C4-B626-20167906F47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16</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841895139"/>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685800" rtl="0" eaLnBrk="1" fontAlgn="auto" latinLnBrk="0" hangingPunct="1">
              <a:lnSpc>
                <a:spcPct val="100000"/>
              </a:lnSpc>
              <a:spcBef>
                <a:spcPts val="0"/>
              </a:spcBef>
              <a:spcAft>
                <a:spcPts val="0"/>
              </a:spcAft>
              <a:buClrTx/>
              <a:buSzTx/>
              <a:buFontTx/>
              <a:buNone/>
              <a:tabLst/>
              <a:defRPr/>
            </a:pPr>
            <a:endParaRPr lang="en-GB" dirty="0"/>
          </a:p>
        </p:txBody>
      </p:sp>
      <p:sp>
        <p:nvSpPr>
          <p:cNvPr id="4" name="Slide Number Placeholder 3"/>
          <p:cNvSpPr>
            <a:spLocks noGrp="1"/>
          </p:cNvSpPr>
          <p:nvPr>
            <p:ph type="sldNum" sz="quarter" idx="10"/>
          </p:nvPr>
        </p:nvSpPr>
        <p:spPr/>
        <p:txBody>
          <a:bodyPr/>
          <a:lstStyle/>
          <a:p>
            <a:pPr marL="0" marR="0" lvl="0" indent="0" algn="r" defTabSz="685800" rtl="0" eaLnBrk="1" fontAlgn="auto" latinLnBrk="0" hangingPunct="1">
              <a:lnSpc>
                <a:spcPct val="100000"/>
              </a:lnSpc>
              <a:spcBef>
                <a:spcPts val="0"/>
              </a:spcBef>
              <a:spcAft>
                <a:spcPts val="0"/>
              </a:spcAft>
              <a:buClrTx/>
              <a:buSzTx/>
              <a:buFontTx/>
              <a:buNone/>
              <a:tabLst/>
              <a:defRPr/>
            </a:pPr>
            <a:fld id="{A874FABB-6DBE-47C4-B626-20167906F475}" type="slidenum">
              <a:rPr kumimoji="0" lang="en-US" sz="1200" b="0" i="0" u="none" strike="noStrike" kern="1200" cap="none" spc="0" normalizeH="0" baseline="0" noProof="0" smtClean="0">
                <a:ln>
                  <a:noFill/>
                </a:ln>
                <a:solidFill>
                  <a:prstClr val="black"/>
                </a:solidFill>
                <a:effectLst/>
                <a:uLnTx/>
                <a:uFillTx/>
                <a:latin typeface="Calibri" panose="020F0502020204030204"/>
                <a:ea typeface="+mn-ea"/>
                <a:cs typeface="+mn-cs"/>
              </a:rPr>
              <a:pPr marL="0" marR="0" lvl="0" indent="0" algn="r" defTabSz="685800" rtl="0" eaLnBrk="1" fontAlgn="auto" latinLnBrk="0" hangingPunct="1">
                <a:lnSpc>
                  <a:spcPct val="100000"/>
                </a:lnSpc>
                <a:spcBef>
                  <a:spcPts val="0"/>
                </a:spcBef>
                <a:spcAft>
                  <a:spcPts val="0"/>
                </a:spcAft>
                <a:buClrTx/>
                <a:buSzTx/>
                <a:buFontTx/>
                <a:buNone/>
                <a:tabLst/>
                <a:defRPr/>
              </a:pPr>
              <a:t>17</a:t>
            </a:fld>
            <a:endParaRPr kumimoji="0" lang="en-US" sz="1200" b="0" i="0" u="none" strike="noStrike" kern="1200" cap="none" spc="0" normalizeH="0" baseline="0" noProof="0">
              <a:ln>
                <a:noFill/>
              </a:ln>
              <a:solidFill>
                <a:prstClr val="black"/>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214953283"/>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endParaRPr lang="en-GB" dirty="0"/>
          </a:p>
        </p:txBody>
      </p:sp>
      <p:sp>
        <p:nvSpPr>
          <p:cNvPr id="4" name="Slide Number Placeholder 3"/>
          <p:cNvSpPr>
            <a:spLocks noGrp="1"/>
          </p:cNvSpPr>
          <p:nvPr>
            <p:ph type="sldNum" sz="quarter" idx="5"/>
          </p:nvPr>
        </p:nvSpPr>
        <p:spPr/>
        <p:txBody>
          <a:bodyPr/>
          <a:lstStyle/>
          <a:p>
            <a:fld id="{A874FABB-6DBE-47C4-B626-20167906F475}" type="slidenum">
              <a:rPr lang="en-US" smtClean="0"/>
              <a:t>18</a:t>
            </a:fld>
            <a:endParaRPr lang="en-US"/>
          </a:p>
        </p:txBody>
      </p:sp>
    </p:spTree>
    <p:extLst>
      <p:ext uri="{BB962C8B-B14F-4D97-AF65-F5344CB8AC3E}">
        <p14:creationId xmlns:p14="http://schemas.microsoft.com/office/powerpoint/2010/main" val="3482149646"/>
      </p:ext>
    </p:extLst>
  </p:cSld>
  <p:clrMapOvr>
    <a:masterClrMapping/>
  </p:clrMapOvr>
</p:notes>
</file>

<file path=ppt/slideLayouts/_rels/slideLayout1.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2.jpeg"/><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3" Type="http://schemas.openxmlformats.org/officeDocument/2006/relationships/image" Target="../media/image2.jpeg"/><Relationship Id="rId2" Type="http://schemas.openxmlformats.org/officeDocument/2006/relationships/image" Target="../media/image3.emf"/><Relationship Id="rId1" Type="http://schemas.openxmlformats.org/officeDocument/2006/relationships/slideMaster" Target="../slideMasters/slideMaster1.xml"/><Relationship Id="rId4" Type="http://schemas.openxmlformats.org/officeDocument/2006/relationships/image" Target="../media/image4.png"/></Relationships>
</file>

<file path=ppt/slideLayouts/_rels/slideLayout3.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3" Type="http://schemas.openxmlformats.org/officeDocument/2006/relationships/image" Target="../media/image3.emf"/><Relationship Id="rId2" Type="http://schemas.openxmlformats.org/officeDocument/2006/relationships/image" Target="../media/image4.png"/><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19.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2.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4.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Master" Target="../slideMasters/slideMaster1.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6.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6.emf"/><Relationship Id="rId1" Type="http://schemas.openxmlformats.org/officeDocument/2006/relationships/slideMaster" Target="../slideMasters/slideMaster1.xml"/></Relationships>
</file>

<file path=ppt/slideLayouts/_rels/slideLayout27.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8.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29.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0.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Master" Target="../slideMasters/slideMaster1.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Presale_COVER">
    <p:spTree>
      <p:nvGrpSpPr>
        <p:cNvPr id="1" name=""/>
        <p:cNvGrpSpPr/>
        <p:nvPr/>
      </p:nvGrpSpPr>
      <p:grpSpPr>
        <a:xfrm>
          <a:off x="0" y="0"/>
          <a:ext cx="0" cy="0"/>
          <a:chOff x="0" y="0"/>
          <a:chExt cx="0" cy="0"/>
        </a:xfrm>
      </p:grpSpPr>
      <p:sp>
        <p:nvSpPr>
          <p:cNvPr id="3" name="Slide Number Placeholder 2">
            <a:extLst>
              <a:ext uri="{FF2B5EF4-FFF2-40B4-BE49-F238E27FC236}">
                <a16:creationId xmlns:a16="http://schemas.microsoft.com/office/drawing/2014/main" id="{087AA90C-EC64-4362-ACF3-20154AB8CA4B}"/>
              </a:ext>
            </a:extLst>
          </p:cNvPr>
          <p:cNvSpPr>
            <a:spLocks noGrp="1"/>
          </p:cNvSpPr>
          <p:nvPr>
            <p:ph type="sldNum" sz="quarter" idx="10"/>
          </p:nvPr>
        </p:nvSpPr>
        <p:spPr>
          <a:xfrm>
            <a:off x="7413441" y="4826639"/>
            <a:ext cx="1373372" cy="316862"/>
          </a:xfrm>
          <a:prstGeom prst="rect">
            <a:avLst/>
          </a:prstGeom>
        </p:spPr>
        <p:txBody>
          <a:bodyPr/>
          <a:lstStyle/>
          <a:p>
            <a:fld id="{3A707DD9-E92B-45E8-BE0A-E6B2EDF345EB}" type="slidenum">
              <a:rPr lang="en-US" smtClean="0"/>
              <a:pPr/>
              <a:t>‹#›</a:t>
            </a:fld>
            <a:endParaRPr lang="en-US"/>
          </a:p>
        </p:txBody>
      </p:sp>
      <p:pic>
        <p:nvPicPr>
          <p:cNvPr id="4" name="Picture 3">
            <a:extLst>
              <a:ext uri="{FF2B5EF4-FFF2-40B4-BE49-F238E27FC236}">
                <a16:creationId xmlns:a16="http://schemas.microsoft.com/office/drawing/2014/main" id="{65DB50FA-0474-4434-A968-48DCFC070094}"/>
              </a:ext>
            </a:extLst>
          </p:cNvPr>
          <p:cNvPicPr>
            <a:picLocks noChangeAspect="1"/>
          </p:cNvPicPr>
          <p:nvPr userDrawn="1"/>
        </p:nvPicPr>
        <p:blipFill rotWithShape="1">
          <a:blip r:embed="rId2" cstate="print">
            <a:extLst>
              <a:ext uri="{28A0092B-C50C-407E-A947-70E740481C1C}">
                <a14:useLocalDpi xmlns:a14="http://schemas.microsoft.com/office/drawing/2010/main" val="0"/>
              </a:ext>
            </a:extLst>
          </a:blip>
          <a:srcRect t="16610"/>
          <a:stretch/>
        </p:blipFill>
        <p:spPr>
          <a:xfrm>
            <a:off x="0" y="1"/>
            <a:ext cx="9144001" cy="5188206"/>
          </a:xfrm>
          <a:prstGeom prst="rect">
            <a:avLst/>
          </a:prstGeom>
        </p:spPr>
      </p:pic>
      <p:sp>
        <p:nvSpPr>
          <p:cNvPr id="5" name="Title 1">
            <a:extLst>
              <a:ext uri="{FF2B5EF4-FFF2-40B4-BE49-F238E27FC236}">
                <a16:creationId xmlns:a16="http://schemas.microsoft.com/office/drawing/2014/main" id="{2857D91D-C7B6-49CE-90BA-D62FD52577F5}"/>
              </a:ext>
            </a:extLst>
          </p:cNvPr>
          <p:cNvSpPr>
            <a:spLocks noGrp="1"/>
          </p:cNvSpPr>
          <p:nvPr>
            <p:ph type="title" hasCustomPrompt="1"/>
          </p:nvPr>
        </p:nvSpPr>
        <p:spPr>
          <a:xfrm>
            <a:off x="531466" y="1412416"/>
            <a:ext cx="4315968" cy="984885"/>
          </a:xfrm>
        </p:spPr>
        <p:txBody>
          <a:bodyPr/>
          <a:lstStyle>
            <a:lvl1pPr>
              <a:defRPr sz="3200">
                <a:solidFill>
                  <a:schemeClr val="bg1"/>
                </a:solidFill>
                <a:latin typeface="+mj-lt"/>
              </a:defRPr>
            </a:lvl1pPr>
          </a:lstStyle>
          <a:p>
            <a:r>
              <a:rPr lang="en-US"/>
              <a:t>Please add </a:t>
            </a:r>
            <a:br>
              <a:rPr lang="en-US"/>
            </a:br>
            <a:r>
              <a:rPr lang="en-US"/>
              <a:t>title here</a:t>
            </a:r>
          </a:p>
        </p:txBody>
      </p:sp>
      <p:sp>
        <p:nvSpPr>
          <p:cNvPr id="7" name="Text Placeholder 6">
            <a:extLst>
              <a:ext uri="{FF2B5EF4-FFF2-40B4-BE49-F238E27FC236}">
                <a16:creationId xmlns:a16="http://schemas.microsoft.com/office/drawing/2014/main" id="{1D3939C0-1AFC-404F-A99E-480FB7B95CA8}"/>
              </a:ext>
            </a:extLst>
          </p:cNvPr>
          <p:cNvSpPr>
            <a:spLocks noGrp="1"/>
          </p:cNvSpPr>
          <p:nvPr>
            <p:ph type="body" sz="quarter" idx="12" hasCustomPrompt="1"/>
          </p:nvPr>
        </p:nvSpPr>
        <p:spPr>
          <a:xfrm>
            <a:off x="531466" y="3049747"/>
            <a:ext cx="4315968" cy="313932"/>
          </a:xfrm>
          <a:prstGeom prst="rect">
            <a:avLst/>
          </a:prstGeom>
        </p:spPr>
        <p:txBody>
          <a:bodyPr wrap="square" lIns="0" tIns="0" rIns="0" bIns="0" anchor="ctr">
            <a:noAutofit/>
          </a:bodyPr>
          <a:lstStyle>
            <a:lvl1pPr marL="0" indent="0">
              <a:buNone/>
              <a:defRPr sz="1400">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US"/>
              <a:t>Please add subtitle here</a:t>
            </a:r>
          </a:p>
        </p:txBody>
      </p:sp>
      <p:pic>
        <p:nvPicPr>
          <p:cNvPr id="8" name="Picture 7">
            <a:extLst>
              <a:ext uri="{FF2B5EF4-FFF2-40B4-BE49-F238E27FC236}">
                <a16:creationId xmlns:a16="http://schemas.microsoft.com/office/drawing/2014/main" id="{D96C1CB0-16E9-4ECC-9D90-37E7FD3F8083}"/>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rot="10800000" flipH="1" flipV="1">
            <a:off x="546706" y="511280"/>
            <a:ext cx="891284" cy="316033"/>
          </a:xfrm>
          <a:prstGeom prst="rect">
            <a:avLst/>
          </a:prstGeom>
        </p:spPr>
      </p:pic>
      <p:sp>
        <p:nvSpPr>
          <p:cNvPr id="9" name="Text Placeholder 6">
            <a:extLst>
              <a:ext uri="{FF2B5EF4-FFF2-40B4-BE49-F238E27FC236}">
                <a16:creationId xmlns:a16="http://schemas.microsoft.com/office/drawing/2014/main" id="{7152CE1E-25A2-4071-AC90-56E8A3FE74D6}"/>
              </a:ext>
            </a:extLst>
          </p:cNvPr>
          <p:cNvSpPr>
            <a:spLocks noGrp="1"/>
          </p:cNvSpPr>
          <p:nvPr>
            <p:ph type="body" sz="quarter" idx="13" hasCustomPrompt="1"/>
          </p:nvPr>
        </p:nvSpPr>
        <p:spPr>
          <a:xfrm>
            <a:off x="531466" y="3805045"/>
            <a:ext cx="1493277" cy="313932"/>
          </a:xfrm>
          <a:prstGeom prst="rect">
            <a:avLst/>
          </a:prstGeom>
        </p:spPr>
        <p:txBody>
          <a:bodyPr wrap="square" lIns="0" tIns="0" rIns="0" bIns="0" anchor="ctr">
            <a:noAutofit/>
          </a:bodyPr>
          <a:lstStyle>
            <a:lvl1pPr marL="0" indent="0">
              <a:buNone/>
              <a:defRPr sz="1200" i="1">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r>
              <a:rPr lang="en-US"/>
              <a:t>Date or venue</a:t>
            </a:r>
          </a:p>
        </p:txBody>
      </p:sp>
    </p:spTree>
    <p:extLst>
      <p:ext uri="{BB962C8B-B14F-4D97-AF65-F5344CB8AC3E}">
        <p14:creationId xmlns:p14="http://schemas.microsoft.com/office/powerpoint/2010/main" val="21301180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Presale_COVER_1">
    <p:spTree>
      <p:nvGrpSpPr>
        <p:cNvPr id="1" name=""/>
        <p:cNvGrpSpPr/>
        <p:nvPr/>
      </p:nvGrpSpPr>
      <p:grpSpPr>
        <a:xfrm>
          <a:off x="0" y="0"/>
          <a:ext cx="0" cy="0"/>
          <a:chOff x="0" y="0"/>
          <a:chExt cx="0" cy="0"/>
        </a:xfrm>
      </p:grpSpPr>
      <p:sp>
        <p:nvSpPr>
          <p:cNvPr id="10" name="Rectangle 9">
            <a:extLst>
              <a:ext uri="{FF2B5EF4-FFF2-40B4-BE49-F238E27FC236}">
                <a16:creationId xmlns:a16="http://schemas.microsoft.com/office/drawing/2014/main" id="{A0183740-7D08-4BBC-99BE-4AE1E27FA898}"/>
              </a:ext>
            </a:extLst>
          </p:cNvPr>
          <p:cNvSpPr/>
          <p:nvPr userDrawn="1"/>
        </p:nvSpPr>
        <p:spPr>
          <a:xfrm>
            <a:off x="0" y="0"/>
            <a:ext cx="9144000"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ln>
                <a:noFill/>
              </a:ln>
            </a:endParaRPr>
          </a:p>
        </p:txBody>
      </p:sp>
      <p:sp>
        <p:nvSpPr>
          <p:cNvPr id="5" name="Title 1">
            <a:extLst>
              <a:ext uri="{FF2B5EF4-FFF2-40B4-BE49-F238E27FC236}">
                <a16:creationId xmlns:a16="http://schemas.microsoft.com/office/drawing/2014/main" id="{2857D91D-C7B6-49CE-90BA-D62FD52577F5}"/>
              </a:ext>
            </a:extLst>
          </p:cNvPr>
          <p:cNvSpPr>
            <a:spLocks noGrp="1"/>
          </p:cNvSpPr>
          <p:nvPr>
            <p:ph type="title" hasCustomPrompt="1"/>
          </p:nvPr>
        </p:nvSpPr>
        <p:spPr>
          <a:xfrm>
            <a:off x="531466" y="1412416"/>
            <a:ext cx="4315968" cy="984885"/>
          </a:xfrm>
        </p:spPr>
        <p:txBody>
          <a:bodyPr/>
          <a:lstStyle>
            <a:lvl1pPr>
              <a:defRPr sz="3200">
                <a:solidFill>
                  <a:schemeClr val="bg1"/>
                </a:solidFill>
              </a:defRPr>
            </a:lvl1pPr>
          </a:lstStyle>
          <a:p>
            <a:r>
              <a:rPr lang="en-US"/>
              <a:t>Please add </a:t>
            </a:r>
            <a:br>
              <a:rPr lang="en-US"/>
            </a:br>
            <a:r>
              <a:rPr lang="en-US"/>
              <a:t>title here</a:t>
            </a:r>
          </a:p>
        </p:txBody>
      </p:sp>
      <p:sp>
        <p:nvSpPr>
          <p:cNvPr id="7" name="Text Placeholder 6">
            <a:extLst>
              <a:ext uri="{FF2B5EF4-FFF2-40B4-BE49-F238E27FC236}">
                <a16:creationId xmlns:a16="http://schemas.microsoft.com/office/drawing/2014/main" id="{1D3939C0-1AFC-404F-A99E-480FB7B95CA8}"/>
              </a:ext>
            </a:extLst>
          </p:cNvPr>
          <p:cNvSpPr>
            <a:spLocks noGrp="1"/>
          </p:cNvSpPr>
          <p:nvPr>
            <p:ph type="body" sz="quarter" idx="12" hasCustomPrompt="1"/>
          </p:nvPr>
        </p:nvSpPr>
        <p:spPr>
          <a:xfrm>
            <a:off x="531466" y="3049747"/>
            <a:ext cx="4315968" cy="313932"/>
          </a:xfrm>
          <a:prstGeom prst="rect">
            <a:avLst/>
          </a:prstGeom>
        </p:spPr>
        <p:txBody>
          <a:bodyPr wrap="square" lIns="0" tIns="0" rIns="0" bIns="0" anchor="ctr">
            <a:noAutofit/>
          </a:bodyPr>
          <a:lstStyle>
            <a:lvl1pPr marL="0" indent="0">
              <a:buNone/>
              <a:defRPr sz="1400">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US"/>
              <a:t>Please add subtitle here</a:t>
            </a:r>
          </a:p>
        </p:txBody>
      </p:sp>
      <p:pic>
        <p:nvPicPr>
          <p:cNvPr id="8" name="Picture 7">
            <a:extLst>
              <a:ext uri="{FF2B5EF4-FFF2-40B4-BE49-F238E27FC236}">
                <a16:creationId xmlns:a16="http://schemas.microsoft.com/office/drawing/2014/main" id="{D96C1CB0-16E9-4ECC-9D90-37E7FD3F8083}"/>
              </a:ext>
            </a:extLst>
          </p:cNvPr>
          <p:cNvPicPr>
            <a:picLocks noChangeAspect="1"/>
          </p:cNvPicPr>
          <p:nvPr userDrawn="1"/>
        </p:nvPicPr>
        <p:blipFill>
          <a:blip r:embed="rId2" cstate="screen">
            <a:extLst>
              <a:ext uri="{28A0092B-C50C-407E-A947-70E740481C1C}">
                <a14:useLocalDpi xmlns:a14="http://schemas.microsoft.com/office/drawing/2010/main"/>
              </a:ext>
            </a:extLst>
          </a:blip>
          <a:stretch>
            <a:fillRect/>
          </a:stretch>
        </p:blipFill>
        <p:spPr>
          <a:xfrm rot="10800000" flipH="1" flipV="1">
            <a:off x="546706" y="511280"/>
            <a:ext cx="891284" cy="316033"/>
          </a:xfrm>
          <a:prstGeom prst="rect">
            <a:avLst/>
          </a:prstGeom>
        </p:spPr>
      </p:pic>
      <p:sp>
        <p:nvSpPr>
          <p:cNvPr id="9" name="Text Placeholder 6">
            <a:extLst>
              <a:ext uri="{FF2B5EF4-FFF2-40B4-BE49-F238E27FC236}">
                <a16:creationId xmlns:a16="http://schemas.microsoft.com/office/drawing/2014/main" id="{7152CE1E-25A2-4071-AC90-56E8A3FE74D6}"/>
              </a:ext>
            </a:extLst>
          </p:cNvPr>
          <p:cNvSpPr>
            <a:spLocks noGrp="1"/>
          </p:cNvSpPr>
          <p:nvPr>
            <p:ph type="body" sz="quarter" idx="13" hasCustomPrompt="1"/>
          </p:nvPr>
        </p:nvSpPr>
        <p:spPr>
          <a:xfrm>
            <a:off x="531466" y="3805045"/>
            <a:ext cx="1493277" cy="313932"/>
          </a:xfrm>
          <a:prstGeom prst="rect">
            <a:avLst/>
          </a:prstGeom>
        </p:spPr>
        <p:txBody>
          <a:bodyPr wrap="square" lIns="0" tIns="0" rIns="0" bIns="0" anchor="ctr">
            <a:noAutofit/>
          </a:bodyPr>
          <a:lstStyle>
            <a:lvl1pPr marL="0" indent="0">
              <a:buNone/>
              <a:defRPr sz="1200" i="1">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r>
              <a:rPr lang="en-US"/>
              <a:t>Date or venue</a:t>
            </a:r>
          </a:p>
        </p:txBody>
      </p:sp>
      <p:pic>
        <p:nvPicPr>
          <p:cNvPr id="15" name="Picture 14">
            <a:extLst>
              <a:ext uri="{FF2B5EF4-FFF2-40B4-BE49-F238E27FC236}">
                <a16:creationId xmlns:a16="http://schemas.microsoft.com/office/drawing/2014/main" id="{52F1E3DE-1E91-49E2-9813-B1897CB3A61C}"/>
              </a:ext>
            </a:extLst>
          </p:cNvPr>
          <p:cNvPicPr>
            <a:picLocks noChangeAspect="1"/>
          </p:cNvPicPr>
          <p:nvPr userDrawn="1"/>
        </p:nvPicPr>
        <p:blipFill rotWithShape="1">
          <a:blip r:embed="rId3" cstate="print">
            <a:extLst>
              <a:ext uri="{28A0092B-C50C-407E-A947-70E740481C1C}">
                <a14:useLocalDpi xmlns:a14="http://schemas.microsoft.com/office/drawing/2010/main" val="0"/>
              </a:ext>
            </a:extLst>
          </a:blip>
          <a:srcRect l="50161" t="1049" r="2"/>
          <a:stretch/>
        </p:blipFill>
        <p:spPr>
          <a:xfrm>
            <a:off x="5336614" y="1"/>
            <a:ext cx="3807387" cy="5143499"/>
          </a:xfrm>
          <a:prstGeom prst="rect">
            <a:avLst/>
          </a:prstGeom>
        </p:spPr>
      </p:pic>
      <p:sp>
        <p:nvSpPr>
          <p:cNvPr id="12" name="Text Placeholder 4">
            <a:extLst>
              <a:ext uri="{FF2B5EF4-FFF2-40B4-BE49-F238E27FC236}">
                <a16:creationId xmlns:a16="http://schemas.microsoft.com/office/drawing/2014/main" id="{956ABCC7-43A7-4B84-B9AB-B27270A02D21}"/>
              </a:ext>
            </a:extLst>
          </p:cNvPr>
          <p:cNvSpPr txBox="1">
            <a:spLocks/>
          </p:cNvSpPr>
          <p:nvPr userDrawn="1"/>
        </p:nvSpPr>
        <p:spPr>
          <a:xfrm>
            <a:off x="5073801" y="0"/>
            <a:ext cx="530352" cy="5143500"/>
          </a:xfrm>
          <a:prstGeom prst="rect">
            <a:avLst/>
          </a:prstGeom>
          <a:blipFill>
            <a:blip r:embed="rId4"/>
            <a:stretch>
              <a:fillRect/>
            </a:stretch>
          </a:blipFill>
        </p:spPr>
        <p:txBody>
          <a:bodyPr/>
          <a:lstStyle>
            <a:lvl1pPr marL="0" indent="0" algn="l" defTabSz="685800" rtl="0" eaLnBrk="1" latinLnBrk="0" hangingPunct="1">
              <a:lnSpc>
                <a:spcPct val="90000"/>
              </a:lnSpc>
              <a:spcBef>
                <a:spcPts val="750"/>
              </a:spcBef>
              <a:buFont typeface="Arial" panose="020B0604020202020204" pitchFamily="34" charset="0"/>
              <a:buNone/>
              <a:defRPr sz="1600" b="1" kern="1200" baseline="0">
                <a:solidFill>
                  <a:schemeClr val="bg1"/>
                </a:solidFill>
                <a:latin typeface="+mn-lt"/>
                <a:ea typeface="+mn-ea"/>
                <a:cs typeface="+mn-cs"/>
              </a:defRPr>
            </a:lvl1pPr>
            <a:lvl2pPr marL="342900" indent="0" algn="l" defTabSz="685800" rtl="0" eaLnBrk="1" latinLnBrk="0" hangingPunct="1">
              <a:lnSpc>
                <a:spcPct val="90000"/>
              </a:lnSpc>
              <a:spcBef>
                <a:spcPts val="375"/>
              </a:spcBef>
              <a:buFont typeface="Arial" panose="020B0604020202020204" pitchFamily="34" charset="0"/>
              <a:buNone/>
              <a:defRPr sz="1600" kern="1200">
                <a:solidFill>
                  <a:schemeClr val="tx1"/>
                </a:solidFill>
                <a:latin typeface="+mn-lt"/>
                <a:ea typeface="+mn-ea"/>
                <a:cs typeface="+mn-cs"/>
              </a:defRPr>
            </a:lvl2pPr>
            <a:lvl3pPr marL="685800" indent="0" algn="l" defTabSz="685800" rtl="0" eaLnBrk="1" latinLnBrk="0" hangingPunct="1">
              <a:lnSpc>
                <a:spcPct val="90000"/>
              </a:lnSpc>
              <a:spcBef>
                <a:spcPts val="375"/>
              </a:spcBef>
              <a:buFont typeface="Arial" panose="020B0604020202020204" pitchFamily="34" charset="0"/>
              <a:buNone/>
              <a:defRPr sz="1600" kern="1200">
                <a:solidFill>
                  <a:schemeClr val="tx1"/>
                </a:solidFill>
                <a:latin typeface="+mn-lt"/>
                <a:ea typeface="+mn-ea"/>
                <a:cs typeface="+mn-cs"/>
              </a:defRPr>
            </a:lvl3pPr>
            <a:lvl4pPr marL="1028700" indent="0" algn="l" defTabSz="685800" rtl="0" eaLnBrk="1" latinLnBrk="0" hangingPunct="1">
              <a:lnSpc>
                <a:spcPct val="90000"/>
              </a:lnSpc>
              <a:spcBef>
                <a:spcPts val="375"/>
              </a:spcBef>
              <a:buFont typeface="Arial" panose="020B0604020202020204" pitchFamily="34" charset="0"/>
              <a:buNone/>
              <a:defRPr sz="1600" kern="1200">
                <a:solidFill>
                  <a:schemeClr val="tx1"/>
                </a:solidFill>
                <a:latin typeface="+mn-lt"/>
                <a:ea typeface="+mn-ea"/>
                <a:cs typeface="+mn-cs"/>
              </a:defRPr>
            </a:lvl4pPr>
            <a:lvl5pPr marL="1371600" indent="0" algn="l" defTabSz="685800" rtl="0" eaLnBrk="1" latinLnBrk="0" hangingPunct="1">
              <a:lnSpc>
                <a:spcPct val="90000"/>
              </a:lnSpc>
              <a:spcBef>
                <a:spcPts val="375"/>
              </a:spcBef>
              <a:buFont typeface="Arial" panose="020B0604020202020204" pitchFamily="34" charset="0"/>
              <a:buNone/>
              <a:defRPr sz="1600" kern="1200">
                <a:solidFill>
                  <a:schemeClr val="tx1"/>
                </a:solidFill>
                <a:latin typeface="+mn-lt"/>
                <a:ea typeface="+mn-ea"/>
                <a:cs typeface="+mn-cs"/>
              </a:defRPr>
            </a:lvl5pPr>
            <a:lvl6pPr marL="18859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6pPr>
            <a:lvl7pPr marL="22288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7pPr>
            <a:lvl8pPr marL="25717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8pPr>
            <a:lvl9pPr marL="2914650" indent="-171450" algn="l" defTabSz="685800" rtl="0" eaLnBrk="1" latinLnBrk="0" hangingPunct="1">
              <a:lnSpc>
                <a:spcPct val="90000"/>
              </a:lnSpc>
              <a:spcBef>
                <a:spcPts val="375"/>
              </a:spcBef>
              <a:buFont typeface="Arial" panose="020B0604020202020204" pitchFamily="34" charset="0"/>
              <a:buChar char="•"/>
              <a:defRPr sz="1350" kern="1200">
                <a:solidFill>
                  <a:schemeClr val="tx1"/>
                </a:solidFill>
                <a:latin typeface="+mn-lt"/>
                <a:ea typeface="+mn-ea"/>
                <a:cs typeface="+mn-cs"/>
              </a:defRPr>
            </a:lvl9pPr>
          </a:lstStyle>
          <a:p>
            <a:pPr marL="0" marR="0" lvl="0" indent="0" algn="l" defTabSz="685800" rtl="0" eaLnBrk="1" fontAlgn="auto" latinLnBrk="0" hangingPunct="1">
              <a:lnSpc>
                <a:spcPct val="90000"/>
              </a:lnSpc>
              <a:spcBef>
                <a:spcPts val="750"/>
              </a:spcBef>
              <a:spcAft>
                <a:spcPts val="0"/>
              </a:spcAft>
              <a:buClrTx/>
              <a:buSzTx/>
              <a:buFont typeface="Arial" panose="020B0604020202020204" pitchFamily="34" charset="0"/>
              <a:buNone/>
              <a:tabLst/>
              <a:defRPr/>
            </a:pPr>
            <a:endParaRPr kumimoji="0" lang="en-US" sz="1600" b="1" i="0" u="none" strike="noStrike" kern="1200" cap="none" spc="0" normalizeH="0" baseline="0" noProof="0">
              <a:ln>
                <a:noFill/>
              </a:ln>
              <a:solidFill>
                <a:srgbClr val="FFFFFF"/>
              </a:solidFill>
              <a:effectLst/>
              <a:uLnTx/>
              <a:uFillTx/>
              <a:latin typeface="Calibri"/>
              <a:ea typeface="+mn-ea"/>
              <a:cs typeface="+mn-cs"/>
            </a:endParaRPr>
          </a:p>
        </p:txBody>
      </p:sp>
    </p:spTree>
    <p:extLst>
      <p:ext uri="{BB962C8B-B14F-4D97-AF65-F5344CB8AC3E}">
        <p14:creationId xmlns:p14="http://schemas.microsoft.com/office/powerpoint/2010/main" val="2841371713"/>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Presale_Cover_2">
    <p:bg>
      <p:bgPr>
        <a:solidFill>
          <a:schemeClr val="accent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0FD261E-F7DA-4C55-9142-5E8444BDE5AD}"/>
              </a:ext>
            </a:extLst>
          </p:cNvPr>
          <p:cNvSpPr/>
          <p:nvPr userDrawn="1"/>
        </p:nvSpPr>
        <p:spPr>
          <a:xfrm>
            <a:off x="0" y="0"/>
            <a:ext cx="9144000" cy="51435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4"/>
          <p:cNvSpPr>
            <a:spLocks noGrp="1"/>
          </p:cNvSpPr>
          <p:nvPr>
            <p:ph type="pic" sz="quarter" idx="12" hasCustomPrompt="1"/>
          </p:nvPr>
        </p:nvSpPr>
        <p:spPr>
          <a:xfrm>
            <a:off x="5334000" y="0"/>
            <a:ext cx="3810000" cy="5143500"/>
          </a:xfrm>
          <a:prstGeom prst="rect">
            <a:avLst/>
          </a:prstGeom>
          <a:noFill/>
          <a:ln>
            <a:noFill/>
          </a:ln>
        </p:spPr>
        <p:txBody>
          <a:bodyPr anchor="ctr"/>
          <a:lstStyle>
            <a:lvl1pPr algn="ctr">
              <a:defRPr baseline="0"/>
            </a:lvl1pPr>
          </a:lstStyle>
          <a:p>
            <a:r>
              <a:rPr lang="en-US"/>
              <a:t>Please add cover picture here</a:t>
            </a:r>
          </a:p>
          <a:p>
            <a:endParaRPr lang="en-US"/>
          </a:p>
          <a:p>
            <a:endParaRPr lang="en-US"/>
          </a:p>
        </p:txBody>
      </p:sp>
      <p:sp>
        <p:nvSpPr>
          <p:cNvPr id="11" name="Text Placeholder 10"/>
          <p:cNvSpPr>
            <a:spLocks noGrp="1"/>
          </p:cNvSpPr>
          <p:nvPr>
            <p:ph type="body" sz="quarter" idx="13" hasCustomPrompt="1"/>
          </p:nvPr>
        </p:nvSpPr>
        <p:spPr>
          <a:xfrm>
            <a:off x="5073801" y="0"/>
            <a:ext cx="530352" cy="5143500"/>
          </a:xfrm>
          <a:prstGeom prst="rect">
            <a:avLst/>
          </a:prstGeom>
          <a:blipFill>
            <a:blip r:embed="rId2"/>
            <a:stretch>
              <a:fillRect/>
            </a:stretch>
          </a:blipFill>
        </p:spPr>
        <p:txBody>
          <a:bodyPr/>
          <a:lstStyle/>
          <a:p>
            <a:pPr lvl="0"/>
            <a:r>
              <a:rPr lang="en-US"/>
              <a:t> </a:t>
            </a:r>
          </a:p>
        </p:txBody>
      </p:sp>
      <p:sp>
        <p:nvSpPr>
          <p:cNvPr id="14" name="Title 1">
            <a:extLst>
              <a:ext uri="{FF2B5EF4-FFF2-40B4-BE49-F238E27FC236}">
                <a16:creationId xmlns:a16="http://schemas.microsoft.com/office/drawing/2014/main" id="{E8D03FE8-3D79-4275-87DA-219EF786F0A7}"/>
              </a:ext>
            </a:extLst>
          </p:cNvPr>
          <p:cNvSpPr>
            <a:spLocks noGrp="1"/>
          </p:cNvSpPr>
          <p:nvPr>
            <p:ph type="title" hasCustomPrompt="1"/>
          </p:nvPr>
        </p:nvSpPr>
        <p:spPr>
          <a:xfrm>
            <a:off x="531466" y="1412416"/>
            <a:ext cx="4315968" cy="984885"/>
          </a:xfrm>
        </p:spPr>
        <p:txBody>
          <a:bodyPr/>
          <a:lstStyle>
            <a:lvl1pPr>
              <a:defRPr sz="3200">
                <a:solidFill>
                  <a:schemeClr val="bg1"/>
                </a:solidFill>
              </a:defRPr>
            </a:lvl1pPr>
          </a:lstStyle>
          <a:p>
            <a:r>
              <a:rPr lang="en-US"/>
              <a:t>Please add </a:t>
            </a:r>
            <a:br>
              <a:rPr lang="en-US"/>
            </a:br>
            <a:r>
              <a:rPr lang="en-US"/>
              <a:t>title here</a:t>
            </a:r>
          </a:p>
        </p:txBody>
      </p:sp>
      <p:sp>
        <p:nvSpPr>
          <p:cNvPr id="15" name="Text Placeholder 6">
            <a:extLst>
              <a:ext uri="{FF2B5EF4-FFF2-40B4-BE49-F238E27FC236}">
                <a16:creationId xmlns:a16="http://schemas.microsoft.com/office/drawing/2014/main" id="{B8727F2A-C901-4CDA-94BA-8EF84E81725A}"/>
              </a:ext>
            </a:extLst>
          </p:cNvPr>
          <p:cNvSpPr>
            <a:spLocks noGrp="1"/>
          </p:cNvSpPr>
          <p:nvPr>
            <p:ph type="body" sz="quarter" idx="14" hasCustomPrompt="1"/>
          </p:nvPr>
        </p:nvSpPr>
        <p:spPr>
          <a:xfrm>
            <a:off x="531466" y="3049747"/>
            <a:ext cx="4315968" cy="313932"/>
          </a:xfrm>
          <a:prstGeom prst="rect">
            <a:avLst/>
          </a:prstGeom>
        </p:spPr>
        <p:txBody>
          <a:bodyPr wrap="square" lIns="0" tIns="0" rIns="0" bIns="0" anchor="ctr">
            <a:noAutofit/>
          </a:bodyPr>
          <a:lstStyle>
            <a:lvl1pPr marL="0" indent="0">
              <a:buNone/>
              <a:defRPr sz="1400">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US"/>
              <a:t>Please add subtitle here</a:t>
            </a:r>
          </a:p>
        </p:txBody>
      </p:sp>
      <p:pic>
        <p:nvPicPr>
          <p:cNvPr id="16" name="Picture 15">
            <a:extLst>
              <a:ext uri="{FF2B5EF4-FFF2-40B4-BE49-F238E27FC236}">
                <a16:creationId xmlns:a16="http://schemas.microsoft.com/office/drawing/2014/main" id="{44360C63-B08B-4AF1-AD2F-54076C4D2E56}"/>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rot="10800000" flipH="1" flipV="1">
            <a:off x="546706" y="511280"/>
            <a:ext cx="891284" cy="316033"/>
          </a:xfrm>
          <a:prstGeom prst="rect">
            <a:avLst/>
          </a:prstGeom>
        </p:spPr>
      </p:pic>
      <p:sp>
        <p:nvSpPr>
          <p:cNvPr id="17" name="Text Placeholder 6">
            <a:extLst>
              <a:ext uri="{FF2B5EF4-FFF2-40B4-BE49-F238E27FC236}">
                <a16:creationId xmlns:a16="http://schemas.microsoft.com/office/drawing/2014/main" id="{C44F3E7F-7D91-4EE5-8DA3-E6399499711E}"/>
              </a:ext>
            </a:extLst>
          </p:cNvPr>
          <p:cNvSpPr>
            <a:spLocks noGrp="1"/>
          </p:cNvSpPr>
          <p:nvPr>
            <p:ph type="body" sz="quarter" idx="15" hasCustomPrompt="1"/>
          </p:nvPr>
        </p:nvSpPr>
        <p:spPr>
          <a:xfrm>
            <a:off x="531466" y="3805045"/>
            <a:ext cx="1493277" cy="313932"/>
          </a:xfrm>
          <a:prstGeom prst="rect">
            <a:avLst/>
          </a:prstGeom>
        </p:spPr>
        <p:txBody>
          <a:bodyPr wrap="square" lIns="0" tIns="0" rIns="0" bIns="0" anchor="ctr">
            <a:noAutofit/>
          </a:bodyPr>
          <a:lstStyle>
            <a:lvl1pPr marL="0" indent="0">
              <a:buNone/>
              <a:defRPr sz="1200" i="1">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r>
              <a:rPr lang="en-US"/>
              <a:t>Date or venue</a:t>
            </a:r>
          </a:p>
        </p:txBody>
      </p:sp>
    </p:spTree>
    <p:extLst>
      <p:ext uri="{BB962C8B-B14F-4D97-AF65-F5344CB8AC3E}">
        <p14:creationId xmlns:p14="http://schemas.microsoft.com/office/powerpoint/2010/main" val="1502566897"/>
      </p:ext>
    </p:extLst>
  </p:cSld>
  <p:clrMapOvr>
    <a:masterClrMapping/>
  </p:clrMapOvr>
  <p:extLst>
    <p:ext uri="{DCECCB84-F9BA-43D5-87BE-67443E8EF086}">
      <p15:sldGuideLst xmlns:p15="http://schemas.microsoft.com/office/powerpoint/2012/main">
        <p15:guide id="1" pos="336">
          <p15:clr>
            <a:srgbClr val="FBAE40"/>
          </p15:clr>
        </p15:guide>
      </p15:sldGuideLst>
    </p:ext>
  </p:extLst>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Presale_Cover_3">
    <p:bg>
      <p:bgPr>
        <a:solidFill>
          <a:schemeClr val="accent2"/>
        </a:solidFill>
        <a:effectLst/>
      </p:bgPr>
    </p:bg>
    <p:spTree>
      <p:nvGrpSpPr>
        <p:cNvPr id="1" name=""/>
        <p:cNvGrpSpPr/>
        <p:nvPr/>
      </p:nvGrpSpPr>
      <p:grpSpPr>
        <a:xfrm>
          <a:off x="0" y="0"/>
          <a:ext cx="0" cy="0"/>
          <a:chOff x="0" y="0"/>
          <a:chExt cx="0" cy="0"/>
        </a:xfrm>
      </p:grpSpPr>
      <p:sp>
        <p:nvSpPr>
          <p:cNvPr id="6" name="Rectangle 5">
            <a:extLst>
              <a:ext uri="{FF2B5EF4-FFF2-40B4-BE49-F238E27FC236}">
                <a16:creationId xmlns:a16="http://schemas.microsoft.com/office/drawing/2014/main" id="{50FD261E-F7DA-4C55-9142-5E8444BDE5AD}"/>
              </a:ext>
            </a:extLst>
          </p:cNvPr>
          <p:cNvSpPr/>
          <p:nvPr userDrawn="1"/>
        </p:nvSpPr>
        <p:spPr>
          <a:xfrm>
            <a:off x="0" y="0"/>
            <a:ext cx="9144000" cy="5143500"/>
          </a:xfrm>
          <a:prstGeom prst="rect">
            <a:avLst/>
          </a:prstGeom>
          <a:solidFill>
            <a:schemeClr val="tx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Picture Placeholder 4"/>
          <p:cNvSpPr>
            <a:spLocks noGrp="1"/>
          </p:cNvSpPr>
          <p:nvPr>
            <p:ph type="pic" sz="quarter" idx="12" hasCustomPrompt="1"/>
          </p:nvPr>
        </p:nvSpPr>
        <p:spPr>
          <a:xfrm>
            <a:off x="5334000" y="0"/>
            <a:ext cx="3810000" cy="5143500"/>
          </a:xfrm>
          <a:prstGeom prst="rect">
            <a:avLst/>
          </a:prstGeom>
          <a:noFill/>
          <a:ln>
            <a:noFill/>
          </a:ln>
        </p:spPr>
        <p:txBody>
          <a:bodyPr anchor="ctr"/>
          <a:lstStyle>
            <a:lvl1pPr algn="ctr">
              <a:defRPr baseline="0"/>
            </a:lvl1pPr>
          </a:lstStyle>
          <a:p>
            <a:r>
              <a:rPr lang="en-US"/>
              <a:t>Please add cover picture here</a:t>
            </a:r>
          </a:p>
          <a:p>
            <a:endParaRPr lang="en-US"/>
          </a:p>
          <a:p>
            <a:endParaRPr lang="en-US"/>
          </a:p>
        </p:txBody>
      </p:sp>
      <p:sp>
        <p:nvSpPr>
          <p:cNvPr id="11" name="Text Placeholder 10"/>
          <p:cNvSpPr>
            <a:spLocks noGrp="1"/>
          </p:cNvSpPr>
          <p:nvPr>
            <p:ph type="body" sz="quarter" idx="13" hasCustomPrompt="1"/>
          </p:nvPr>
        </p:nvSpPr>
        <p:spPr>
          <a:xfrm>
            <a:off x="5073801" y="0"/>
            <a:ext cx="530352" cy="5143500"/>
          </a:xfrm>
          <a:prstGeom prst="rect">
            <a:avLst/>
          </a:prstGeom>
          <a:blipFill>
            <a:blip r:embed="rId2"/>
            <a:stretch>
              <a:fillRect/>
            </a:stretch>
          </a:blipFill>
        </p:spPr>
        <p:txBody>
          <a:bodyPr/>
          <a:lstStyle/>
          <a:p>
            <a:pPr lvl="0"/>
            <a:r>
              <a:rPr lang="en-US"/>
              <a:t> </a:t>
            </a:r>
          </a:p>
        </p:txBody>
      </p:sp>
      <p:sp>
        <p:nvSpPr>
          <p:cNvPr id="14" name="Title 1">
            <a:extLst>
              <a:ext uri="{FF2B5EF4-FFF2-40B4-BE49-F238E27FC236}">
                <a16:creationId xmlns:a16="http://schemas.microsoft.com/office/drawing/2014/main" id="{E8D03FE8-3D79-4275-87DA-219EF786F0A7}"/>
              </a:ext>
            </a:extLst>
          </p:cNvPr>
          <p:cNvSpPr>
            <a:spLocks noGrp="1"/>
          </p:cNvSpPr>
          <p:nvPr>
            <p:ph type="title" hasCustomPrompt="1"/>
          </p:nvPr>
        </p:nvSpPr>
        <p:spPr>
          <a:xfrm>
            <a:off x="531466" y="1412416"/>
            <a:ext cx="4315968" cy="984885"/>
          </a:xfrm>
        </p:spPr>
        <p:txBody>
          <a:bodyPr/>
          <a:lstStyle>
            <a:lvl1pPr>
              <a:defRPr sz="3200">
                <a:solidFill>
                  <a:schemeClr val="bg1"/>
                </a:solidFill>
              </a:defRPr>
            </a:lvl1pPr>
          </a:lstStyle>
          <a:p>
            <a:r>
              <a:rPr lang="en-US"/>
              <a:t>Please add </a:t>
            </a:r>
            <a:br>
              <a:rPr lang="en-US"/>
            </a:br>
            <a:r>
              <a:rPr lang="en-US"/>
              <a:t>title here</a:t>
            </a:r>
          </a:p>
        </p:txBody>
      </p:sp>
      <p:sp>
        <p:nvSpPr>
          <p:cNvPr id="15" name="Text Placeholder 6">
            <a:extLst>
              <a:ext uri="{FF2B5EF4-FFF2-40B4-BE49-F238E27FC236}">
                <a16:creationId xmlns:a16="http://schemas.microsoft.com/office/drawing/2014/main" id="{B8727F2A-C901-4CDA-94BA-8EF84E81725A}"/>
              </a:ext>
            </a:extLst>
          </p:cNvPr>
          <p:cNvSpPr>
            <a:spLocks noGrp="1"/>
          </p:cNvSpPr>
          <p:nvPr>
            <p:ph type="body" sz="quarter" idx="14" hasCustomPrompt="1"/>
          </p:nvPr>
        </p:nvSpPr>
        <p:spPr>
          <a:xfrm>
            <a:off x="531466" y="3049747"/>
            <a:ext cx="4315968" cy="313932"/>
          </a:xfrm>
          <a:prstGeom prst="rect">
            <a:avLst/>
          </a:prstGeom>
        </p:spPr>
        <p:txBody>
          <a:bodyPr wrap="square" lIns="0" tIns="0" rIns="0" bIns="0" anchor="ctr">
            <a:noAutofit/>
          </a:bodyPr>
          <a:lstStyle>
            <a:lvl1pPr marL="0" indent="0">
              <a:buNone/>
              <a:defRPr sz="1400">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pPr lvl="0"/>
            <a:r>
              <a:rPr lang="en-US"/>
              <a:t>Please add subtitle here</a:t>
            </a:r>
          </a:p>
        </p:txBody>
      </p:sp>
      <p:pic>
        <p:nvPicPr>
          <p:cNvPr id="16" name="Picture 15">
            <a:extLst>
              <a:ext uri="{FF2B5EF4-FFF2-40B4-BE49-F238E27FC236}">
                <a16:creationId xmlns:a16="http://schemas.microsoft.com/office/drawing/2014/main" id="{44360C63-B08B-4AF1-AD2F-54076C4D2E56}"/>
              </a:ext>
            </a:extLst>
          </p:cNvPr>
          <p:cNvPicPr>
            <a:picLocks noChangeAspect="1"/>
          </p:cNvPicPr>
          <p:nvPr userDrawn="1"/>
        </p:nvPicPr>
        <p:blipFill>
          <a:blip r:embed="rId3" cstate="screen">
            <a:extLst>
              <a:ext uri="{28A0092B-C50C-407E-A947-70E740481C1C}">
                <a14:useLocalDpi xmlns:a14="http://schemas.microsoft.com/office/drawing/2010/main"/>
              </a:ext>
            </a:extLst>
          </a:blip>
          <a:stretch>
            <a:fillRect/>
          </a:stretch>
        </p:blipFill>
        <p:spPr>
          <a:xfrm rot="10800000" flipH="1" flipV="1">
            <a:off x="546706" y="511280"/>
            <a:ext cx="891284" cy="316033"/>
          </a:xfrm>
          <a:prstGeom prst="rect">
            <a:avLst/>
          </a:prstGeom>
        </p:spPr>
      </p:pic>
      <p:sp>
        <p:nvSpPr>
          <p:cNvPr id="17" name="Text Placeholder 6">
            <a:extLst>
              <a:ext uri="{FF2B5EF4-FFF2-40B4-BE49-F238E27FC236}">
                <a16:creationId xmlns:a16="http://schemas.microsoft.com/office/drawing/2014/main" id="{C44F3E7F-7D91-4EE5-8DA3-E6399499711E}"/>
              </a:ext>
            </a:extLst>
          </p:cNvPr>
          <p:cNvSpPr>
            <a:spLocks noGrp="1"/>
          </p:cNvSpPr>
          <p:nvPr>
            <p:ph type="body" sz="quarter" idx="15" hasCustomPrompt="1"/>
          </p:nvPr>
        </p:nvSpPr>
        <p:spPr>
          <a:xfrm>
            <a:off x="531466" y="3805045"/>
            <a:ext cx="1493277" cy="313932"/>
          </a:xfrm>
          <a:prstGeom prst="rect">
            <a:avLst/>
          </a:prstGeom>
        </p:spPr>
        <p:txBody>
          <a:bodyPr wrap="square" lIns="0" tIns="0" rIns="0" bIns="0" anchor="ctr">
            <a:noAutofit/>
          </a:bodyPr>
          <a:lstStyle>
            <a:lvl1pPr marL="0" indent="0">
              <a:buNone/>
              <a:defRPr sz="1200" i="1">
                <a:solidFill>
                  <a:schemeClr val="bg1"/>
                </a:solidFill>
                <a:latin typeface="+mn-lt"/>
              </a:defRPr>
            </a:lvl1pPr>
            <a:lvl2pPr>
              <a:defRPr>
                <a:solidFill>
                  <a:schemeClr val="bg1"/>
                </a:solidFill>
                <a:latin typeface="+mn-lt"/>
              </a:defRPr>
            </a:lvl2pPr>
            <a:lvl3pPr>
              <a:defRPr>
                <a:solidFill>
                  <a:schemeClr val="bg1"/>
                </a:solidFill>
                <a:latin typeface="+mn-lt"/>
              </a:defRPr>
            </a:lvl3pPr>
            <a:lvl4pPr>
              <a:defRPr>
                <a:solidFill>
                  <a:schemeClr val="bg1"/>
                </a:solidFill>
                <a:latin typeface="+mn-lt"/>
              </a:defRPr>
            </a:lvl4pPr>
            <a:lvl5pPr>
              <a:defRPr>
                <a:solidFill>
                  <a:schemeClr val="bg1"/>
                </a:solidFill>
                <a:latin typeface="+mn-lt"/>
              </a:defRPr>
            </a:lvl5pPr>
          </a:lstStyle>
          <a:p>
            <a:r>
              <a:rPr lang="en-US"/>
              <a:t>Date or venue</a:t>
            </a:r>
          </a:p>
        </p:txBody>
      </p:sp>
    </p:spTree>
    <p:extLst>
      <p:ext uri="{BB962C8B-B14F-4D97-AF65-F5344CB8AC3E}">
        <p14:creationId xmlns:p14="http://schemas.microsoft.com/office/powerpoint/2010/main" val="3310185938"/>
      </p:ext>
    </p:extLst>
  </p:cSld>
  <p:clrMapOvr>
    <a:masterClrMapping/>
  </p:clrMapOvr>
  <p:extLst>
    <p:ext uri="{DCECCB84-F9BA-43D5-87BE-67443E8EF086}">
      <p15:sldGuideLst xmlns:p15="http://schemas.microsoft.com/office/powerpoint/2012/main">
        <p15:guide id="1" pos="336">
          <p15:clr>
            <a:srgbClr val="FBAE40"/>
          </p15:clr>
        </p15:guide>
      </p15:sldGuideLst>
    </p:ext>
  </p:extLst>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Presale_AGENDA">
    <p:spTree>
      <p:nvGrpSpPr>
        <p:cNvPr id="1" name=""/>
        <p:cNvGrpSpPr/>
        <p:nvPr/>
      </p:nvGrpSpPr>
      <p:grpSpPr>
        <a:xfrm>
          <a:off x="0" y="0"/>
          <a:ext cx="0" cy="0"/>
          <a:chOff x="0" y="0"/>
          <a:chExt cx="0" cy="0"/>
        </a:xfrm>
      </p:grpSpPr>
      <p:sp>
        <p:nvSpPr>
          <p:cNvPr id="9" name="Picture Placeholder 8"/>
          <p:cNvSpPr>
            <a:spLocks noGrp="1"/>
          </p:cNvSpPr>
          <p:nvPr>
            <p:ph type="pic" sz="quarter" idx="11" hasCustomPrompt="1"/>
          </p:nvPr>
        </p:nvSpPr>
        <p:spPr>
          <a:xfrm>
            <a:off x="5334000" y="0"/>
            <a:ext cx="3810000" cy="5143500"/>
          </a:xfrm>
          <a:prstGeom prst="rect">
            <a:avLst/>
          </a:prstGeom>
          <a:noFill/>
        </p:spPr>
        <p:txBody>
          <a:bodyPr anchor="ctr">
            <a:normAutofit/>
          </a:bodyPr>
          <a:lstStyle>
            <a:lvl1pPr marL="0" indent="0" algn="ctr">
              <a:buNone/>
              <a:defRPr sz="1600"/>
            </a:lvl1pPr>
          </a:lstStyle>
          <a:p>
            <a:r>
              <a:rPr lang="en-US"/>
              <a:t>Please add picture here</a:t>
            </a:r>
          </a:p>
          <a:p>
            <a:endParaRPr lang="en-US"/>
          </a:p>
          <a:p>
            <a:endParaRPr lang="en-US"/>
          </a:p>
        </p:txBody>
      </p:sp>
      <p:sp>
        <p:nvSpPr>
          <p:cNvPr id="2" name="Title 1"/>
          <p:cNvSpPr>
            <a:spLocks noGrp="1"/>
          </p:cNvSpPr>
          <p:nvPr>
            <p:ph type="title" hasCustomPrompt="1"/>
          </p:nvPr>
        </p:nvSpPr>
        <p:spPr>
          <a:xfrm>
            <a:off x="360365" y="225588"/>
            <a:ext cx="4440236" cy="307777"/>
          </a:xfrm>
        </p:spPr>
        <p:txBody>
          <a:bodyPr vert="horz" wrap="square" lIns="0" tIns="0" rIns="0" bIns="0" rtlCol="0" anchor="t" anchorCtr="0">
            <a:spAutoFit/>
          </a:bodyPr>
          <a:lstStyle>
            <a:lvl1pPr>
              <a:defRPr lang="en-US" dirty="0"/>
            </a:lvl1pPr>
          </a:lstStyle>
          <a:p>
            <a:pPr lvl="0"/>
            <a:r>
              <a:rPr lang="en-US"/>
              <a:t>Please add slide headline here</a:t>
            </a:r>
          </a:p>
        </p:txBody>
      </p:sp>
      <p:sp>
        <p:nvSpPr>
          <p:cNvPr id="16" name="Slide Number Placeholder 4"/>
          <p:cNvSpPr>
            <a:spLocks noGrp="1"/>
          </p:cNvSpPr>
          <p:nvPr>
            <p:ph type="sldNum" sz="quarter" idx="4"/>
          </p:nvPr>
        </p:nvSpPr>
        <p:spPr>
          <a:xfrm>
            <a:off x="7335520" y="4902763"/>
            <a:ext cx="1471613" cy="182880"/>
          </a:xfrm>
          <a:prstGeom prst="rect">
            <a:avLst/>
          </a:prstGeom>
          <a:noFill/>
        </p:spPr>
        <p:txBody>
          <a:bodyPr wrap="square" lIns="68526" tIns="34289" rIns="68526" bIns="34289" rtlCol="0" anchor="ctr">
            <a:noAutofit/>
          </a:bodyPr>
          <a:lstStyle>
            <a:lvl1pPr>
              <a:defRPr lang="en-US" sz="800" kern="0" spc="15" smtClean="0">
                <a:solidFill>
                  <a:schemeClr val="tx2"/>
                </a:solidFill>
                <a:cs typeface="Trebuchet MS"/>
              </a:defRPr>
            </a:lvl1pPr>
          </a:lstStyle>
          <a:p>
            <a:pPr algn="r" defTabSz="342542"/>
            <a:fld id="{04825EE3-D40C-4F67-95F2-2B3AD93195DA}" type="slidenum">
              <a:rPr lang="en-US" smtClean="0"/>
              <a:pPr algn="r" defTabSz="342542"/>
              <a:t>‹#›</a:t>
            </a:fld>
            <a:endParaRPr lang="en-US"/>
          </a:p>
        </p:txBody>
      </p:sp>
      <p:sp>
        <p:nvSpPr>
          <p:cNvPr id="17" name="Text Placeholder 13"/>
          <p:cNvSpPr>
            <a:spLocks noGrp="1"/>
          </p:cNvSpPr>
          <p:nvPr>
            <p:ph type="body" sz="quarter" idx="12" hasCustomPrompt="1"/>
          </p:nvPr>
        </p:nvSpPr>
        <p:spPr>
          <a:xfrm>
            <a:off x="357188" y="1092491"/>
            <a:ext cx="356616" cy="356616"/>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400" b="1">
                <a:solidFill>
                  <a:schemeClr val="accent2"/>
                </a:solidFill>
                <a:latin typeface="+mj-lt"/>
              </a:defRPr>
            </a:lvl1pPr>
            <a:lvl2pPr marL="457200" indent="0">
              <a:buNone/>
              <a:defRPr>
                <a:latin typeface="+mj-lt"/>
              </a:defRPr>
            </a:lvl2pPr>
            <a:lvl3pPr marL="914400" indent="0">
              <a:buNone/>
              <a:defRPr>
                <a:latin typeface="+mj-lt"/>
              </a:defRPr>
            </a:lvl3pPr>
            <a:lvl4pPr marL="1371600" indent="0">
              <a:buNone/>
              <a:defRPr>
                <a:latin typeface="+mj-lt"/>
              </a:defRPr>
            </a:lvl4pPr>
            <a:lvl5pPr marL="1828800" indent="0">
              <a:buFont typeface="Arial" panose="020B0604020202020204" pitchFamily="34" charset="0"/>
              <a:buNone/>
              <a:defRPr>
                <a:latin typeface="+mj-lt"/>
              </a:defRPr>
            </a:lvl5pPr>
          </a:lstStyle>
          <a:p>
            <a:pPr lvl="0"/>
            <a:r>
              <a:rPr lang="en-US"/>
              <a:t>#</a:t>
            </a:r>
          </a:p>
        </p:txBody>
      </p:sp>
      <p:sp>
        <p:nvSpPr>
          <p:cNvPr id="18" name="Text Placeholder 19"/>
          <p:cNvSpPr>
            <a:spLocks noGrp="1"/>
          </p:cNvSpPr>
          <p:nvPr>
            <p:ph type="body" sz="quarter" idx="13" hasCustomPrompt="1"/>
          </p:nvPr>
        </p:nvSpPr>
        <p:spPr>
          <a:xfrm>
            <a:off x="710972" y="1092491"/>
            <a:ext cx="4089628" cy="356616"/>
          </a:xfrm>
          <a:ln w="19050">
            <a:solidFill>
              <a:srgbClr val="F5F5F5"/>
            </a:solidFill>
          </a:ln>
        </p:spPr>
        <p:txBody>
          <a:bodyPr lIns="108000" anchor="ctr"/>
          <a:lstStyle>
            <a:lvl1pPr marL="0" indent="0">
              <a:buNone/>
              <a:defRPr sz="1100" b="1" i="0" cap="all" spc="200" baseline="0">
                <a:latin typeface="+mn-lt"/>
              </a:defRPr>
            </a:lvl1pPr>
            <a:lvl5pPr marL="2114550" indent="-285750">
              <a:buFont typeface="Arial" panose="020B0604020202020204" pitchFamily="34" charset="0"/>
              <a:buChar char="•"/>
              <a:defRPr/>
            </a:lvl5pPr>
          </a:lstStyle>
          <a:p>
            <a:pPr lvl="0"/>
            <a:r>
              <a:rPr lang="en-US"/>
              <a:t>Please put section one title here</a:t>
            </a:r>
          </a:p>
        </p:txBody>
      </p:sp>
      <p:sp>
        <p:nvSpPr>
          <p:cNvPr id="19" name="Text Placeholder 13"/>
          <p:cNvSpPr>
            <a:spLocks noGrp="1"/>
          </p:cNvSpPr>
          <p:nvPr>
            <p:ph type="body" sz="quarter" idx="14" hasCustomPrompt="1"/>
          </p:nvPr>
        </p:nvSpPr>
        <p:spPr>
          <a:xfrm>
            <a:off x="357188" y="4120134"/>
            <a:ext cx="356616" cy="356616"/>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400" b="1">
                <a:solidFill>
                  <a:schemeClr val="accent2"/>
                </a:solidFill>
                <a:latin typeface="+mj-lt"/>
              </a:defRPr>
            </a:lvl1pPr>
            <a:lvl2pPr marL="457200" indent="0">
              <a:buNone/>
              <a:defRPr>
                <a:latin typeface="+mj-lt"/>
              </a:defRPr>
            </a:lvl2pPr>
            <a:lvl3pPr marL="914400" indent="0">
              <a:buNone/>
              <a:defRPr>
                <a:latin typeface="+mj-lt"/>
              </a:defRPr>
            </a:lvl3pPr>
            <a:lvl4pPr marL="1371600" indent="0">
              <a:buNone/>
              <a:defRPr>
                <a:latin typeface="+mj-lt"/>
              </a:defRPr>
            </a:lvl4pPr>
            <a:lvl5pPr marL="1828800" indent="0">
              <a:buFont typeface="Arial" panose="020B0604020202020204" pitchFamily="34" charset="0"/>
              <a:buNone/>
              <a:defRPr>
                <a:latin typeface="+mj-lt"/>
              </a:defRPr>
            </a:lvl5pPr>
          </a:lstStyle>
          <a:p>
            <a:pPr lvl="0"/>
            <a:r>
              <a:rPr lang="en-US"/>
              <a:t>#</a:t>
            </a:r>
          </a:p>
        </p:txBody>
      </p:sp>
      <p:sp>
        <p:nvSpPr>
          <p:cNvPr id="31" name="Text Placeholder 13"/>
          <p:cNvSpPr>
            <a:spLocks noGrp="1"/>
          </p:cNvSpPr>
          <p:nvPr>
            <p:ph type="body" sz="quarter" idx="15" hasCustomPrompt="1"/>
          </p:nvPr>
        </p:nvSpPr>
        <p:spPr>
          <a:xfrm>
            <a:off x="357188" y="1698020"/>
            <a:ext cx="356616" cy="356616"/>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400" b="1">
                <a:solidFill>
                  <a:schemeClr val="accent2"/>
                </a:solidFill>
                <a:latin typeface="+mj-lt"/>
              </a:defRPr>
            </a:lvl1pPr>
            <a:lvl2pPr marL="457200" indent="0">
              <a:buNone/>
              <a:defRPr>
                <a:latin typeface="+mj-lt"/>
              </a:defRPr>
            </a:lvl2pPr>
            <a:lvl3pPr marL="914400" indent="0">
              <a:buNone/>
              <a:defRPr>
                <a:latin typeface="+mj-lt"/>
              </a:defRPr>
            </a:lvl3pPr>
            <a:lvl4pPr marL="1371600" indent="0">
              <a:buNone/>
              <a:defRPr>
                <a:latin typeface="+mj-lt"/>
              </a:defRPr>
            </a:lvl4pPr>
            <a:lvl5pPr marL="1828800" indent="0">
              <a:buFont typeface="Arial" panose="020B0604020202020204" pitchFamily="34" charset="0"/>
              <a:buNone/>
              <a:defRPr>
                <a:latin typeface="+mj-lt"/>
              </a:defRPr>
            </a:lvl5pPr>
          </a:lstStyle>
          <a:p>
            <a:pPr lvl="0"/>
            <a:r>
              <a:rPr lang="en-US"/>
              <a:t>#</a:t>
            </a:r>
          </a:p>
        </p:txBody>
      </p:sp>
      <p:sp>
        <p:nvSpPr>
          <p:cNvPr id="32" name="Text Placeholder 13"/>
          <p:cNvSpPr>
            <a:spLocks noGrp="1"/>
          </p:cNvSpPr>
          <p:nvPr>
            <p:ph type="body" sz="quarter" idx="16" hasCustomPrompt="1"/>
          </p:nvPr>
        </p:nvSpPr>
        <p:spPr>
          <a:xfrm>
            <a:off x="357188" y="2303549"/>
            <a:ext cx="356616" cy="356616"/>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400" b="1">
                <a:solidFill>
                  <a:schemeClr val="accent2"/>
                </a:solidFill>
                <a:latin typeface="+mj-lt"/>
              </a:defRPr>
            </a:lvl1pPr>
            <a:lvl2pPr marL="457200" indent="0">
              <a:buNone/>
              <a:defRPr>
                <a:latin typeface="+mj-lt"/>
              </a:defRPr>
            </a:lvl2pPr>
            <a:lvl3pPr marL="914400" indent="0">
              <a:buNone/>
              <a:defRPr>
                <a:latin typeface="+mj-lt"/>
              </a:defRPr>
            </a:lvl3pPr>
            <a:lvl4pPr marL="1371600" indent="0">
              <a:buNone/>
              <a:defRPr>
                <a:latin typeface="+mj-lt"/>
              </a:defRPr>
            </a:lvl4pPr>
            <a:lvl5pPr marL="1828800" indent="0">
              <a:buFont typeface="Arial" panose="020B0604020202020204" pitchFamily="34" charset="0"/>
              <a:buNone/>
              <a:defRPr>
                <a:latin typeface="+mj-lt"/>
              </a:defRPr>
            </a:lvl5pPr>
          </a:lstStyle>
          <a:p>
            <a:pPr lvl="0"/>
            <a:r>
              <a:rPr lang="en-US"/>
              <a:t>#</a:t>
            </a:r>
          </a:p>
        </p:txBody>
      </p:sp>
      <p:sp>
        <p:nvSpPr>
          <p:cNvPr id="33" name="Text Placeholder 13"/>
          <p:cNvSpPr>
            <a:spLocks noGrp="1"/>
          </p:cNvSpPr>
          <p:nvPr>
            <p:ph type="body" sz="quarter" idx="17" hasCustomPrompt="1"/>
          </p:nvPr>
        </p:nvSpPr>
        <p:spPr>
          <a:xfrm>
            <a:off x="357188" y="2909078"/>
            <a:ext cx="356616" cy="356616"/>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400" b="1">
                <a:solidFill>
                  <a:schemeClr val="accent2"/>
                </a:solidFill>
                <a:latin typeface="+mj-lt"/>
              </a:defRPr>
            </a:lvl1pPr>
            <a:lvl2pPr marL="457200" indent="0">
              <a:buNone/>
              <a:defRPr>
                <a:latin typeface="+mj-lt"/>
              </a:defRPr>
            </a:lvl2pPr>
            <a:lvl3pPr marL="914400" indent="0">
              <a:buNone/>
              <a:defRPr>
                <a:latin typeface="+mj-lt"/>
              </a:defRPr>
            </a:lvl3pPr>
            <a:lvl4pPr marL="1371600" indent="0">
              <a:buNone/>
              <a:defRPr>
                <a:latin typeface="+mj-lt"/>
              </a:defRPr>
            </a:lvl4pPr>
            <a:lvl5pPr marL="1828800" indent="0">
              <a:buFont typeface="Arial" panose="020B0604020202020204" pitchFamily="34" charset="0"/>
              <a:buNone/>
              <a:defRPr>
                <a:latin typeface="+mj-lt"/>
              </a:defRPr>
            </a:lvl5pPr>
          </a:lstStyle>
          <a:p>
            <a:pPr lvl="0"/>
            <a:r>
              <a:rPr lang="en-US"/>
              <a:t>#</a:t>
            </a:r>
          </a:p>
        </p:txBody>
      </p:sp>
      <p:sp>
        <p:nvSpPr>
          <p:cNvPr id="34" name="Text Placeholder 13"/>
          <p:cNvSpPr>
            <a:spLocks noGrp="1"/>
          </p:cNvSpPr>
          <p:nvPr>
            <p:ph type="body" sz="quarter" idx="18" hasCustomPrompt="1"/>
          </p:nvPr>
        </p:nvSpPr>
        <p:spPr>
          <a:xfrm>
            <a:off x="357188" y="3514607"/>
            <a:ext cx="356616" cy="356616"/>
          </a:xfrm>
          <a:ln w="19050" cmpd="sng">
            <a:solidFill>
              <a:schemeClr val="bg2">
                <a:lumMod val="20000"/>
                <a:lumOff val="80000"/>
              </a:schemeClr>
            </a:solidFill>
          </a:ln>
          <a:effectLst/>
        </p:spPr>
        <p:style>
          <a:lnRef idx="2">
            <a:schemeClr val="accent1"/>
          </a:lnRef>
          <a:fillRef idx="0">
            <a:schemeClr val="accent1"/>
          </a:fillRef>
          <a:effectRef idx="1">
            <a:schemeClr val="accent1"/>
          </a:effectRef>
          <a:fontRef idx="minor">
            <a:schemeClr val="tx1"/>
          </a:fontRef>
        </p:style>
        <p:txBody>
          <a:bodyPr anchor="ctr">
            <a:normAutofit/>
          </a:bodyPr>
          <a:lstStyle>
            <a:lvl1pPr marL="0" indent="0" algn="ctr">
              <a:buNone/>
              <a:defRPr sz="1400" b="1">
                <a:solidFill>
                  <a:schemeClr val="accent2"/>
                </a:solidFill>
                <a:latin typeface="+mj-lt"/>
              </a:defRPr>
            </a:lvl1pPr>
            <a:lvl2pPr marL="457200" indent="0">
              <a:buNone/>
              <a:defRPr>
                <a:latin typeface="+mj-lt"/>
              </a:defRPr>
            </a:lvl2pPr>
            <a:lvl3pPr marL="914400" indent="0">
              <a:buNone/>
              <a:defRPr>
                <a:latin typeface="+mj-lt"/>
              </a:defRPr>
            </a:lvl3pPr>
            <a:lvl4pPr marL="1371600" indent="0">
              <a:buNone/>
              <a:defRPr>
                <a:latin typeface="+mj-lt"/>
              </a:defRPr>
            </a:lvl4pPr>
            <a:lvl5pPr marL="1828800" indent="0">
              <a:buFont typeface="Arial" panose="020B0604020202020204" pitchFamily="34" charset="0"/>
              <a:buNone/>
              <a:defRPr>
                <a:latin typeface="+mj-lt"/>
              </a:defRPr>
            </a:lvl5pPr>
          </a:lstStyle>
          <a:p>
            <a:pPr lvl="0"/>
            <a:r>
              <a:rPr lang="en-US"/>
              <a:t>#</a:t>
            </a:r>
          </a:p>
        </p:txBody>
      </p:sp>
      <p:sp>
        <p:nvSpPr>
          <p:cNvPr id="35" name="Text Placeholder 19"/>
          <p:cNvSpPr>
            <a:spLocks noGrp="1"/>
          </p:cNvSpPr>
          <p:nvPr>
            <p:ph type="body" sz="quarter" idx="19" hasCustomPrompt="1"/>
          </p:nvPr>
        </p:nvSpPr>
        <p:spPr>
          <a:xfrm>
            <a:off x="710972" y="1697608"/>
            <a:ext cx="4089628" cy="356616"/>
          </a:xfrm>
          <a:ln w="19050">
            <a:solidFill>
              <a:srgbClr val="F5F5F5"/>
            </a:solidFill>
          </a:ln>
        </p:spPr>
        <p:txBody>
          <a:bodyPr lIns="108000" anchor="ctr"/>
          <a:lstStyle>
            <a:lvl1pPr marL="0" indent="0">
              <a:buNone/>
              <a:defRPr sz="1100" b="1" i="0" cap="all" spc="200" baseline="0">
                <a:latin typeface="+mn-lt"/>
              </a:defRPr>
            </a:lvl1pPr>
            <a:lvl5pPr marL="2114550" indent="-285750">
              <a:buFont typeface="Arial" panose="020B0604020202020204" pitchFamily="34" charset="0"/>
              <a:buChar char="•"/>
              <a:defRPr/>
            </a:lvl5pPr>
          </a:lstStyle>
          <a:p>
            <a:pPr lvl="0"/>
            <a:r>
              <a:rPr lang="en-US"/>
              <a:t>Please put section TWO title here</a:t>
            </a:r>
          </a:p>
        </p:txBody>
      </p:sp>
      <p:sp>
        <p:nvSpPr>
          <p:cNvPr id="36" name="Text Placeholder 19"/>
          <p:cNvSpPr>
            <a:spLocks noGrp="1"/>
          </p:cNvSpPr>
          <p:nvPr>
            <p:ph type="body" sz="quarter" idx="20" hasCustomPrompt="1"/>
          </p:nvPr>
        </p:nvSpPr>
        <p:spPr>
          <a:xfrm>
            <a:off x="710972" y="2302725"/>
            <a:ext cx="4089628" cy="356616"/>
          </a:xfrm>
          <a:ln w="19050">
            <a:solidFill>
              <a:srgbClr val="F5F5F5"/>
            </a:solidFill>
          </a:ln>
        </p:spPr>
        <p:txBody>
          <a:bodyPr lIns="108000" anchor="ctr"/>
          <a:lstStyle>
            <a:lvl1pPr marL="0" indent="0">
              <a:buNone/>
              <a:defRPr sz="1100" b="1" i="0" cap="all" spc="200" baseline="0">
                <a:latin typeface="+mn-lt"/>
              </a:defRPr>
            </a:lvl1pPr>
            <a:lvl5pPr marL="2114550" indent="-285750">
              <a:buFont typeface="Arial" panose="020B0604020202020204" pitchFamily="34" charset="0"/>
              <a:buChar char="•"/>
              <a:defRPr/>
            </a:lvl5pPr>
          </a:lstStyle>
          <a:p>
            <a:pPr lvl="0"/>
            <a:r>
              <a:rPr lang="en-US"/>
              <a:t>Please put section THREE title here</a:t>
            </a:r>
          </a:p>
        </p:txBody>
      </p:sp>
      <p:sp>
        <p:nvSpPr>
          <p:cNvPr id="37" name="Text Placeholder 19"/>
          <p:cNvSpPr>
            <a:spLocks noGrp="1"/>
          </p:cNvSpPr>
          <p:nvPr>
            <p:ph type="body" sz="quarter" idx="21" hasCustomPrompt="1"/>
          </p:nvPr>
        </p:nvSpPr>
        <p:spPr>
          <a:xfrm>
            <a:off x="710972" y="2907842"/>
            <a:ext cx="4089628" cy="356616"/>
          </a:xfrm>
          <a:ln w="19050">
            <a:solidFill>
              <a:srgbClr val="F5F5F5"/>
            </a:solidFill>
          </a:ln>
        </p:spPr>
        <p:txBody>
          <a:bodyPr lIns="108000" anchor="ctr"/>
          <a:lstStyle>
            <a:lvl1pPr marL="0" indent="0">
              <a:buNone/>
              <a:defRPr sz="1100" b="1" i="0" cap="all" spc="200" baseline="0">
                <a:latin typeface="+mn-lt"/>
              </a:defRPr>
            </a:lvl1pPr>
            <a:lvl5pPr marL="2114550" indent="-285750">
              <a:buFont typeface="Arial" panose="020B0604020202020204" pitchFamily="34" charset="0"/>
              <a:buChar char="•"/>
              <a:defRPr/>
            </a:lvl5pPr>
          </a:lstStyle>
          <a:p>
            <a:pPr lvl="0"/>
            <a:r>
              <a:rPr lang="en-US"/>
              <a:t>…</a:t>
            </a:r>
          </a:p>
        </p:txBody>
      </p:sp>
      <p:sp>
        <p:nvSpPr>
          <p:cNvPr id="38" name="Text Placeholder 19"/>
          <p:cNvSpPr>
            <a:spLocks noGrp="1"/>
          </p:cNvSpPr>
          <p:nvPr>
            <p:ph type="body" sz="quarter" idx="22" hasCustomPrompt="1"/>
          </p:nvPr>
        </p:nvSpPr>
        <p:spPr>
          <a:xfrm>
            <a:off x="710972" y="3512959"/>
            <a:ext cx="4089628" cy="356616"/>
          </a:xfrm>
          <a:ln w="19050">
            <a:solidFill>
              <a:srgbClr val="F5F5F5"/>
            </a:solidFill>
          </a:ln>
        </p:spPr>
        <p:txBody>
          <a:bodyPr lIns="108000" anchor="ctr">
            <a:normAutofit/>
          </a:bodyPr>
          <a:lstStyle>
            <a:lvl1pPr marL="0" indent="0">
              <a:buNone/>
              <a:defRPr sz="1100" b="1" i="0" cap="all" spc="200" baseline="0">
                <a:latin typeface="+mn-lt"/>
              </a:defRPr>
            </a:lvl1pPr>
            <a:lvl5pPr marL="2114550" indent="-285750">
              <a:buFont typeface="Arial" panose="020B0604020202020204" pitchFamily="34" charset="0"/>
              <a:buChar char="•"/>
              <a:defRPr/>
            </a:lvl5pPr>
          </a:lstStyle>
          <a:p>
            <a:pPr lvl="0"/>
            <a:r>
              <a:rPr lang="en-US"/>
              <a:t>And delete</a:t>
            </a:r>
          </a:p>
        </p:txBody>
      </p:sp>
      <p:sp>
        <p:nvSpPr>
          <p:cNvPr id="39" name="Text Placeholder 19"/>
          <p:cNvSpPr>
            <a:spLocks noGrp="1"/>
          </p:cNvSpPr>
          <p:nvPr>
            <p:ph type="body" sz="quarter" idx="23" hasCustomPrompt="1"/>
          </p:nvPr>
        </p:nvSpPr>
        <p:spPr>
          <a:xfrm>
            <a:off x="710972" y="4118077"/>
            <a:ext cx="4089628" cy="356616"/>
          </a:xfrm>
          <a:ln w="19050">
            <a:solidFill>
              <a:srgbClr val="F5F5F5"/>
            </a:solidFill>
          </a:ln>
        </p:spPr>
        <p:txBody>
          <a:bodyPr lIns="108000" anchor="ctr">
            <a:normAutofit/>
          </a:bodyPr>
          <a:lstStyle>
            <a:lvl1pPr marL="0" indent="0">
              <a:buNone/>
              <a:defRPr sz="1100" b="1" i="0" cap="all" spc="200" baseline="0">
                <a:latin typeface="+mn-lt"/>
              </a:defRPr>
            </a:lvl1pPr>
            <a:lvl5pPr marL="2114550" indent="-285750">
              <a:buFont typeface="Arial" panose="020B0604020202020204" pitchFamily="34" charset="0"/>
              <a:buChar char="•"/>
              <a:defRPr/>
            </a:lvl5pPr>
          </a:lstStyle>
          <a:p>
            <a:pPr lvl="0"/>
            <a:r>
              <a:rPr lang="en-US"/>
              <a:t>The extras</a:t>
            </a:r>
          </a:p>
        </p:txBody>
      </p:sp>
    </p:spTree>
    <p:extLst>
      <p:ext uri="{BB962C8B-B14F-4D97-AF65-F5344CB8AC3E}">
        <p14:creationId xmlns:p14="http://schemas.microsoft.com/office/powerpoint/2010/main" val="4007082933"/>
      </p:ext>
    </p:extLst>
  </p:cSld>
  <p:clrMapOvr>
    <a:masterClrMapping/>
  </p:clrMapOvr>
  <p:extLst>
    <p:ext uri="{DCECCB84-F9BA-43D5-87BE-67443E8EF086}">
      <p15:sldGuideLst xmlns:p15="http://schemas.microsoft.com/office/powerpoint/2012/main">
        <p15:guide id="1" pos="3360">
          <p15:clr>
            <a:srgbClr val="FBAE40"/>
          </p15:clr>
        </p15:guide>
      </p15:sldGuideLst>
    </p:ext>
  </p:extLst>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Presale_AGENDA_blank">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92EB67F5-C7A3-4F3B-8A34-5C6E35D79B76}"/>
              </a:ext>
            </a:extLst>
          </p:cNvPr>
          <p:cNvSpPr>
            <a:spLocks noGrp="1"/>
          </p:cNvSpPr>
          <p:nvPr>
            <p:ph type="pic" sz="quarter" idx="10"/>
          </p:nvPr>
        </p:nvSpPr>
        <p:spPr>
          <a:xfrm>
            <a:off x="5334000" y="0"/>
            <a:ext cx="3810000" cy="5143500"/>
          </a:xfrm>
        </p:spPr>
        <p:txBody>
          <a:bodyPr anchor="ctr"/>
          <a:lstStyle>
            <a:lvl1pPr algn="ctr">
              <a:defRPr/>
            </a:lvl1pPr>
          </a:lstStyle>
          <a:p>
            <a:endParaRPr lang="en-US"/>
          </a:p>
        </p:txBody>
      </p:sp>
      <p:sp>
        <p:nvSpPr>
          <p:cNvPr id="2" name="Title 1"/>
          <p:cNvSpPr>
            <a:spLocks noGrp="1"/>
          </p:cNvSpPr>
          <p:nvPr>
            <p:ph type="title" hasCustomPrompt="1"/>
          </p:nvPr>
        </p:nvSpPr>
        <p:spPr>
          <a:xfrm>
            <a:off x="360365" y="225588"/>
            <a:ext cx="4440236" cy="307777"/>
          </a:xfrm>
        </p:spPr>
        <p:txBody>
          <a:bodyPr vert="horz" wrap="square" lIns="0" tIns="0" rIns="0" bIns="0" rtlCol="0" anchor="t" anchorCtr="0">
            <a:spAutoFit/>
          </a:bodyPr>
          <a:lstStyle>
            <a:lvl1pPr>
              <a:defRPr lang="en-US" dirty="0"/>
            </a:lvl1pPr>
          </a:lstStyle>
          <a:p>
            <a:pPr lvl="0"/>
            <a:r>
              <a:rPr lang="en-US"/>
              <a:t>Please add slide headline here</a:t>
            </a:r>
          </a:p>
        </p:txBody>
      </p:sp>
      <p:sp>
        <p:nvSpPr>
          <p:cNvPr id="5" name="Slide Number Placeholder 4"/>
          <p:cNvSpPr>
            <a:spLocks noGrp="1"/>
          </p:cNvSpPr>
          <p:nvPr>
            <p:ph type="sldNum" sz="quarter" idx="4"/>
          </p:nvPr>
        </p:nvSpPr>
        <p:spPr>
          <a:xfrm>
            <a:off x="7335520" y="4902763"/>
            <a:ext cx="1471613" cy="182880"/>
          </a:xfrm>
          <a:prstGeom prst="rect">
            <a:avLst/>
          </a:prstGeom>
          <a:noFill/>
        </p:spPr>
        <p:txBody>
          <a:bodyPr wrap="square" lIns="68526" tIns="34289" rIns="68526" bIns="34289" rtlCol="0" anchor="ctr">
            <a:noAutofit/>
          </a:bodyPr>
          <a:lstStyle>
            <a:lvl1pPr>
              <a:defRPr lang="en-US" sz="800" kern="0" spc="15" smtClean="0">
                <a:solidFill>
                  <a:schemeClr val="tx2"/>
                </a:solidFill>
                <a:cs typeface="Trebuchet MS"/>
              </a:defRPr>
            </a:lvl1pPr>
          </a:lstStyle>
          <a:p>
            <a:pPr algn="r" defTabSz="342542"/>
            <a:fld id="{04825EE3-D40C-4F67-95F2-2B3AD93195DA}" type="slidenum">
              <a:rPr lang="en-US" smtClean="0"/>
              <a:pPr algn="r" defTabSz="342542"/>
              <a:t>‹#›</a:t>
            </a:fld>
            <a:endParaRPr lang="en-US"/>
          </a:p>
        </p:txBody>
      </p:sp>
    </p:spTree>
    <p:extLst>
      <p:ext uri="{BB962C8B-B14F-4D97-AF65-F5344CB8AC3E}">
        <p14:creationId xmlns:p14="http://schemas.microsoft.com/office/powerpoint/2010/main" val="586983894"/>
      </p:ext>
    </p:extLst>
  </p:cSld>
  <p:clrMapOvr>
    <a:masterClrMapping/>
  </p:clrMapOvr>
  <p:extLst>
    <p:ext uri="{DCECCB84-F9BA-43D5-87BE-67443E8EF086}">
      <p15:sldGuideLst xmlns:p15="http://schemas.microsoft.com/office/powerpoint/2012/main">
        <p15:guide id="1" pos="3360">
          <p15:clr>
            <a:srgbClr val="FBAE40"/>
          </p15:clr>
        </p15:guide>
      </p15:sldGuideLst>
    </p:ext>
  </p:extLst>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Presale_Grid">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vert="horz" wrap="square" lIns="0" tIns="0" rIns="0" bIns="0" rtlCol="0" anchor="t" anchorCtr="0">
            <a:spAutoFit/>
          </a:bodyPr>
          <a:lstStyle>
            <a:lvl1pPr>
              <a:defRPr lang="en-US" dirty="0"/>
            </a:lvl1pPr>
          </a:lstStyle>
          <a:p>
            <a:pPr lvl="0"/>
            <a:r>
              <a:rPr lang="en-US"/>
              <a:t>Please add slide headline here</a:t>
            </a:r>
          </a:p>
        </p:txBody>
      </p:sp>
    </p:spTree>
    <p:extLst>
      <p:ext uri="{BB962C8B-B14F-4D97-AF65-F5344CB8AC3E}">
        <p14:creationId xmlns:p14="http://schemas.microsoft.com/office/powerpoint/2010/main" val="2779284293"/>
      </p:ext>
    </p:extLst>
  </p:cSld>
  <p:clrMapOvr>
    <a:masterClrMapping/>
  </p:clrMapOvr>
  <p:extLst>
    <p:ext uri="{DCECCB84-F9BA-43D5-87BE-67443E8EF086}">
      <p15:sldGuideLst xmlns:p15="http://schemas.microsoft.com/office/powerpoint/2012/main">
        <p15:guide id="1" pos="2880" userDrawn="1">
          <p15:clr>
            <a:srgbClr val="FBAE40"/>
          </p15:clr>
        </p15:guide>
        <p15:guide id="2" pos="4135" userDrawn="1">
          <p15:clr>
            <a:srgbClr val="FBAE40"/>
          </p15:clr>
        </p15:guide>
        <p15:guide id="3" pos="4407" userDrawn="1">
          <p15:clr>
            <a:srgbClr val="FBAE40"/>
          </p15:clr>
        </p15:guide>
        <p15:guide id="4" pos="1621" userDrawn="1">
          <p15:clr>
            <a:srgbClr val="FBAE40"/>
          </p15:clr>
        </p15:guide>
        <p15:guide id="5" pos="1348" userDrawn="1">
          <p15:clr>
            <a:srgbClr val="FBAE40"/>
          </p15:clr>
        </p15:guide>
        <p15:guide id="6" pos="4272" userDrawn="1">
          <p15:clr>
            <a:srgbClr val="FDE53C"/>
          </p15:clr>
        </p15:guide>
        <p15:guide id="7" pos="1488" userDrawn="1">
          <p15:clr>
            <a:srgbClr val="FDE53C"/>
          </p15:clr>
        </p15:guide>
      </p15:sldGuideLst>
    </p:ext>
  </p:extLst>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Presale_Title_And_Text">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vert="horz" wrap="square" lIns="0" tIns="0" rIns="0" bIns="0" rtlCol="0" anchor="t" anchorCtr="0">
            <a:spAutoFit/>
          </a:bodyPr>
          <a:lstStyle>
            <a:lvl1pPr>
              <a:defRPr lang="en-US" dirty="0"/>
            </a:lvl1pPr>
          </a:lstStyle>
          <a:p>
            <a:pPr lvl="0"/>
            <a:r>
              <a:rPr lang="en-US"/>
              <a:t>Please add slide headline here</a:t>
            </a:r>
          </a:p>
        </p:txBody>
      </p:sp>
      <p:sp>
        <p:nvSpPr>
          <p:cNvPr id="4" name="Text Placeholder 3">
            <a:extLst>
              <a:ext uri="{FF2B5EF4-FFF2-40B4-BE49-F238E27FC236}">
                <a16:creationId xmlns:a16="http://schemas.microsoft.com/office/drawing/2014/main" id="{7F9E9595-695B-4CF6-87C8-F738114B66BD}"/>
              </a:ext>
            </a:extLst>
          </p:cNvPr>
          <p:cNvSpPr>
            <a:spLocks noGrp="1"/>
          </p:cNvSpPr>
          <p:nvPr>
            <p:ph type="body" sz="quarter" idx="10"/>
          </p:nvPr>
        </p:nvSpPr>
        <p:spPr/>
        <p:txBody>
          <a:bodyPr lIns="0" tIns="0" rIns="0" bIns="0">
            <a:normAutofit/>
          </a:bodyPr>
          <a:lstStyle>
            <a:lvl1pPr>
              <a:defRPr sz="1400"/>
            </a:lvl1pPr>
            <a:lvl2pPr marL="0" indent="0">
              <a:buNone/>
              <a:defRPr sz="1400"/>
            </a:lvl2pPr>
            <a:lvl3pPr>
              <a:defRPr sz="1400"/>
            </a:lvl3pPr>
            <a:lvl4pPr>
              <a:defRPr sz="1400"/>
            </a:lvl4pPr>
            <a:lvl5pPr>
              <a:defRPr sz="1400"/>
            </a:lvl5pPr>
          </a:lstStyle>
          <a:p>
            <a:pPr lvl="0"/>
            <a:r>
              <a:rPr lang="en-US"/>
              <a:t>Edit Master text styles</a:t>
            </a:r>
          </a:p>
        </p:txBody>
      </p:sp>
    </p:spTree>
    <p:extLst>
      <p:ext uri="{BB962C8B-B14F-4D97-AF65-F5344CB8AC3E}">
        <p14:creationId xmlns:p14="http://schemas.microsoft.com/office/powerpoint/2010/main" val="1663459202"/>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Presale_Title, SubTitle">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vert="horz" wrap="square" lIns="0" tIns="0" rIns="0" bIns="0" rtlCol="0" anchor="t" anchorCtr="0">
            <a:spAutoFit/>
          </a:bodyPr>
          <a:lstStyle>
            <a:lvl1pPr>
              <a:defRPr lang="en-US" dirty="0"/>
            </a:lvl1pPr>
          </a:lstStyle>
          <a:p>
            <a:pPr lvl="0"/>
            <a:r>
              <a:rPr lang="en-US"/>
              <a:t>Please add slide headline here</a:t>
            </a:r>
          </a:p>
        </p:txBody>
      </p:sp>
      <p:sp>
        <p:nvSpPr>
          <p:cNvPr id="9" name="Text Placeholder 8">
            <a:extLst>
              <a:ext uri="{FF2B5EF4-FFF2-40B4-BE49-F238E27FC236}">
                <a16:creationId xmlns:a16="http://schemas.microsoft.com/office/drawing/2014/main" id="{6EE86E37-104E-4AC8-979C-19F59309235F}"/>
              </a:ext>
            </a:extLst>
          </p:cNvPr>
          <p:cNvSpPr>
            <a:spLocks noGrp="1"/>
          </p:cNvSpPr>
          <p:nvPr>
            <p:ph type="body" sz="quarter" idx="11"/>
          </p:nvPr>
        </p:nvSpPr>
        <p:spPr>
          <a:xfrm>
            <a:off x="371936" y="584174"/>
            <a:ext cx="8414877" cy="208006"/>
          </a:xfrm>
          <a:prstGeom prst="rect">
            <a:avLst/>
          </a:prstGeom>
        </p:spPr>
        <p:txBody>
          <a:bodyPr wrap="square" lIns="0" tIns="0" rIns="0" bIns="0" anchor="t" anchorCtr="0">
            <a:spAutoFit/>
          </a:bodyPr>
          <a:lstStyle>
            <a:lvl1pPr marL="0" indent="0">
              <a:buNone/>
              <a:defRPr sz="1600" b="0" i="0">
                <a:solidFill>
                  <a:schemeClr val="accent2"/>
                </a:solidFill>
              </a:defRPr>
            </a:lvl1pPr>
          </a:lstStyle>
          <a:p>
            <a:pPr lvl="0"/>
            <a:r>
              <a:rPr lang="en-US"/>
              <a:t>Edit Master text styles</a:t>
            </a:r>
          </a:p>
        </p:txBody>
      </p:sp>
    </p:spTree>
    <p:extLst>
      <p:ext uri="{BB962C8B-B14F-4D97-AF65-F5344CB8AC3E}">
        <p14:creationId xmlns:p14="http://schemas.microsoft.com/office/powerpoint/2010/main" val="3115911454"/>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Presale_1-2">
    <p:spTree>
      <p:nvGrpSpPr>
        <p:cNvPr id="1" name=""/>
        <p:cNvGrpSpPr/>
        <p:nvPr/>
      </p:nvGrpSpPr>
      <p:grpSpPr>
        <a:xfrm>
          <a:off x="0" y="0"/>
          <a:ext cx="0" cy="0"/>
          <a:chOff x="0" y="0"/>
          <a:chExt cx="0" cy="0"/>
        </a:xfrm>
      </p:grpSpPr>
      <p:sp>
        <p:nvSpPr>
          <p:cNvPr id="2" name="Title 1"/>
          <p:cNvSpPr>
            <a:spLocks noGrp="1"/>
          </p:cNvSpPr>
          <p:nvPr>
            <p:ph type="title" hasCustomPrompt="1"/>
          </p:nvPr>
        </p:nvSpPr>
        <p:spPr>
          <a:xfrm>
            <a:off x="360365" y="225588"/>
            <a:ext cx="3983036" cy="307777"/>
          </a:xfrm>
        </p:spPr>
        <p:txBody>
          <a:bodyPr vert="horz" wrap="square" lIns="0" tIns="0" rIns="0" bIns="0" rtlCol="0" anchor="t" anchorCtr="0">
            <a:spAutoFit/>
          </a:bodyPr>
          <a:lstStyle>
            <a:lvl1pPr>
              <a:defRPr lang="en-US" dirty="0"/>
            </a:lvl1pPr>
          </a:lstStyle>
          <a:p>
            <a:pPr lvl="0"/>
            <a:r>
              <a:rPr lang="en-US"/>
              <a:t>Please add slide headline here</a:t>
            </a:r>
          </a:p>
        </p:txBody>
      </p:sp>
      <p:sp>
        <p:nvSpPr>
          <p:cNvPr id="3" name="Rectangle 2">
            <a:extLst>
              <a:ext uri="{FF2B5EF4-FFF2-40B4-BE49-F238E27FC236}">
                <a16:creationId xmlns:a16="http://schemas.microsoft.com/office/drawing/2014/main" id="{A16E4E07-45AF-417B-925B-45F0497078AD}"/>
              </a:ext>
            </a:extLst>
          </p:cNvPr>
          <p:cNvSpPr/>
          <p:nvPr userDrawn="1"/>
        </p:nvSpPr>
        <p:spPr>
          <a:xfrm>
            <a:off x="4572000" y="1"/>
            <a:ext cx="4572000" cy="51435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4" name="Text Placeholder 3">
            <a:extLst>
              <a:ext uri="{FF2B5EF4-FFF2-40B4-BE49-F238E27FC236}">
                <a16:creationId xmlns:a16="http://schemas.microsoft.com/office/drawing/2014/main" id="{CAB93819-DED4-4D42-ABC3-20F1B8A57316}"/>
              </a:ext>
            </a:extLst>
          </p:cNvPr>
          <p:cNvSpPr txBox="1">
            <a:spLocks/>
          </p:cNvSpPr>
          <p:nvPr userDrawn="1"/>
        </p:nvSpPr>
        <p:spPr>
          <a:xfrm>
            <a:off x="7335520" y="4902763"/>
            <a:ext cx="1471613" cy="182880"/>
          </a:xfrm>
          <a:prstGeom prst="rect">
            <a:avLst/>
          </a:prstGeom>
          <a:noFill/>
        </p:spPr>
        <p:txBody>
          <a:bodyPr wrap="square" lIns="68526" tIns="34289" rIns="68526" bIns="34289" rtlCol="0" anchor="ctr">
            <a:noAutofit/>
          </a:bodyPr>
          <a:lstStyle>
            <a:defPPr>
              <a:defRPr lang="en-US"/>
            </a:defPPr>
            <a:lvl1pPr marR="0" lvl="0" indent="0" defTabSz="342542" fontAlgn="auto">
              <a:lnSpc>
                <a:spcPct val="100000"/>
              </a:lnSpc>
              <a:spcBef>
                <a:spcPts val="0"/>
              </a:spcBef>
              <a:spcAft>
                <a:spcPts val="0"/>
              </a:spcAft>
              <a:buClrTx/>
              <a:buSzTx/>
              <a:buFontTx/>
              <a:buNone/>
              <a:tabLst/>
              <a:defRPr sz="600" kern="0" spc="15">
                <a:solidFill>
                  <a:srgbClr val="474648"/>
                </a:solidFill>
                <a:cs typeface="Trebuchet MS"/>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r"/>
            <a:fld id="{07FA7470-6506-4B71-AD87-6F7FA0DD0168}" type="slidenum">
              <a:rPr lang="en-US" sz="800" smtClean="0">
                <a:solidFill>
                  <a:schemeClr val="tx2"/>
                </a:solidFill>
              </a:rPr>
              <a:pPr lvl="0" algn="r"/>
              <a:t>‹#›</a:t>
            </a:fld>
            <a:endParaRPr lang="en-US">
              <a:solidFill>
                <a:schemeClr val="tx2"/>
              </a:solidFill>
            </a:endParaRPr>
          </a:p>
        </p:txBody>
      </p:sp>
    </p:spTree>
    <p:extLst>
      <p:ext uri="{BB962C8B-B14F-4D97-AF65-F5344CB8AC3E}">
        <p14:creationId xmlns:p14="http://schemas.microsoft.com/office/powerpoint/2010/main" val="2333002124"/>
      </p:ext>
    </p:extLst>
  </p:cSld>
  <p:clrMapOvr>
    <a:masterClrMapping/>
  </p:clrMapOvr>
  <p:extLst>
    <p:ext uri="{DCECCB84-F9BA-43D5-87BE-67443E8EF086}">
      <p15:sldGuideLst xmlns:p15="http://schemas.microsoft.com/office/powerpoint/2012/main">
        <p15:guide id="1" pos="2880">
          <p15:clr>
            <a:srgbClr val="FBAE40"/>
          </p15:clr>
        </p15:guide>
        <p15:guide id="2" pos="4135">
          <p15:clr>
            <a:srgbClr val="FBAE40"/>
          </p15:clr>
        </p15:guide>
        <p15:guide id="3" pos="4407">
          <p15:clr>
            <a:srgbClr val="FBAE40"/>
          </p15:clr>
        </p15:guide>
        <p15:guide id="4" pos="1621">
          <p15:clr>
            <a:srgbClr val="FBAE40"/>
          </p15:clr>
        </p15:guide>
        <p15:guide id="5" pos="1348">
          <p15:clr>
            <a:srgbClr val="FBAE40"/>
          </p15:clr>
        </p15:guide>
        <p15:guide id="6" pos="4272">
          <p15:clr>
            <a:srgbClr val="FDE53C"/>
          </p15:clr>
        </p15:guide>
        <p15:guide id="7" pos="1488">
          <p15:clr>
            <a:srgbClr val="FDE53C"/>
          </p15:clr>
        </p15:guide>
      </p15:sldGuideLst>
    </p:ext>
  </p:extLst>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Presale_Case Study_1">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1C22DCC-F9B2-478B-B3D4-71FB4CA9C006}"/>
              </a:ext>
            </a:extLst>
          </p:cNvPr>
          <p:cNvSpPr>
            <a:spLocks noGrp="1"/>
          </p:cNvSpPr>
          <p:nvPr>
            <p:ph type="pic" sz="quarter" idx="10"/>
          </p:nvPr>
        </p:nvSpPr>
        <p:spPr>
          <a:xfrm>
            <a:off x="3434450" y="0"/>
            <a:ext cx="5709550" cy="5143500"/>
          </a:xfrm>
          <a:prstGeom prst="rect">
            <a:avLst/>
          </a:prstGeom>
        </p:spPr>
        <p:txBody>
          <a:bodyPr tIns="91440" bIns="1097280" anchor="ctr" anchorCtr="0"/>
          <a:lstStyle>
            <a:lvl1pPr marL="0" indent="0" algn="ctr">
              <a:buNone/>
              <a:defRPr sz="1600"/>
            </a:lvl1pPr>
          </a:lstStyle>
          <a:p>
            <a:endParaRPr lang="en-US"/>
          </a:p>
        </p:txBody>
      </p:sp>
      <p:sp>
        <p:nvSpPr>
          <p:cNvPr id="2" name="Title 1"/>
          <p:cNvSpPr>
            <a:spLocks noGrp="1"/>
          </p:cNvSpPr>
          <p:nvPr>
            <p:ph type="title" hasCustomPrompt="1"/>
          </p:nvPr>
        </p:nvSpPr>
        <p:spPr>
          <a:xfrm>
            <a:off x="360366" y="228798"/>
            <a:ext cx="2746370" cy="615553"/>
          </a:xfrm>
        </p:spPr>
        <p:txBody>
          <a:bodyPr vert="horz" wrap="square" lIns="0" tIns="0" rIns="0" bIns="0" rtlCol="0" anchor="t" anchorCtr="0">
            <a:spAutoFit/>
          </a:bodyPr>
          <a:lstStyle>
            <a:lvl1pPr>
              <a:defRPr lang="en-US" dirty="0"/>
            </a:lvl1pPr>
          </a:lstStyle>
          <a:p>
            <a:pPr lvl="0"/>
            <a:r>
              <a:rPr lang="en-US"/>
              <a:t>Please add slide </a:t>
            </a:r>
            <a:br>
              <a:rPr lang="en-US"/>
            </a:br>
            <a:r>
              <a:rPr lang="en-US"/>
              <a:t>headline here</a:t>
            </a:r>
          </a:p>
        </p:txBody>
      </p:sp>
      <p:sp>
        <p:nvSpPr>
          <p:cNvPr id="4" name="Slide Number Placeholder 4"/>
          <p:cNvSpPr>
            <a:spLocks noGrp="1"/>
          </p:cNvSpPr>
          <p:nvPr>
            <p:ph type="sldNum" sz="quarter" idx="4"/>
          </p:nvPr>
        </p:nvSpPr>
        <p:spPr>
          <a:xfrm>
            <a:off x="7335520" y="4902763"/>
            <a:ext cx="1471613" cy="182880"/>
          </a:xfrm>
          <a:prstGeom prst="rect">
            <a:avLst/>
          </a:prstGeom>
          <a:noFill/>
        </p:spPr>
        <p:txBody>
          <a:bodyPr wrap="square" lIns="68526" tIns="34289" rIns="68526" bIns="34289" rtlCol="0" anchor="ctr">
            <a:noAutofit/>
          </a:bodyPr>
          <a:lstStyle>
            <a:lvl1pPr>
              <a:defRPr lang="en-US" sz="800" kern="0" spc="15" smtClean="0">
                <a:solidFill>
                  <a:schemeClr val="tx2"/>
                </a:solidFill>
                <a:cs typeface="Trebuchet MS"/>
              </a:defRPr>
            </a:lvl1pPr>
          </a:lstStyle>
          <a:p>
            <a:pPr algn="r" defTabSz="342542"/>
            <a:fld id="{04825EE3-D40C-4F67-95F2-2B3AD93195DA}" type="slidenum">
              <a:rPr lang="en-US" smtClean="0"/>
              <a:pPr algn="r" defTabSz="342542"/>
              <a:t>‹#›</a:t>
            </a:fld>
            <a:endParaRPr lang="en-US"/>
          </a:p>
        </p:txBody>
      </p:sp>
    </p:spTree>
    <p:extLst>
      <p:ext uri="{BB962C8B-B14F-4D97-AF65-F5344CB8AC3E}">
        <p14:creationId xmlns:p14="http://schemas.microsoft.com/office/powerpoint/2010/main" val="4195144324"/>
      </p:ext>
    </p:extLst>
  </p:cSld>
  <p:clrMapOvr>
    <a:masterClrMapping/>
  </p:clrMapOvr>
  <p:extLst>
    <p:ext uri="{DCECCB84-F9BA-43D5-87BE-67443E8EF086}">
      <p15:sldGuideLst xmlns:p15="http://schemas.microsoft.com/office/powerpoint/2012/main">
        <p15:guide id="1" pos="2160" userDrawn="1">
          <p15:clr>
            <a:srgbClr val="FBAE40"/>
          </p15:clr>
        </p15:guide>
      </p15:sldGuideLst>
    </p:ext>
  </p:extLst>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Presale_Case Study_1_Logo">
    <p:spTree>
      <p:nvGrpSpPr>
        <p:cNvPr id="1" name=""/>
        <p:cNvGrpSpPr/>
        <p:nvPr/>
      </p:nvGrpSpPr>
      <p:grpSpPr>
        <a:xfrm>
          <a:off x="0" y="0"/>
          <a:ext cx="0" cy="0"/>
          <a:chOff x="0" y="0"/>
          <a:chExt cx="0" cy="0"/>
        </a:xfrm>
      </p:grpSpPr>
      <p:sp>
        <p:nvSpPr>
          <p:cNvPr id="8" name="Picture Placeholder 7">
            <a:extLst>
              <a:ext uri="{FF2B5EF4-FFF2-40B4-BE49-F238E27FC236}">
                <a16:creationId xmlns:a16="http://schemas.microsoft.com/office/drawing/2014/main" id="{61C22DCC-F9B2-478B-B3D4-71FB4CA9C006}"/>
              </a:ext>
            </a:extLst>
          </p:cNvPr>
          <p:cNvSpPr>
            <a:spLocks noGrp="1"/>
          </p:cNvSpPr>
          <p:nvPr>
            <p:ph type="pic" sz="quarter" idx="10"/>
          </p:nvPr>
        </p:nvSpPr>
        <p:spPr>
          <a:xfrm>
            <a:off x="3434450" y="0"/>
            <a:ext cx="5709550" cy="5143500"/>
          </a:xfrm>
          <a:prstGeom prst="rect">
            <a:avLst/>
          </a:prstGeom>
        </p:spPr>
        <p:txBody>
          <a:bodyPr tIns="91440" bIns="1097280" anchor="ctr" anchorCtr="0"/>
          <a:lstStyle>
            <a:lvl1pPr marL="0" indent="0" algn="ctr">
              <a:buNone/>
              <a:defRPr sz="1600"/>
            </a:lvl1pPr>
          </a:lstStyle>
          <a:p>
            <a:endParaRPr lang="en-US"/>
          </a:p>
        </p:txBody>
      </p:sp>
      <p:sp>
        <p:nvSpPr>
          <p:cNvPr id="7" name="Title 1">
            <a:extLst>
              <a:ext uri="{FF2B5EF4-FFF2-40B4-BE49-F238E27FC236}">
                <a16:creationId xmlns:a16="http://schemas.microsoft.com/office/drawing/2014/main" id="{93C50546-BF6F-4690-853F-D13B56756D1E}"/>
              </a:ext>
            </a:extLst>
          </p:cNvPr>
          <p:cNvSpPr>
            <a:spLocks noGrp="1"/>
          </p:cNvSpPr>
          <p:nvPr>
            <p:ph type="title" hasCustomPrompt="1"/>
          </p:nvPr>
        </p:nvSpPr>
        <p:spPr>
          <a:xfrm>
            <a:off x="360366" y="542881"/>
            <a:ext cx="2746370" cy="615553"/>
          </a:xfrm>
        </p:spPr>
        <p:txBody>
          <a:bodyPr vert="horz" wrap="square" lIns="0" tIns="0" rIns="0" bIns="0" rtlCol="0" anchor="t" anchorCtr="0">
            <a:spAutoFit/>
          </a:bodyPr>
          <a:lstStyle>
            <a:lvl1pPr>
              <a:defRPr lang="en-US" dirty="0"/>
            </a:lvl1pPr>
          </a:lstStyle>
          <a:p>
            <a:pPr lvl="0"/>
            <a:r>
              <a:rPr lang="en-US"/>
              <a:t>Please add slide </a:t>
            </a:r>
            <a:br>
              <a:rPr lang="en-US"/>
            </a:br>
            <a:r>
              <a:rPr lang="en-US"/>
              <a:t>headline here</a:t>
            </a:r>
          </a:p>
        </p:txBody>
      </p:sp>
      <p:sp>
        <p:nvSpPr>
          <p:cNvPr id="4" name="Slide Number Placeholder 4"/>
          <p:cNvSpPr>
            <a:spLocks noGrp="1"/>
          </p:cNvSpPr>
          <p:nvPr>
            <p:ph type="sldNum" sz="quarter" idx="4"/>
          </p:nvPr>
        </p:nvSpPr>
        <p:spPr>
          <a:xfrm>
            <a:off x="7335520" y="4902763"/>
            <a:ext cx="1471613" cy="182880"/>
          </a:xfrm>
          <a:prstGeom prst="rect">
            <a:avLst/>
          </a:prstGeom>
          <a:noFill/>
        </p:spPr>
        <p:txBody>
          <a:bodyPr wrap="square" lIns="68526" tIns="34289" rIns="68526" bIns="34289" rtlCol="0" anchor="ctr">
            <a:noAutofit/>
          </a:bodyPr>
          <a:lstStyle>
            <a:lvl1pPr>
              <a:defRPr lang="en-US" sz="800" kern="0" spc="15" smtClean="0">
                <a:solidFill>
                  <a:schemeClr val="tx2"/>
                </a:solidFill>
                <a:cs typeface="Trebuchet MS"/>
              </a:defRPr>
            </a:lvl1pPr>
          </a:lstStyle>
          <a:p>
            <a:pPr algn="r" defTabSz="342542"/>
            <a:fld id="{04825EE3-D40C-4F67-95F2-2B3AD93195DA}" type="slidenum">
              <a:rPr lang="en-US" smtClean="0"/>
              <a:pPr algn="r" defTabSz="342542"/>
              <a:t>‹#›</a:t>
            </a:fld>
            <a:endParaRPr lang="en-US"/>
          </a:p>
        </p:txBody>
      </p:sp>
    </p:spTree>
    <p:extLst>
      <p:ext uri="{BB962C8B-B14F-4D97-AF65-F5344CB8AC3E}">
        <p14:creationId xmlns:p14="http://schemas.microsoft.com/office/powerpoint/2010/main" val="2663908178"/>
      </p:ext>
    </p:extLst>
  </p:cSld>
  <p:clrMapOvr>
    <a:masterClrMapping/>
  </p:clrMapOvr>
  <p:extLst>
    <p:ext uri="{DCECCB84-F9BA-43D5-87BE-67443E8EF086}">
      <p15:sldGuideLst xmlns:p15="http://schemas.microsoft.com/office/powerpoint/2012/main">
        <p15:guide id="1" pos="2160" userDrawn="1">
          <p15:clr>
            <a:srgbClr val="FBAE40"/>
          </p15:clr>
        </p15:guide>
      </p15:sldGuideLst>
    </p:ext>
  </p:extLst>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Presale_Case Study_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BDBC29F-68B3-4805-9B0F-6C9F4A34CFEB}"/>
              </a:ext>
            </a:extLst>
          </p:cNvPr>
          <p:cNvSpPr/>
          <p:nvPr userDrawn="1"/>
        </p:nvSpPr>
        <p:spPr>
          <a:xfrm>
            <a:off x="4572000" y="1"/>
            <a:ext cx="4572000" cy="51435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360365" y="533563"/>
            <a:ext cx="3983035" cy="307777"/>
          </a:xfrm>
        </p:spPr>
        <p:txBody>
          <a:bodyPr vert="horz" wrap="square" lIns="0" tIns="0" rIns="91440" bIns="0" rtlCol="0" anchor="t" anchorCtr="0">
            <a:spAutoFit/>
          </a:bodyPr>
          <a:lstStyle>
            <a:lvl1pPr>
              <a:defRPr lang="en-US" dirty="0"/>
            </a:lvl1pPr>
          </a:lstStyle>
          <a:p>
            <a:pPr lvl="0"/>
            <a:r>
              <a:rPr lang="en-US"/>
              <a:t>Please add slide headline here</a:t>
            </a:r>
          </a:p>
        </p:txBody>
      </p:sp>
      <p:sp>
        <p:nvSpPr>
          <p:cNvPr id="11" name="Text Placeholder 10">
            <a:extLst>
              <a:ext uri="{FF2B5EF4-FFF2-40B4-BE49-F238E27FC236}">
                <a16:creationId xmlns:a16="http://schemas.microsoft.com/office/drawing/2014/main" id="{678B3201-D1EB-440A-A53D-D318BC0A5569}"/>
              </a:ext>
            </a:extLst>
          </p:cNvPr>
          <p:cNvSpPr>
            <a:spLocks noGrp="1"/>
          </p:cNvSpPr>
          <p:nvPr>
            <p:ph type="body" sz="quarter" idx="10" hasCustomPrompt="1"/>
          </p:nvPr>
        </p:nvSpPr>
        <p:spPr>
          <a:xfrm>
            <a:off x="4572000" y="536575"/>
            <a:ext cx="4572000" cy="301625"/>
          </a:xfrm>
          <a:prstGeom prst="rect">
            <a:avLst/>
          </a:prstGeom>
          <a:solidFill>
            <a:schemeClr val="accent2"/>
          </a:solidFill>
        </p:spPr>
        <p:txBody>
          <a:bodyPr vert="horz" wrap="none" lIns="274320" tIns="45720" rIns="0" bIns="45720" rtlCol="0" anchor="ctr">
            <a:noAutofit/>
          </a:bodyPr>
          <a:lstStyle>
            <a:lvl1pPr>
              <a:defRPr lang="en-US" sz="1400" b="1" cap="all" spc="100" baseline="0" smtClean="0">
                <a:solidFill>
                  <a:schemeClr val="bg1"/>
                </a:solidFill>
                <a:ea typeface="+mj-ea"/>
                <a:cs typeface="+mj-cs"/>
              </a:defRPr>
            </a:lvl1pPr>
            <a:lvl2pPr marL="171450" indent="0">
              <a:buNone/>
              <a:defRPr lang="en-US" sz="1350" smtClean="0"/>
            </a:lvl2pPr>
            <a:lvl3pPr>
              <a:defRPr lang="en-US" sz="1350" smtClean="0"/>
            </a:lvl3pPr>
            <a:lvl4pPr>
              <a:defRPr lang="en-US" sz="1350" smtClean="0"/>
            </a:lvl4pPr>
            <a:lvl5pPr>
              <a:defRPr lang="en-US" sz="1350"/>
            </a:lvl5pPr>
          </a:lstStyle>
          <a:p>
            <a:pPr marL="0" lvl="0">
              <a:lnSpc>
                <a:spcPct val="100000"/>
              </a:lnSpc>
              <a:spcBef>
                <a:spcPct val="0"/>
              </a:spcBef>
              <a:buNone/>
            </a:pPr>
            <a:r>
              <a:rPr lang="en-US"/>
              <a:t>Edit Master Text Styles</a:t>
            </a:r>
          </a:p>
        </p:txBody>
      </p:sp>
      <p:sp>
        <p:nvSpPr>
          <p:cNvPr id="6" name="Text Placeholder 3">
            <a:extLst>
              <a:ext uri="{FF2B5EF4-FFF2-40B4-BE49-F238E27FC236}">
                <a16:creationId xmlns:a16="http://schemas.microsoft.com/office/drawing/2014/main" id="{AD87AC79-F9C5-46A5-92B4-7AF8A9029D66}"/>
              </a:ext>
            </a:extLst>
          </p:cNvPr>
          <p:cNvSpPr txBox="1">
            <a:spLocks/>
          </p:cNvSpPr>
          <p:nvPr userDrawn="1"/>
        </p:nvSpPr>
        <p:spPr>
          <a:xfrm>
            <a:off x="7335520" y="4902763"/>
            <a:ext cx="1471613" cy="182880"/>
          </a:xfrm>
          <a:prstGeom prst="rect">
            <a:avLst/>
          </a:prstGeom>
          <a:noFill/>
        </p:spPr>
        <p:txBody>
          <a:bodyPr wrap="square" lIns="68526" tIns="34289" rIns="68526" bIns="34289" rtlCol="0" anchor="ctr">
            <a:noAutofit/>
          </a:bodyPr>
          <a:lstStyle>
            <a:defPPr>
              <a:defRPr lang="en-US"/>
            </a:defPPr>
            <a:lvl1pPr marR="0" lvl="0" indent="0" defTabSz="342542" fontAlgn="auto">
              <a:lnSpc>
                <a:spcPct val="100000"/>
              </a:lnSpc>
              <a:spcBef>
                <a:spcPts val="0"/>
              </a:spcBef>
              <a:spcAft>
                <a:spcPts val="0"/>
              </a:spcAft>
              <a:buClrTx/>
              <a:buSzTx/>
              <a:buFontTx/>
              <a:buNone/>
              <a:tabLst/>
              <a:defRPr sz="600" kern="0" spc="15">
                <a:solidFill>
                  <a:srgbClr val="474648"/>
                </a:solidFill>
                <a:cs typeface="Trebuchet MS"/>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r"/>
            <a:fld id="{07FA7470-6506-4B71-AD87-6F7FA0DD0168}" type="slidenum">
              <a:rPr lang="en-US" sz="800" smtClean="0">
                <a:solidFill>
                  <a:schemeClr val="tx2"/>
                </a:solidFill>
              </a:rPr>
              <a:pPr lvl="0" algn="r"/>
              <a:t>‹#›</a:t>
            </a:fld>
            <a:endParaRPr lang="en-US">
              <a:solidFill>
                <a:schemeClr val="tx2"/>
              </a:solidFill>
            </a:endParaRPr>
          </a:p>
        </p:txBody>
      </p:sp>
    </p:spTree>
    <p:extLst>
      <p:ext uri="{BB962C8B-B14F-4D97-AF65-F5344CB8AC3E}">
        <p14:creationId xmlns:p14="http://schemas.microsoft.com/office/powerpoint/2010/main" val="1454251690"/>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Presale_Case Study_1-2_Pic">
    <p:spTree>
      <p:nvGrpSpPr>
        <p:cNvPr id="1" name=""/>
        <p:cNvGrpSpPr/>
        <p:nvPr/>
      </p:nvGrpSpPr>
      <p:grpSpPr>
        <a:xfrm>
          <a:off x="0" y="0"/>
          <a:ext cx="0" cy="0"/>
          <a:chOff x="0" y="0"/>
          <a:chExt cx="0" cy="0"/>
        </a:xfrm>
      </p:grpSpPr>
      <p:sp>
        <p:nvSpPr>
          <p:cNvPr id="5" name="Picture Placeholder 4">
            <a:extLst>
              <a:ext uri="{FF2B5EF4-FFF2-40B4-BE49-F238E27FC236}">
                <a16:creationId xmlns:a16="http://schemas.microsoft.com/office/drawing/2014/main" id="{DB587B51-66DB-47BB-8ECB-B4F9C97ECF54}"/>
              </a:ext>
            </a:extLst>
          </p:cNvPr>
          <p:cNvSpPr>
            <a:spLocks noGrp="1"/>
          </p:cNvSpPr>
          <p:nvPr>
            <p:ph type="pic" sz="quarter" idx="10"/>
          </p:nvPr>
        </p:nvSpPr>
        <p:spPr>
          <a:xfrm>
            <a:off x="4572000" y="0"/>
            <a:ext cx="4572000" cy="5143500"/>
          </a:xfrm>
        </p:spPr>
        <p:txBody>
          <a:bodyPr>
            <a:normAutofit/>
          </a:bodyPr>
          <a:lstStyle>
            <a:lvl1pPr algn="ctr">
              <a:defRPr sz="1100">
                <a:solidFill>
                  <a:schemeClr val="bg1">
                    <a:lumMod val="85000"/>
                  </a:schemeClr>
                </a:solidFill>
              </a:defRPr>
            </a:lvl1pPr>
          </a:lstStyle>
          <a:p>
            <a:endParaRPr lang="en-US"/>
          </a:p>
        </p:txBody>
      </p:sp>
      <p:sp>
        <p:nvSpPr>
          <p:cNvPr id="2" name="Title 1"/>
          <p:cNvSpPr>
            <a:spLocks noGrp="1"/>
          </p:cNvSpPr>
          <p:nvPr>
            <p:ph type="title" hasCustomPrompt="1"/>
          </p:nvPr>
        </p:nvSpPr>
        <p:spPr>
          <a:xfrm>
            <a:off x="360365" y="533563"/>
            <a:ext cx="3983035" cy="307777"/>
          </a:xfrm>
        </p:spPr>
        <p:txBody>
          <a:bodyPr vert="horz" wrap="square" lIns="0" tIns="0" rIns="91440" bIns="0" rtlCol="0" anchor="t" anchorCtr="0">
            <a:spAutoFit/>
          </a:bodyPr>
          <a:lstStyle>
            <a:lvl1pPr>
              <a:defRPr lang="en-US" dirty="0"/>
            </a:lvl1pPr>
          </a:lstStyle>
          <a:p>
            <a:pPr lvl="0"/>
            <a:r>
              <a:rPr lang="en-US"/>
              <a:t>Please add slide headline here</a:t>
            </a:r>
          </a:p>
        </p:txBody>
      </p:sp>
      <p:sp>
        <p:nvSpPr>
          <p:cNvPr id="6" name="Text Placeholder 3">
            <a:extLst>
              <a:ext uri="{FF2B5EF4-FFF2-40B4-BE49-F238E27FC236}">
                <a16:creationId xmlns:a16="http://schemas.microsoft.com/office/drawing/2014/main" id="{AD87AC79-F9C5-46A5-92B4-7AF8A9029D66}"/>
              </a:ext>
            </a:extLst>
          </p:cNvPr>
          <p:cNvSpPr txBox="1">
            <a:spLocks/>
          </p:cNvSpPr>
          <p:nvPr userDrawn="1"/>
        </p:nvSpPr>
        <p:spPr>
          <a:xfrm>
            <a:off x="7335520" y="4902763"/>
            <a:ext cx="1471613" cy="182880"/>
          </a:xfrm>
          <a:prstGeom prst="rect">
            <a:avLst/>
          </a:prstGeom>
          <a:noFill/>
        </p:spPr>
        <p:txBody>
          <a:bodyPr wrap="square" lIns="68526" tIns="34289" rIns="68526" bIns="34289" rtlCol="0" anchor="ctr">
            <a:noAutofit/>
          </a:bodyPr>
          <a:lstStyle>
            <a:defPPr>
              <a:defRPr lang="en-US"/>
            </a:defPPr>
            <a:lvl1pPr marR="0" lvl="0" indent="0" defTabSz="342542" fontAlgn="auto">
              <a:lnSpc>
                <a:spcPct val="100000"/>
              </a:lnSpc>
              <a:spcBef>
                <a:spcPts val="0"/>
              </a:spcBef>
              <a:spcAft>
                <a:spcPts val="0"/>
              </a:spcAft>
              <a:buClrTx/>
              <a:buSzTx/>
              <a:buFontTx/>
              <a:buNone/>
              <a:tabLst/>
              <a:defRPr sz="600" kern="0" spc="15">
                <a:solidFill>
                  <a:srgbClr val="474648"/>
                </a:solidFill>
                <a:cs typeface="Trebuchet MS"/>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r"/>
            <a:fld id="{07FA7470-6506-4B71-AD87-6F7FA0DD0168}" type="slidenum">
              <a:rPr lang="en-US" sz="800" smtClean="0">
                <a:solidFill>
                  <a:schemeClr val="tx2"/>
                </a:solidFill>
              </a:rPr>
              <a:pPr lvl="0" algn="r"/>
              <a:t>‹#›</a:t>
            </a:fld>
            <a:endParaRPr lang="en-US">
              <a:solidFill>
                <a:schemeClr val="tx2"/>
              </a:solidFill>
            </a:endParaRPr>
          </a:p>
        </p:txBody>
      </p:sp>
    </p:spTree>
    <p:extLst>
      <p:ext uri="{BB962C8B-B14F-4D97-AF65-F5344CB8AC3E}">
        <p14:creationId xmlns:p14="http://schemas.microsoft.com/office/powerpoint/2010/main" val="2583830168"/>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1_Presale_Blank">
    <p:spTree>
      <p:nvGrpSpPr>
        <p:cNvPr id="1" name=""/>
        <p:cNvGrpSpPr/>
        <p:nvPr/>
      </p:nvGrpSpPr>
      <p:grpSpPr>
        <a:xfrm>
          <a:off x="0" y="0"/>
          <a:ext cx="0" cy="0"/>
          <a:chOff x="0" y="0"/>
          <a:chExt cx="0" cy="0"/>
        </a:xfrm>
      </p:grpSpPr>
    </p:spTree>
    <p:extLst>
      <p:ext uri="{BB962C8B-B14F-4D97-AF65-F5344CB8AC3E}">
        <p14:creationId xmlns:p14="http://schemas.microsoft.com/office/powerpoint/2010/main" val="92743857"/>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Presale_Arrow - Right">
    <p:spTree>
      <p:nvGrpSpPr>
        <p:cNvPr id="1" name=""/>
        <p:cNvGrpSpPr/>
        <p:nvPr/>
      </p:nvGrpSpPr>
      <p:grpSpPr>
        <a:xfrm>
          <a:off x="0" y="0"/>
          <a:ext cx="0" cy="0"/>
          <a:chOff x="0" y="0"/>
          <a:chExt cx="0" cy="0"/>
        </a:xfrm>
      </p:grpSpPr>
      <p:sp>
        <p:nvSpPr>
          <p:cNvPr id="13" name="Rectangle 12"/>
          <p:cNvSpPr/>
          <p:nvPr userDrawn="1"/>
        </p:nvSpPr>
        <p:spPr>
          <a:xfrm>
            <a:off x="5333999" y="0"/>
            <a:ext cx="3810001" cy="51435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Isosceles Triangle 8">
            <a:extLst>
              <a:ext uri="{FF2B5EF4-FFF2-40B4-BE49-F238E27FC236}">
                <a16:creationId xmlns:a16="http://schemas.microsoft.com/office/drawing/2014/main" id="{EE2DB2E9-923B-4421-A06C-CF40C41A88D8}"/>
              </a:ext>
            </a:extLst>
          </p:cNvPr>
          <p:cNvSpPr/>
          <p:nvPr userDrawn="1"/>
        </p:nvSpPr>
        <p:spPr>
          <a:xfrm rot="16200000" flipH="1">
            <a:off x="2485853" y="2295356"/>
            <a:ext cx="5143500" cy="552793"/>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FB1EC31C-BE50-4B70-BC3C-BF212543F862}"/>
              </a:ext>
            </a:extLst>
          </p:cNvPr>
          <p:cNvSpPr>
            <a:spLocks noGrp="1"/>
          </p:cNvSpPr>
          <p:nvPr>
            <p:ph type="title" hasCustomPrompt="1"/>
          </p:nvPr>
        </p:nvSpPr>
        <p:spPr>
          <a:xfrm>
            <a:off x="360365" y="228798"/>
            <a:ext cx="3983035" cy="615553"/>
          </a:xfrm>
        </p:spPr>
        <p:txBody>
          <a:bodyPr vert="horz" wrap="square" lIns="0" tIns="0" rIns="0" bIns="0" rtlCol="0" anchor="t" anchorCtr="0">
            <a:spAutoFit/>
          </a:bodyPr>
          <a:lstStyle>
            <a:lvl1pPr>
              <a:defRPr lang="en-US" dirty="0"/>
            </a:lvl1pPr>
          </a:lstStyle>
          <a:p>
            <a:pPr lvl="0"/>
            <a:r>
              <a:rPr lang="en-US"/>
              <a:t>Please add slide </a:t>
            </a:r>
            <a:br>
              <a:rPr lang="en-US"/>
            </a:br>
            <a:r>
              <a:rPr lang="en-US"/>
              <a:t>headline here</a:t>
            </a:r>
          </a:p>
        </p:txBody>
      </p:sp>
      <p:sp>
        <p:nvSpPr>
          <p:cNvPr id="7" name="Text Placeholder 3">
            <a:extLst>
              <a:ext uri="{FF2B5EF4-FFF2-40B4-BE49-F238E27FC236}">
                <a16:creationId xmlns:a16="http://schemas.microsoft.com/office/drawing/2014/main" id="{48C0BACF-2B04-4857-BAAF-FF903DA94F1D}"/>
              </a:ext>
            </a:extLst>
          </p:cNvPr>
          <p:cNvSpPr txBox="1">
            <a:spLocks/>
          </p:cNvSpPr>
          <p:nvPr userDrawn="1"/>
        </p:nvSpPr>
        <p:spPr>
          <a:xfrm>
            <a:off x="7335520" y="4902763"/>
            <a:ext cx="1471613" cy="182880"/>
          </a:xfrm>
          <a:prstGeom prst="rect">
            <a:avLst/>
          </a:prstGeom>
          <a:noFill/>
        </p:spPr>
        <p:txBody>
          <a:bodyPr wrap="square" lIns="68526" tIns="34289" rIns="68526" bIns="34289" rtlCol="0" anchor="ctr">
            <a:noAutofit/>
          </a:bodyPr>
          <a:lstStyle>
            <a:defPPr>
              <a:defRPr lang="en-US"/>
            </a:defPPr>
            <a:lvl1pPr marR="0" lvl="0" indent="0" defTabSz="342542" fontAlgn="auto">
              <a:lnSpc>
                <a:spcPct val="100000"/>
              </a:lnSpc>
              <a:spcBef>
                <a:spcPts val="0"/>
              </a:spcBef>
              <a:spcAft>
                <a:spcPts val="0"/>
              </a:spcAft>
              <a:buClrTx/>
              <a:buSzTx/>
              <a:buFontTx/>
              <a:buNone/>
              <a:tabLst/>
              <a:defRPr sz="600" kern="0" spc="15">
                <a:solidFill>
                  <a:srgbClr val="474648"/>
                </a:solidFill>
                <a:cs typeface="Trebuchet MS"/>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r"/>
            <a:fld id="{07FA7470-6506-4B71-AD87-6F7FA0DD0168}" type="slidenum">
              <a:rPr lang="en-US" sz="800" smtClean="0">
                <a:solidFill>
                  <a:schemeClr val="bg1"/>
                </a:solidFill>
              </a:rPr>
              <a:pPr lvl="0" algn="r"/>
              <a:t>‹#›</a:t>
            </a:fld>
            <a:endParaRPr lang="en-US">
              <a:solidFill>
                <a:schemeClr val="bg1"/>
              </a:solidFill>
            </a:endParaRPr>
          </a:p>
        </p:txBody>
      </p:sp>
    </p:spTree>
    <p:extLst>
      <p:ext uri="{BB962C8B-B14F-4D97-AF65-F5344CB8AC3E}">
        <p14:creationId xmlns:p14="http://schemas.microsoft.com/office/powerpoint/2010/main" val="1047226640"/>
      </p:ext>
    </p:extLst>
  </p:cSld>
  <p:clrMapOvr>
    <a:masterClrMapping/>
  </p:clrMapOvr>
  <p:extLst>
    <p:ext uri="{DCECCB84-F9BA-43D5-87BE-67443E8EF086}">
      <p15:sldGuideLst xmlns:p15="http://schemas.microsoft.com/office/powerpoint/2012/main">
        <p15:guide id="1" pos="3360">
          <p15:clr>
            <a:srgbClr val="FBAE40"/>
          </p15:clr>
        </p15:guide>
      </p15:sldGuideLst>
    </p:ext>
  </p:extLst>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Presale_Arrow - Right">
    <p:spTree>
      <p:nvGrpSpPr>
        <p:cNvPr id="1" name=""/>
        <p:cNvGrpSpPr/>
        <p:nvPr/>
      </p:nvGrpSpPr>
      <p:grpSpPr>
        <a:xfrm>
          <a:off x="0" y="0"/>
          <a:ext cx="0" cy="0"/>
          <a:chOff x="0" y="0"/>
          <a:chExt cx="0" cy="0"/>
        </a:xfrm>
      </p:grpSpPr>
      <p:sp>
        <p:nvSpPr>
          <p:cNvPr id="13" name="Rectangle 12"/>
          <p:cNvSpPr/>
          <p:nvPr userDrawn="1"/>
        </p:nvSpPr>
        <p:spPr>
          <a:xfrm>
            <a:off x="5333999" y="0"/>
            <a:ext cx="3810001" cy="51435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9" name="Isosceles Triangle 8">
            <a:extLst>
              <a:ext uri="{FF2B5EF4-FFF2-40B4-BE49-F238E27FC236}">
                <a16:creationId xmlns:a16="http://schemas.microsoft.com/office/drawing/2014/main" id="{EE2DB2E9-923B-4421-A06C-CF40C41A88D8}"/>
              </a:ext>
            </a:extLst>
          </p:cNvPr>
          <p:cNvSpPr/>
          <p:nvPr userDrawn="1"/>
        </p:nvSpPr>
        <p:spPr>
          <a:xfrm rot="16200000" flipH="1">
            <a:off x="2485853" y="2295356"/>
            <a:ext cx="5143500" cy="552793"/>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5" name="Title 1">
            <a:extLst>
              <a:ext uri="{FF2B5EF4-FFF2-40B4-BE49-F238E27FC236}">
                <a16:creationId xmlns:a16="http://schemas.microsoft.com/office/drawing/2014/main" id="{FB1EC31C-BE50-4B70-BC3C-BF212543F862}"/>
              </a:ext>
            </a:extLst>
          </p:cNvPr>
          <p:cNvSpPr>
            <a:spLocks noGrp="1"/>
          </p:cNvSpPr>
          <p:nvPr>
            <p:ph type="title" hasCustomPrompt="1"/>
          </p:nvPr>
        </p:nvSpPr>
        <p:spPr>
          <a:xfrm>
            <a:off x="360365" y="228798"/>
            <a:ext cx="3983035" cy="615553"/>
          </a:xfrm>
        </p:spPr>
        <p:txBody>
          <a:bodyPr vert="horz" wrap="square" lIns="0" tIns="0" rIns="0" bIns="0" rtlCol="0" anchor="t" anchorCtr="0">
            <a:spAutoFit/>
          </a:bodyPr>
          <a:lstStyle>
            <a:lvl1pPr>
              <a:defRPr lang="en-US" dirty="0"/>
            </a:lvl1pPr>
          </a:lstStyle>
          <a:p>
            <a:pPr lvl="0"/>
            <a:r>
              <a:rPr lang="en-US"/>
              <a:t>Please add slide </a:t>
            </a:r>
            <a:br>
              <a:rPr lang="en-US"/>
            </a:br>
            <a:r>
              <a:rPr lang="en-US"/>
              <a:t>headline here</a:t>
            </a:r>
          </a:p>
        </p:txBody>
      </p:sp>
      <p:sp>
        <p:nvSpPr>
          <p:cNvPr id="7" name="Text Placeholder 3">
            <a:extLst>
              <a:ext uri="{FF2B5EF4-FFF2-40B4-BE49-F238E27FC236}">
                <a16:creationId xmlns:a16="http://schemas.microsoft.com/office/drawing/2014/main" id="{48C0BACF-2B04-4857-BAAF-FF903DA94F1D}"/>
              </a:ext>
            </a:extLst>
          </p:cNvPr>
          <p:cNvSpPr txBox="1">
            <a:spLocks/>
          </p:cNvSpPr>
          <p:nvPr userDrawn="1"/>
        </p:nvSpPr>
        <p:spPr>
          <a:xfrm>
            <a:off x="7335520" y="4902763"/>
            <a:ext cx="1471613" cy="182880"/>
          </a:xfrm>
          <a:prstGeom prst="rect">
            <a:avLst/>
          </a:prstGeom>
          <a:noFill/>
        </p:spPr>
        <p:txBody>
          <a:bodyPr wrap="square" lIns="68526" tIns="34289" rIns="68526" bIns="34289" rtlCol="0" anchor="ctr">
            <a:noAutofit/>
          </a:bodyPr>
          <a:lstStyle>
            <a:defPPr>
              <a:defRPr lang="en-US"/>
            </a:defPPr>
            <a:lvl1pPr marR="0" lvl="0" indent="0" defTabSz="342542" fontAlgn="auto">
              <a:lnSpc>
                <a:spcPct val="100000"/>
              </a:lnSpc>
              <a:spcBef>
                <a:spcPts val="0"/>
              </a:spcBef>
              <a:spcAft>
                <a:spcPts val="0"/>
              </a:spcAft>
              <a:buClrTx/>
              <a:buSzTx/>
              <a:buFontTx/>
              <a:buNone/>
              <a:tabLst/>
              <a:defRPr sz="600" kern="0" spc="15">
                <a:solidFill>
                  <a:srgbClr val="474648"/>
                </a:solidFill>
                <a:cs typeface="Trebuchet MS"/>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r"/>
            <a:fld id="{07FA7470-6506-4B71-AD87-6F7FA0DD0168}" type="slidenum">
              <a:rPr lang="en-US" sz="800" smtClean="0">
                <a:solidFill>
                  <a:schemeClr val="tx1"/>
                </a:solidFill>
              </a:rPr>
              <a:pPr lvl="0" algn="r"/>
              <a:t>‹#›</a:t>
            </a:fld>
            <a:endParaRPr lang="en-US">
              <a:solidFill>
                <a:schemeClr val="tx1"/>
              </a:solidFill>
            </a:endParaRPr>
          </a:p>
        </p:txBody>
      </p:sp>
    </p:spTree>
    <p:extLst>
      <p:ext uri="{BB962C8B-B14F-4D97-AF65-F5344CB8AC3E}">
        <p14:creationId xmlns:p14="http://schemas.microsoft.com/office/powerpoint/2010/main" val="3737416081"/>
      </p:ext>
    </p:extLst>
  </p:cSld>
  <p:clrMapOvr>
    <a:masterClrMapping/>
  </p:clrMapOvr>
  <p:extLst>
    <p:ext uri="{DCECCB84-F9BA-43D5-87BE-67443E8EF086}">
      <p15:sldGuideLst xmlns:p15="http://schemas.microsoft.com/office/powerpoint/2012/main">
        <p15:guide id="1" pos="3360">
          <p15:clr>
            <a:srgbClr val="FBAE40"/>
          </p15:clr>
        </p15:guide>
      </p15:sldGuideLst>
    </p:ext>
  </p:extLst>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Presale_Arrow - Left">
    <p:spTree>
      <p:nvGrpSpPr>
        <p:cNvPr id="1" name=""/>
        <p:cNvGrpSpPr/>
        <p:nvPr/>
      </p:nvGrpSpPr>
      <p:grpSpPr>
        <a:xfrm>
          <a:off x="0" y="0"/>
          <a:ext cx="0" cy="0"/>
          <a:chOff x="0" y="0"/>
          <a:chExt cx="0" cy="0"/>
        </a:xfrm>
      </p:grpSpPr>
      <p:sp>
        <p:nvSpPr>
          <p:cNvPr id="9" name="Rectangle 8"/>
          <p:cNvSpPr/>
          <p:nvPr userDrawn="1"/>
        </p:nvSpPr>
        <p:spPr>
          <a:xfrm>
            <a:off x="-1" y="0"/>
            <a:ext cx="3810001" cy="51435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AFB66DDE-837D-472C-A386-A04C91164E4F}"/>
              </a:ext>
            </a:extLst>
          </p:cNvPr>
          <p:cNvSpPr/>
          <p:nvPr userDrawn="1"/>
        </p:nvSpPr>
        <p:spPr>
          <a:xfrm rot="5400000" flipH="1">
            <a:off x="1514303" y="2295356"/>
            <a:ext cx="5143500" cy="552793"/>
          </a:xfrm>
          <a:prstGeom prst="triangl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id="{B1FCA7BA-785F-40B2-9929-F00681ED1517}"/>
              </a:ext>
            </a:extLst>
          </p:cNvPr>
          <p:cNvSpPr>
            <a:spLocks noGrp="1"/>
          </p:cNvSpPr>
          <p:nvPr>
            <p:ph type="title" hasCustomPrompt="1"/>
          </p:nvPr>
        </p:nvSpPr>
        <p:spPr>
          <a:xfrm>
            <a:off x="360365" y="228798"/>
            <a:ext cx="3449635" cy="615553"/>
          </a:xfrm>
        </p:spPr>
        <p:txBody>
          <a:bodyPr vert="horz" wrap="square" lIns="0" tIns="0" rIns="0" bIns="0" rtlCol="0" anchor="t" anchorCtr="0">
            <a:spAutoFit/>
          </a:bodyPr>
          <a:lstStyle>
            <a:lvl1pPr>
              <a:defRPr lang="en-US" dirty="0">
                <a:solidFill>
                  <a:schemeClr val="bg1"/>
                </a:solidFill>
              </a:defRPr>
            </a:lvl1pPr>
          </a:lstStyle>
          <a:p>
            <a:pPr lvl="0"/>
            <a:r>
              <a:rPr lang="en-US"/>
              <a:t>Please add slide </a:t>
            </a:r>
            <a:br>
              <a:rPr lang="en-US"/>
            </a:br>
            <a:r>
              <a:rPr lang="en-US"/>
              <a:t>headline here</a:t>
            </a:r>
          </a:p>
        </p:txBody>
      </p:sp>
      <p:sp>
        <p:nvSpPr>
          <p:cNvPr id="11" name="TextBox 10">
            <a:extLst>
              <a:ext uri="{FF2B5EF4-FFF2-40B4-BE49-F238E27FC236}">
                <a16:creationId xmlns:a16="http://schemas.microsoft.com/office/drawing/2014/main" id="{B9688915-CB37-4092-9D9E-F0F759044DDE}"/>
              </a:ext>
            </a:extLst>
          </p:cNvPr>
          <p:cNvSpPr txBox="1"/>
          <p:nvPr userDrawn="1"/>
        </p:nvSpPr>
        <p:spPr>
          <a:xfrm>
            <a:off x="857700" y="4914119"/>
            <a:ext cx="1321620" cy="161581"/>
          </a:xfrm>
          <a:prstGeom prst="rect">
            <a:avLst/>
          </a:prstGeom>
          <a:noFill/>
        </p:spPr>
        <p:txBody>
          <a:bodyPr wrap="square" lIns="68526" tIns="34289" rIns="68526" bIns="34289" rtlCol="0">
            <a:spAutoFit/>
          </a:bodyPr>
          <a:lstStyle/>
          <a:p>
            <a:pPr marL="0" marR="0" lvl="0" indent="0" algn="l" defTabSz="342542" rtl="0" eaLnBrk="1" fontAlgn="auto" latinLnBrk="0" hangingPunct="1">
              <a:lnSpc>
                <a:spcPct val="100000"/>
              </a:lnSpc>
              <a:spcBef>
                <a:spcPts val="0"/>
              </a:spcBef>
              <a:spcAft>
                <a:spcPts val="0"/>
              </a:spcAft>
              <a:buClrTx/>
              <a:buSzTx/>
              <a:buFontTx/>
              <a:buNone/>
              <a:tabLst/>
              <a:defRPr/>
            </a:pPr>
            <a:r>
              <a:rPr lang="en-US" sz="600" kern="0" spc="15">
                <a:solidFill>
                  <a:schemeClr val="bg1"/>
                </a:solidFill>
                <a:cs typeface="Trebuchet MS"/>
              </a:rPr>
              <a:t>CONFIDENTIAL. </a:t>
            </a:r>
            <a:r>
              <a:rPr lang="en-US" sz="600" kern="1200">
                <a:solidFill>
                  <a:schemeClr val="bg1"/>
                </a:solidFill>
                <a:effectLst/>
                <a:latin typeface="+mn-lt"/>
                <a:ea typeface="+mn-ea"/>
                <a:cs typeface="+mn-cs"/>
              </a:rPr>
              <a:t>Copyright © 2020</a:t>
            </a:r>
            <a:endParaRPr lang="en-US" sz="600" kern="0" spc="15">
              <a:solidFill>
                <a:schemeClr val="bg1"/>
              </a:solidFill>
              <a:cs typeface="Trebuchet MS"/>
            </a:endParaRPr>
          </a:p>
        </p:txBody>
      </p:sp>
      <p:cxnSp>
        <p:nvCxnSpPr>
          <p:cNvPr id="12" name="Straight Connector 11">
            <a:extLst>
              <a:ext uri="{FF2B5EF4-FFF2-40B4-BE49-F238E27FC236}">
                <a16:creationId xmlns:a16="http://schemas.microsoft.com/office/drawing/2014/main" id="{E0D63C87-B426-4C9D-8204-26C5BE0AB817}"/>
              </a:ext>
            </a:extLst>
          </p:cNvPr>
          <p:cNvCxnSpPr/>
          <p:nvPr userDrawn="1"/>
        </p:nvCxnSpPr>
        <p:spPr>
          <a:xfrm>
            <a:off x="853254" y="4921758"/>
            <a:ext cx="0" cy="123444"/>
          </a:xfrm>
          <a:prstGeom prst="line">
            <a:avLst/>
          </a:prstGeom>
          <a:ln w="3175" cmpd="sng">
            <a:solidFill>
              <a:schemeClr val="bg1"/>
            </a:solidFill>
          </a:ln>
          <a:effectLst/>
        </p:spPr>
        <p:style>
          <a:lnRef idx="2">
            <a:schemeClr val="accent1"/>
          </a:lnRef>
          <a:fillRef idx="0">
            <a:schemeClr val="accent1"/>
          </a:fillRef>
          <a:effectRef idx="1">
            <a:schemeClr val="accent1"/>
          </a:effectRef>
          <a:fontRef idx="minor">
            <a:schemeClr val="tx1"/>
          </a:fontRef>
        </p:style>
      </p:cxnSp>
      <p:pic>
        <p:nvPicPr>
          <p:cNvPr id="18" name="Picture 17">
            <a:extLst>
              <a:ext uri="{FF2B5EF4-FFF2-40B4-BE49-F238E27FC236}">
                <a16:creationId xmlns:a16="http://schemas.microsoft.com/office/drawing/2014/main" id="{AC55BB0F-030D-46A9-9F4D-DFC4A60EDE5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08992" y="4873818"/>
            <a:ext cx="527040" cy="263967"/>
          </a:xfrm>
          <a:prstGeom prst="rect">
            <a:avLst/>
          </a:prstGeom>
        </p:spPr>
      </p:pic>
    </p:spTree>
    <p:extLst>
      <p:ext uri="{BB962C8B-B14F-4D97-AF65-F5344CB8AC3E}">
        <p14:creationId xmlns:p14="http://schemas.microsoft.com/office/powerpoint/2010/main" val="4144273271"/>
      </p:ext>
    </p:extLst>
  </p:cSld>
  <p:clrMapOvr>
    <a:masterClrMapping/>
  </p:clrMapOvr>
  <p:extLst>
    <p:ext uri="{DCECCB84-F9BA-43D5-87BE-67443E8EF086}">
      <p15:sldGuideLst xmlns:p15="http://schemas.microsoft.com/office/powerpoint/2012/main">
        <p15:guide id="1" pos="2400">
          <p15:clr>
            <a:srgbClr val="FBAE40"/>
          </p15:clr>
        </p15:guide>
        <p15:guide id="2" orient="horz" pos="1524">
          <p15:clr>
            <a:srgbClr val="FBAE40"/>
          </p15:clr>
        </p15:guide>
      </p15:sldGuideLst>
    </p:ext>
  </p:extLst>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Presale_Arrow - Left">
    <p:spTree>
      <p:nvGrpSpPr>
        <p:cNvPr id="1" name=""/>
        <p:cNvGrpSpPr/>
        <p:nvPr/>
      </p:nvGrpSpPr>
      <p:grpSpPr>
        <a:xfrm>
          <a:off x="0" y="0"/>
          <a:ext cx="0" cy="0"/>
          <a:chOff x="0" y="0"/>
          <a:chExt cx="0" cy="0"/>
        </a:xfrm>
      </p:grpSpPr>
      <p:sp>
        <p:nvSpPr>
          <p:cNvPr id="9" name="Rectangle 8"/>
          <p:cNvSpPr/>
          <p:nvPr userDrawn="1"/>
        </p:nvSpPr>
        <p:spPr>
          <a:xfrm>
            <a:off x="-1" y="0"/>
            <a:ext cx="3810001" cy="51435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14" name="Isosceles Triangle 13">
            <a:extLst>
              <a:ext uri="{FF2B5EF4-FFF2-40B4-BE49-F238E27FC236}">
                <a16:creationId xmlns:a16="http://schemas.microsoft.com/office/drawing/2014/main" id="{AFB66DDE-837D-472C-A386-A04C91164E4F}"/>
              </a:ext>
            </a:extLst>
          </p:cNvPr>
          <p:cNvSpPr/>
          <p:nvPr userDrawn="1"/>
        </p:nvSpPr>
        <p:spPr>
          <a:xfrm rot="5400000" flipH="1">
            <a:off x="1514303" y="2295356"/>
            <a:ext cx="5143500" cy="552793"/>
          </a:xfrm>
          <a:prstGeom prst="triangle">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Title 1">
            <a:extLst>
              <a:ext uri="{FF2B5EF4-FFF2-40B4-BE49-F238E27FC236}">
                <a16:creationId xmlns:a16="http://schemas.microsoft.com/office/drawing/2014/main" id="{B1FCA7BA-785F-40B2-9929-F00681ED1517}"/>
              </a:ext>
            </a:extLst>
          </p:cNvPr>
          <p:cNvSpPr>
            <a:spLocks noGrp="1"/>
          </p:cNvSpPr>
          <p:nvPr>
            <p:ph type="title" hasCustomPrompt="1"/>
          </p:nvPr>
        </p:nvSpPr>
        <p:spPr>
          <a:xfrm>
            <a:off x="360365" y="228798"/>
            <a:ext cx="3449635" cy="615553"/>
          </a:xfrm>
        </p:spPr>
        <p:txBody>
          <a:bodyPr vert="horz" wrap="square" lIns="0" tIns="0" rIns="0" bIns="0" rtlCol="0" anchor="t" anchorCtr="0">
            <a:spAutoFit/>
          </a:bodyPr>
          <a:lstStyle>
            <a:lvl1pPr>
              <a:defRPr lang="en-US" dirty="0">
                <a:solidFill>
                  <a:schemeClr val="tx1"/>
                </a:solidFill>
              </a:defRPr>
            </a:lvl1pPr>
          </a:lstStyle>
          <a:p>
            <a:pPr lvl="0"/>
            <a:r>
              <a:rPr lang="en-US"/>
              <a:t>Please add slide </a:t>
            </a:r>
            <a:br>
              <a:rPr lang="en-US"/>
            </a:br>
            <a:r>
              <a:rPr lang="en-US"/>
              <a:t>headline here</a:t>
            </a:r>
          </a:p>
        </p:txBody>
      </p:sp>
      <p:sp>
        <p:nvSpPr>
          <p:cNvPr id="8" name="TextBox 7">
            <a:extLst>
              <a:ext uri="{FF2B5EF4-FFF2-40B4-BE49-F238E27FC236}">
                <a16:creationId xmlns:a16="http://schemas.microsoft.com/office/drawing/2014/main" id="{C6227A87-BA68-41D1-A92B-6CBC444079C5}"/>
              </a:ext>
            </a:extLst>
          </p:cNvPr>
          <p:cNvSpPr txBox="1"/>
          <p:nvPr userDrawn="1"/>
        </p:nvSpPr>
        <p:spPr>
          <a:xfrm>
            <a:off x="857700" y="4902763"/>
            <a:ext cx="1321620" cy="182880"/>
          </a:xfrm>
          <a:prstGeom prst="rect">
            <a:avLst/>
          </a:prstGeom>
          <a:noFill/>
        </p:spPr>
        <p:txBody>
          <a:bodyPr wrap="square" lIns="68526" tIns="34289" rIns="68526" bIns="34289" rtlCol="0" anchor="ctr">
            <a:noAutofit/>
          </a:bodyPr>
          <a:lstStyle/>
          <a:p>
            <a:pPr marL="0" marR="0" lvl="0" indent="0" algn="l" defTabSz="342542" rtl="0" eaLnBrk="1" fontAlgn="auto" latinLnBrk="0" hangingPunct="1">
              <a:lnSpc>
                <a:spcPct val="100000"/>
              </a:lnSpc>
              <a:spcBef>
                <a:spcPts val="0"/>
              </a:spcBef>
              <a:spcAft>
                <a:spcPts val="0"/>
              </a:spcAft>
              <a:buClrTx/>
              <a:buSzTx/>
              <a:buFontTx/>
              <a:buNone/>
              <a:tabLst/>
              <a:defRPr/>
            </a:pPr>
            <a:r>
              <a:rPr lang="en-US" sz="600" kern="0" spc="15">
                <a:solidFill>
                  <a:schemeClr val="tx2"/>
                </a:solidFill>
                <a:cs typeface="Trebuchet MS"/>
              </a:rPr>
              <a:t>CONFIDENTIAL. </a:t>
            </a:r>
            <a:r>
              <a:rPr lang="en-US" sz="600" kern="1200">
                <a:solidFill>
                  <a:schemeClr val="tx2"/>
                </a:solidFill>
                <a:effectLst/>
                <a:latin typeface="+mn-lt"/>
                <a:ea typeface="+mn-ea"/>
                <a:cs typeface="+mn-cs"/>
              </a:rPr>
              <a:t>Copyright © 2020</a:t>
            </a:r>
            <a:endParaRPr lang="en-US" sz="600" kern="0" spc="15">
              <a:solidFill>
                <a:schemeClr val="tx2"/>
              </a:solidFill>
              <a:cs typeface="Trebuchet MS"/>
            </a:endParaRPr>
          </a:p>
        </p:txBody>
      </p:sp>
      <p:cxnSp>
        <p:nvCxnSpPr>
          <p:cNvPr id="13" name="Straight Connector 12">
            <a:extLst>
              <a:ext uri="{FF2B5EF4-FFF2-40B4-BE49-F238E27FC236}">
                <a16:creationId xmlns:a16="http://schemas.microsoft.com/office/drawing/2014/main" id="{1870E8CB-4B88-41EF-B186-CDB8F9FEB342}"/>
              </a:ext>
            </a:extLst>
          </p:cNvPr>
          <p:cNvCxnSpPr/>
          <p:nvPr userDrawn="1"/>
        </p:nvCxnSpPr>
        <p:spPr>
          <a:xfrm>
            <a:off x="855159" y="4924298"/>
            <a:ext cx="0" cy="123444"/>
          </a:xfrm>
          <a:prstGeom prst="line">
            <a:avLst/>
          </a:prstGeom>
          <a:ln w="3175" cmpd="sng">
            <a:solidFill>
              <a:schemeClr val="tx2"/>
            </a:solidFill>
          </a:ln>
          <a:effectLst/>
        </p:spPr>
        <p:style>
          <a:lnRef idx="2">
            <a:schemeClr val="accent1"/>
          </a:lnRef>
          <a:fillRef idx="0">
            <a:schemeClr val="accent1"/>
          </a:fillRef>
          <a:effectRef idx="1">
            <a:schemeClr val="accent1"/>
          </a:effectRef>
          <a:fontRef idx="minor">
            <a:schemeClr val="tx1"/>
          </a:fontRef>
        </p:style>
      </p:cxnSp>
      <p:pic>
        <p:nvPicPr>
          <p:cNvPr id="15" name="Picture 14">
            <a:extLst>
              <a:ext uri="{FF2B5EF4-FFF2-40B4-BE49-F238E27FC236}">
                <a16:creationId xmlns:a16="http://schemas.microsoft.com/office/drawing/2014/main" id="{A8C6CC6F-9DCF-4167-9EF6-BA30D3DB2EA7}"/>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08992" y="4873819"/>
            <a:ext cx="527040" cy="263966"/>
          </a:xfrm>
          <a:prstGeom prst="rect">
            <a:avLst/>
          </a:prstGeom>
        </p:spPr>
      </p:pic>
    </p:spTree>
    <p:extLst>
      <p:ext uri="{BB962C8B-B14F-4D97-AF65-F5344CB8AC3E}">
        <p14:creationId xmlns:p14="http://schemas.microsoft.com/office/powerpoint/2010/main" val="3899048618"/>
      </p:ext>
    </p:extLst>
  </p:cSld>
  <p:clrMapOvr>
    <a:masterClrMapping/>
  </p:clrMapOvr>
  <p:extLst>
    <p:ext uri="{DCECCB84-F9BA-43D5-87BE-67443E8EF086}">
      <p15:sldGuideLst xmlns:p15="http://schemas.microsoft.com/office/powerpoint/2012/main">
        <p15:guide id="1" pos="2400">
          <p15:clr>
            <a:srgbClr val="FBAE40"/>
          </p15:clr>
        </p15:guide>
        <p15:guide id="2" orient="horz" pos="1524">
          <p15:clr>
            <a:srgbClr val="FBAE40"/>
          </p15:clr>
        </p15:guide>
      </p15:sldGuideLst>
    </p:ext>
  </p:extLst>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Presale_Blue - Right">
    <p:spTree>
      <p:nvGrpSpPr>
        <p:cNvPr id="1" name=""/>
        <p:cNvGrpSpPr/>
        <p:nvPr/>
      </p:nvGrpSpPr>
      <p:grpSpPr>
        <a:xfrm>
          <a:off x="0" y="0"/>
          <a:ext cx="0" cy="0"/>
          <a:chOff x="0" y="0"/>
          <a:chExt cx="0" cy="0"/>
        </a:xfrm>
      </p:grpSpPr>
      <p:sp>
        <p:nvSpPr>
          <p:cNvPr id="13" name="Rectangle 12"/>
          <p:cNvSpPr/>
          <p:nvPr userDrawn="1"/>
        </p:nvSpPr>
        <p:spPr>
          <a:xfrm>
            <a:off x="4572001" y="0"/>
            <a:ext cx="4572000" cy="51435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980434DA-33E1-4DA8-A3ED-A86B2EEE570C}"/>
              </a:ext>
            </a:extLst>
          </p:cNvPr>
          <p:cNvSpPr>
            <a:spLocks noGrp="1"/>
          </p:cNvSpPr>
          <p:nvPr>
            <p:ph type="title" hasCustomPrompt="1"/>
          </p:nvPr>
        </p:nvSpPr>
        <p:spPr>
          <a:xfrm>
            <a:off x="360365" y="228798"/>
            <a:ext cx="3983035" cy="615553"/>
          </a:xfrm>
        </p:spPr>
        <p:txBody>
          <a:bodyPr vert="horz" wrap="square" lIns="0" tIns="0" rIns="0" bIns="0" rtlCol="0" anchor="t" anchorCtr="0">
            <a:spAutoFit/>
          </a:bodyPr>
          <a:lstStyle>
            <a:lvl1pPr>
              <a:defRPr lang="en-US" dirty="0"/>
            </a:lvl1pPr>
          </a:lstStyle>
          <a:p>
            <a:pPr lvl="0"/>
            <a:r>
              <a:rPr lang="en-US"/>
              <a:t>Please add slide </a:t>
            </a:r>
            <a:br>
              <a:rPr lang="en-US"/>
            </a:br>
            <a:r>
              <a:rPr lang="en-US"/>
              <a:t>headline here</a:t>
            </a:r>
          </a:p>
        </p:txBody>
      </p:sp>
      <p:sp>
        <p:nvSpPr>
          <p:cNvPr id="6" name="Text Placeholder 3">
            <a:extLst>
              <a:ext uri="{FF2B5EF4-FFF2-40B4-BE49-F238E27FC236}">
                <a16:creationId xmlns:a16="http://schemas.microsoft.com/office/drawing/2014/main" id="{570D662A-1C79-4C15-B6B2-BB0178F9980C}"/>
              </a:ext>
            </a:extLst>
          </p:cNvPr>
          <p:cNvSpPr txBox="1">
            <a:spLocks/>
          </p:cNvSpPr>
          <p:nvPr userDrawn="1"/>
        </p:nvSpPr>
        <p:spPr>
          <a:xfrm>
            <a:off x="7335520" y="4902763"/>
            <a:ext cx="1471613" cy="182880"/>
          </a:xfrm>
          <a:prstGeom prst="rect">
            <a:avLst/>
          </a:prstGeom>
          <a:noFill/>
        </p:spPr>
        <p:txBody>
          <a:bodyPr wrap="square" lIns="68526" tIns="34289" rIns="68526" bIns="34289" rtlCol="0" anchor="ctr">
            <a:noAutofit/>
          </a:bodyPr>
          <a:lstStyle>
            <a:defPPr>
              <a:defRPr lang="en-US"/>
            </a:defPPr>
            <a:lvl1pPr marR="0" lvl="0" indent="0" defTabSz="342542" fontAlgn="auto">
              <a:lnSpc>
                <a:spcPct val="100000"/>
              </a:lnSpc>
              <a:spcBef>
                <a:spcPts val="0"/>
              </a:spcBef>
              <a:spcAft>
                <a:spcPts val="0"/>
              </a:spcAft>
              <a:buClrTx/>
              <a:buSzTx/>
              <a:buFontTx/>
              <a:buNone/>
              <a:tabLst/>
              <a:defRPr sz="600" kern="0" spc="15">
                <a:solidFill>
                  <a:srgbClr val="474648"/>
                </a:solidFill>
                <a:cs typeface="Trebuchet MS"/>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r"/>
            <a:fld id="{07FA7470-6506-4B71-AD87-6F7FA0DD0168}" type="slidenum">
              <a:rPr lang="en-US" sz="800" smtClean="0">
                <a:solidFill>
                  <a:schemeClr val="bg1"/>
                </a:solidFill>
              </a:rPr>
              <a:pPr lvl="0" algn="r"/>
              <a:t>‹#›</a:t>
            </a:fld>
            <a:endParaRPr lang="en-US">
              <a:solidFill>
                <a:schemeClr val="bg1"/>
              </a:solidFill>
            </a:endParaRPr>
          </a:p>
        </p:txBody>
      </p:sp>
    </p:spTree>
    <p:extLst>
      <p:ext uri="{BB962C8B-B14F-4D97-AF65-F5344CB8AC3E}">
        <p14:creationId xmlns:p14="http://schemas.microsoft.com/office/powerpoint/2010/main" val="2569513015"/>
      </p:ext>
    </p:extLst>
  </p:cSld>
  <p:clrMapOvr>
    <a:masterClrMapping/>
  </p:clrMapOvr>
  <p:extLst>
    <p:ext uri="{DCECCB84-F9BA-43D5-87BE-67443E8EF086}">
      <p15:sldGuideLst xmlns:p15="http://schemas.microsoft.com/office/powerpoint/2012/main">
        <p15:guide id="1" pos="3360">
          <p15:clr>
            <a:srgbClr val="FBAE40"/>
          </p15:clr>
        </p15:guide>
      </p15:sldGuideLst>
    </p:ext>
  </p:extLst>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Presale_Grey - Right">
    <p:spTree>
      <p:nvGrpSpPr>
        <p:cNvPr id="1" name=""/>
        <p:cNvGrpSpPr/>
        <p:nvPr/>
      </p:nvGrpSpPr>
      <p:grpSpPr>
        <a:xfrm>
          <a:off x="0" y="0"/>
          <a:ext cx="0" cy="0"/>
          <a:chOff x="0" y="0"/>
          <a:chExt cx="0" cy="0"/>
        </a:xfrm>
      </p:grpSpPr>
      <p:sp>
        <p:nvSpPr>
          <p:cNvPr id="13" name="Rectangle 12"/>
          <p:cNvSpPr/>
          <p:nvPr userDrawn="1"/>
        </p:nvSpPr>
        <p:spPr>
          <a:xfrm>
            <a:off x="4572001" y="0"/>
            <a:ext cx="4572000" cy="5143500"/>
          </a:xfrm>
          <a:prstGeom prst="rect">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4" name="Title 1">
            <a:extLst>
              <a:ext uri="{FF2B5EF4-FFF2-40B4-BE49-F238E27FC236}">
                <a16:creationId xmlns:a16="http://schemas.microsoft.com/office/drawing/2014/main" id="{980434DA-33E1-4DA8-A3ED-A86B2EEE570C}"/>
              </a:ext>
            </a:extLst>
          </p:cNvPr>
          <p:cNvSpPr>
            <a:spLocks noGrp="1"/>
          </p:cNvSpPr>
          <p:nvPr>
            <p:ph type="title" hasCustomPrompt="1"/>
          </p:nvPr>
        </p:nvSpPr>
        <p:spPr>
          <a:xfrm>
            <a:off x="360365" y="228798"/>
            <a:ext cx="3983035" cy="615553"/>
          </a:xfrm>
        </p:spPr>
        <p:txBody>
          <a:bodyPr vert="horz" wrap="square" lIns="0" tIns="0" rIns="0" bIns="0" rtlCol="0" anchor="t" anchorCtr="0">
            <a:spAutoFit/>
          </a:bodyPr>
          <a:lstStyle>
            <a:lvl1pPr>
              <a:defRPr lang="en-US" dirty="0"/>
            </a:lvl1pPr>
          </a:lstStyle>
          <a:p>
            <a:pPr lvl="0"/>
            <a:r>
              <a:rPr lang="en-US"/>
              <a:t>Please add slide </a:t>
            </a:r>
            <a:br>
              <a:rPr lang="en-US"/>
            </a:br>
            <a:r>
              <a:rPr lang="en-US"/>
              <a:t>headline here</a:t>
            </a:r>
          </a:p>
        </p:txBody>
      </p:sp>
      <p:sp>
        <p:nvSpPr>
          <p:cNvPr id="6" name="Text Placeholder 3">
            <a:extLst>
              <a:ext uri="{FF2B5EF4-FFF2-40B4-BE49-F238E27FC236}">
                <a16:creationId xmlns:a16="http://schemas.microsoft.com/office/drawing/2014/main" id="{570D662A-1C79-4C15-B6B2-BB0178F9980C}"/>
              </a:ext>
            </a:extLst>
          </p:cNvPr>
          <p:cNvSpPr txBox="1">
            <a:spLocks/>
          </p:cNvSpPr>
          <p:nvPr userDrawn="1"/>
        </p:nvSpPr>
        <p:spPr>
          <a:xfrm>
            <a:off x="7335520" y="4902763"/>
            <a:ext cx="1471613" cy="182880"/>
          </a:xfrm>
          <a:prstGeom prst="rect">
            <a:avLst/>
          </a:prstGeom>
          <a:noFill/>
        </p:spPr>
        <p:txBody>
          <a:bodyPr wrap="square" lIns="68526" tIns="34289" rIns="68526" bIns="34289" rtlCol="0" anchor="ctr">
            <a:noAutofit/>
          </a:bodyPr>
          <a:lstStyle>
            <a:defPPr>
              <a:defRPr lang="en-US"/>
            </a:defPPr>
            <a:lvl1pPr marR="0" lvl="0" indent="0" defTabSz="342542" fontAlgn="auto">
              <a:lnSpc>
                <a:spcPct val="100000"/>
              </a:lnSpc>
              <a:spcBef>
                <a:spcPts val="0"/>
              </a:spcBef>
              <a:spcAft>
                <a:spcPts val="0"/>
              </a:spcAft>
              <a:buClrTx/>
              <a:buSzTx/>
              <a:buFontTx/>
              <a:buNone/>
              <a:tabLst/>
              <a:defRPr sz="600" kern="0" spc="15">
                <a:solidFill>
                  <a:srgbClr val="474648"/>
                </a:solidFill>
                <a:cs typeface="Trebuchet MS"/>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r"/>
            <a:fld id="{07FA7470-6506-4B71-AD87-6F7FA0DD0168}" type="slidenum">
              <a:rPr lang="en-US" sz="800" smtClean="0">
                <a:solidFill>
                  <a:schemeClr val="tx1"/>
                </a:solidFill>
              </a:rPr>
              <a:pPr lvl="0" algn="r"/>
              <a:t>‹#›</a:t>
            </a:fld>
            <a:endParaRPr lang="en-US">
              <a:solidFill>
                <a:schemeClr val="tx1"/>
              </a:solidFill>
            </a:endParaRPr>
          </a:p>
        </p:txBody>
      </p:sp>
    </p:spTree>
    <p:extLst>
      <p:ext uri="{BB962C8B-B14F-4D97-AF65-F5344CB8AC3E}">
        <p14:creationId xmlns:p14="http://schemas.microsoft.com/office/powerpoint/2010/main" val="3774707105"/>
      </p:ext>
    </p:extLst>
  </p:cSld>
  <p:clrMapOvr>
    <a:masterClrMapping/>
  </p:clrMapOvr>
  <p:extLst>
    <p:ext uri="{DCECCB84-F9BA-43D5-87BE-67443E8EF086}">
      <p15:sldGuideLst xmlns:p15="http://schemas.microsoft.com/office/powerpoint/2012/main">
        <p15:guide id="1" pos="3360">
          <p15:clr>
            <a:srgbClr val="FBAE40"/>
          </p15:clr>
        </p15:guide>
      </p15:sldGuideLst>
    </p:ext>
  </p:extLst>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Presale_Blue - Left">
    <p:spTree>
      <p:nvGrpSpPr>
        <p:cNvPr id="1" name=""/>
        <p:cNvGrpSpPr/>
        <p:nvPr/>
      </p:nvGrpSpPr>
      <p:grpSpPr>
        <a:xfrm>
          <a:off x="0" y="0"/>
          <a:ext cx="0" cy="0"/>
          <a:chOff x="0" y="0"/>
          <a:chExt cx="0" cy="0"/>
        </a:xfrm>
      </p:grpSpPr>
      <p:sp>
        <p:nvSpPr>
          <p:cNvPr id="9" name="Rectangle 8"/>
          <p:cNvSpPr/>
          <p:nvPr userDrawn="1"/>
        </p:nvSpPr>
        <p:spPr>
          <a:xfrm>
            <a:off x="-1" y="0"/>
            <a:ext cx="4572001" cy="51435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8" name="Title 1">
            <a:extLst>
              <a:ext uri="{FF2B5EF4-FFF2-40B4-BE49-F238E27FC236}">
                <a16:creationId xmlns:a16="http://schemas.microsoft.com/office/drawing/2014/main" id="{8ACC70D9-256D-4A27-85C0-7007304E7959}"/>
              </a:ext>
            </a:extLst>
          </p:cNvPr>
          <p:cNvSpPr>
            <a:spLocks noGrp="1"/>
          </p:cNvSpPr>
          <p:nvPr>
            <p:ph type="title" hasCustomPrompt="1"/>
          </p:nvPr>
        </p:nvSpPr>
        <p:spPr>
          <a:xfrm>
            <a:off x="360365" y="228798"/>
            <a:ext cx="3983035" cy="615553"/>
          </a:xfrm>
        </p:spPr>
        <p:txBody>
          <a:bodyPr vert="horz" wrap="square" lIns="0" tIns="0" rIns="0" bIns="0" rtlCol="0" anchor="t" anchorCtr="0">
            <a:spAutoFit/>
          </a:bodyPr>
          <a:lstStyle>
            <a:lvl1pPr>
              <a:defRPr lang="en-US" dirty="0">
                <a:solidFill>
                  <a:schemeClr val="bg1"/>
                </a:solidFill>
              </a:defRPr>
            </a:lvl1pPr>
          </a:lstStyle>
          <a:p>
            <a:pPr lvl="0"/>
            <a:r>
              <a:rPr lang="en-US"/>
              <a:t>Please add slide </a:t>
            </a:r>
            <a:br>
              <a:rPr lang="en-US"/>
            </a:br>
            <a:r>
              <a:rPr lang="en-US"/>
              <a:t>headline here</a:t>
            </a:r>
          </a:p>
        </p:txBody>
      </p:sp>
      <p:sp>
        <p:nvSpPr>
          <p:cNvPr id="13" name="TextBox 12">
            <a:extLst>
              <a:ext uri="{FF2B5EF4-FFF2-40B4-BE49-F238E27FC236}">
                <a16:creationId xmlns:a16="http://schemas.microsoft.com/office/drawing/2014/main" id="{A1CA0FAB-5570-4370-BFCE-9DF483F4B01B}"/>
              </a:ext>
            </a:extLst>
          </p:cNvPr>
          <p:cNvSpPr txBox="1"/>
          <p:nvPr userDrawn="1"/>
        </p:nvSpPr>
        <p:spPr>
          <a:xfrm>
            <a:off x="857700" y="4914119"/>
            <a:ext cx="1321620" cy="161581"/>
          </a:xfrm>
          <a:prstGeom prst="rect">
            <a:avLst/>
          </a:prstGeom>
          <a:noFill/>
        </p:spPr>
        <p:txBody>
          <a:bodyPr wrap="square" lIns="68526" tIns="34289" rIns="68526" bIns="34289" rtlCol="0">
            <a:spAutoFit/>
          </a:bodyPr>
          <a:lstStyle/>
          <a:p>
            <a:pPr marL="0" marR="0" lvl="0" indent="0" algn="l" defTabSz="342542" rtl="0" eaLnBrk="1" fontAlgn="auto" latinLnBrk="0" hangingPunct="1">
              <a:lnSpc>
                <a:spcPct val="100000"/>
              </a:lnSpc>
              <a:spcBef>
                <a:spcPts val="0"/>
              </a:spcBef>
              <a:spcAft>
                <a:spcPts val="0"/>
              </a:spcAft>
              <a:buClrTx/>
              <a:buSzTx/>
              <a:buFontTx/>
              <a:buNone/>
              <a:tabLst/>
              <a:defRPr/>
            </a:pPr>
            <a:r>
              <a:rPr lang="en-US" sz="600" kern="0" spc="15">
                <a:solidFill>
                  <a:schemeClr val="bg1"/>
                </a:solidFill>
                <a:cs typeface="Trebuchet MS"/>
              </a:rPr>
              <a:t>CONFIDENTIAL. </a:t>
            </a:r>
            <a:r>
              <a:rPr lang="en-US" sz="600" kern="1200">
                <a:solidFill>
                  <a:schemeClr val="bg1"/>
                </a:solidFill>
                <a:effectLst/>
                <a:latin typeface="+mn-lt"/>
                <a:ea typeface="+mn-ea"/>
                <a:cs typeface="+mn-cs"/>
              </a:rPr>
              <a:t>Copyright © 2020</a:t>
            </a:r>
            <a:endParaRPr lang="en-US" sz="600" kern="0" spc="15">
              <a:solidFill>
                <a:schemeClr val="bg1"/>
              </a:solidFill>
              <a:cs typeface="Trebuchet MS"/>
            </a:endParaRPr>
          </a:p>
        </p:txBody>
      </p:sp>
      <p:cxnSp>
        <p:nvCxnSpPr>
          <p:cNvPr id="14" name="Straight Connector 13">
            <a:extLst>
              <a:ext uri="{FF2B5EF4-FFF2-40B4-BE49-F238E27FC236}">
                <a16:creationId xmlns:a16="http://schemas.microsoft.com/office/drawing/2014/main" id="{72A74C78-6026-439F-9029-7E55A3916A82}"/>
              </a:ext>
            </a:extLst>
          </p:cNvPr>
          <p:cNvCxnSpPr/>
          <p:nvPr userDrawn="1"/>
        </p:nvCxnSpPr>
        <p:spPr>
          <a:xfrm>
            <a:off x="853254" y="4921758"/>
            <a:ext cx="0" cy="123444"/>
          </a:xfrm>
          <a:prstGeom prst="line">
            <a:avLst/>
          </a:prstGeom>
          <a:ln w="3175" cmpd="sng">
            <a:solidFill>
              <a:schemeClr val="bg1"/>
            </a:solidFill>
          </a:ln>
          <a:effectLst/>
        </p:spPr>
        <p:style>
          <a:lnRef idx="2">
            <a:schemeClr val="accent1"/>
          </a:lnRef>
          <a:fillRef idx="0">
            <a:schemeClr val="accent1"/>
          </a:fillRef>
          <a:effectRef idx="1">
            <a:schemeClr val="accent1"/>
          </a:effectRef>
          <a:fontRef idx="minor">
            <a:schemeClr val="tx1"/>
          </a:fontRef>
        </p:style>
      </p:cxnSp>
      <p:pic>
        <p:nvPicPr>
          <p:cNvPr id="16" name="Picture 15">
            <a:extLst>
              <a:ext uri="{FF2B5EF4-FFF2-40B4-BE49-F238E27FC236}">
                <a16:creationId xmlns:a16="http://schemas.microsoft.com/office/drawing/2014/main" id="{028E1521-2136-4E82-9776-8BB0A1D3F91C}"/>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08992" y="4873818"/>
            <a:ext cx="527040" cy="263967"/>
          </a:xfrm>
          <a:prstGeom prst="rect">
            <a:avLst/>
          </a:prstGeom>
        </p:spPr>
      </p:pic>
    </p:spTree>
    <p:extLst>
      <p:ext uri="{BB962C8B-B14F-4D97-AF65-F5344CB8AC3E}">
        <p14:creationId xmlns:p14="http://schemas.microsoft.com/office/powerpoint/2010/main" val="971092550"/>
      </p:ext>
    </p:extLst>
  </p:cSld>
  <p:clrMapOvr>
    <a:masterClrMapping/>
  </p:clrMapOvr>
  <p:extLst>
    <p:ext uri="{DCECCB84-F9BA-43D5-87BE-67443E8EF086}">
      <p15:sldGuideLst xmlns:p15="http://schemas.microsoft.com/office/powerpoint/2012/main">
        <p15:guide id="1" pos="2400">
          <p15:clr>
            <a:srgbClr val="FBAE40"/>
          </p15:clr>
        </p15:guide>
        <p15:guide id="2" orient="horz" pos="1524">
          <p15:clr>
            <a:srgbClr val="FBAE40"/>
          </p15:clr>
        </p15:guide>
      </p15:sldGuideLst>
    </p:ext>
  </p:extLst>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Presale_Grey_Right_1/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BDBC29F-68B3-4805-9B0F-6C9F4A34CFEB}"/>
              </a:ext>
            </a:extLst>
          </p:cNvPr>
          <p:cNvSpPr/>
          <p:nvPr userDrawn="1"/>
        </p:nvSpPr>
        <p:spPr>
          <a:xfrm>
            <a:off x="5709550" y="1"/>
            <a:ext cx="3434450" cy="51435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360365" y="228798"/>
            <a:ext cx="4988820" cy="307777"/>
          </a:xfrm>
        </p:spPr>
        <p:txBody>
          <a:bodyPr vert="horz" wrap="square" lIns="0" tIns="0" rIns="91440" bIns="0" rtlCol="0" anchor="t" anchorCtr="0">
            <a:spAutoFit/>
          </a:bodyPr>
          <a:lstStyle>
            <a:lvl1pPr>
              <a:defRPr lang="en-US" dirty="0"/>
            </a:lvl1pPr>
          </a:lstStyle>
          <a:p>
            <a:pPr lvl="0"/>
            <a:r>
              <a:rPr lang="en-US"/>
              <a:t>Please add slide headline here</a:t>
            </a:r>
          </a:p>
        </p:txBody>
      </p:sp>
      <p:sp>
        <p:nvSpPr>
          <p:cNvPr id="7" name="Text Placeholder 3">
            <a:extLst>
              <a:ext uri="{FF2B5EF4-FFF2-40B4-BE49-F238E27FC236}">
                <a16:creationId xmlns:a16="http://schemas.microsoft.com/office/drawing/2014/main" id="{417AA903-E6FC-477F-8F3E-FA0E8F0A30A7}"/>
              </a:ext>
            </a:extLst>
          </p:cNvPr>
          <p:cNvSpPr txBox="1">
            <a:spLocks/>
          </p:cNvSpPr>
          <p:nvPr userDrawn="1"/>
        </p:nvSpPr>
        <p:spPr>
          <a:xfrm>
            <a:off x="7335520" y="4902763"/>
            <a:ext cx="1471613" cy="182880"/>
          </a:xfrm>
          <a:prstGeom prst="rect">
            <a:avLst/>
          </a:prstGeom>
          <a:noFill/>
        </p:spPr>
        <p:txBody>
          <a:bodyPr wrap="square" lIns="68526" tIns="34289" rIns="68526" bIns="34289" rtlCol="0" anchor="ctr">
            <a:noAutofit/>
          </a:bodyPr>
          <a:lstStyle>
            <a:defPPr>
              <a:defRPr lang="en-US"/>
            </a:defPPr>
            <a:lvl1pPr marR="0" lvl="0" indent="0" defTabSz="342542" fontAlgn="auto">
              <a:lnSpc>
                <a:spcPct val="100000"/>
              </a:lnSpc>
              <a:spcBef>
                <a:spcPts val="0"/>
              </a:spcBef>
              <a:spcAft>
                <a:spcPts val="0"/>
              </a:spcAft>
              <a:buClrTx/>
              <a:buSzTx/>
              <a:buFontTx/>
              <a:buNone/>
              <a:tabLst/>
              <a:defRPr sz="600" kern="0" spc="15">
                <a:solidFill>
                  <a:srgbClr val="474648"/>
                </a:solidFill>
                <a:cs typeface="Trebuchet MS"/>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r"/>
            <a:fld id="{07FA7470-6506-4B71-AD87-6F7FA0DD0168}" type="slidenum">
              <a:rPr lang="en-US" sz="800" smtClean="0">
                <a:solidFill>
                  <a:schemeClr val="tx2"/>
                </a:solidFill>
              </a:rPr>
              <a:pPr lvl="0" algn="r"/>
              <a:t>‹#›</a:t>
            </a:fld>
            <a:endParaRPr lang="en-US">
              <a:solidFill>
                <a:schemeClr val="tx2"/>
              </a:solidFill>
            </a:endParaRPr>
          </a:p>
        </p:txBody>
      </p:sp>
    </p:spTree>
    <p:extLst>
      <p:ext uri="{BB962C8B-B14F-4D97-AF65-F5344CB8AC3E}">
        <p14:creationId xmlns:p14="http://schemas.microsoft.com/office/powerpoint/2010/main" val="698238260"/>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Presale_Grey_Left_1/3">
    <p:spTree>
      <p:nvGrpSpPr>
        <p:cNvPr id="1" name=""/>
        <p:cNvGrpSpPr/>
        <p:nvPr/>
      </p:nvGrpSpPr>
      <p:grpSpPr>
        <a:xfrm>
          <a:off x="0" y="0"/>
          <a:ext cx="0" cy="0"/>
          <a:chOff x="0" y="0"/>
          <a:chExt cx="0" cy="0"/>
        </a:xfrm>
      </p:grpSpPr>
      <p:sp>
        <p:nvSpPr>
          <p:cNvPr id="3" name="Rectangle 2">
            <a:extLst>
              <a:ext uri="{FF2B5EF4-FFF2-40B4-BE49-F238E27FC236}">
                <a16:creationId xmlns:a16="http://schemas.microsoft.com/office/drawing/2014/main" id="{1BDBC29F-68B3-4805-9B0F-6C9F4A34CFEB}"/>
              </a:ext>
            </a:extLst>
          </p:cNvPr>
          <p:cNvSpPr/>
          <p:nvPr userDrawn="1"/>
        </p:nvSpPr>
        <p:spPr>
          <a:xfrm>
            <a:off x="0" y="1"/>
            <a:ext cx="3434450" cy="5143500"/>
          </a:xfrm>
          <a:prstGeom prst="rect">
            <a:avLst/>
          </a:prstGeom>
          <a:solidFill>
            <a:schemeClr val="bg1">
              <a:lumMod val="95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360366" y="228798"/>
            <a:ext cx="2720026" cy="615553"/>
          </a:xfrm>
        </p:spPr>
        <p:txBody>
          <a:bodyPr vert="horz" wrap="square" lIns="0" tIns="0" rIns="91440" bIns="0" rtlCol="0" anchor="t" anchorCtr="0">
            <a:spAutoFit/>
          </a:bodyPr>
          <a:lstStyle>
            <a:lvl1pPr>
              <a:defRPr lang="en-US" dirty="0"/>
            </a:lvl1pPr>
          </a:lstStyle>
          <a:p>
            <a:pPr lvl="0"/>
            <a:r>
              <a:rPr lang="en-US"/>
              <a:t>Please add slide headline here</a:t>
            </a:r>
          </a:p>
        </p:txBody>
      </p:sp>
      <p:sp>
        <p:nvSpPr>
          <p:cNvPr id="9" name="TextBox 8">
            <a:extLst>
              <a:ext uri="{FF2B5EF4-FFF2-40B4-BE49-F238E27FC236}">
                <a16:creationId xmlns:a16="http://schemas.microsoft.com/office/drawing/2014/main" id="{AE9489A8-F456-4DF4-BAEB-A0A0A08E4E65}"/>
              </a:ext>
            </a:extLst>
          </p:cNvPr>
          <p:cNvSpPr txBox="1"/>
          <p:nvPr userDrawn="1"/>
        </p:nvSpPr>
        <p:spPr>
          <a:xfrm>
            <a:off x="857700" y="4902763"/>
            <a:ext cx="1321620" cy="182880"/>
          </a:xfrm>
          <a:prstGeom prst="rect">
            <a:avLst/>
          </a:prstGeom>
          <a:noFill/>
        </p:spPr>
        <p:txBody>
          <a:bodyPr wrap="square" lIns="68526" tIns="34289" rIns="68526" bIns="34289" rtlCol="0" anchor="ctr">
            <a:noAutofit/>
          </a:bodyPr>
          <a:lstStyle/>
          <a:p>
            <a:pPr marL="0" marR="0" lvl="0" indent="0" algn="l" defTabSz="342542" rtl="0" eaLnBrk="1" fontAlgn="auto" latinLnBrk="0" hangingPunct="1">
              <a:lnSpc>
                <a:spcPct val="100000"/>
              </a:lnSpc>
              <a:spcBef>
                <a:spcPts val="0"/>
              </a:spcBef>
              <a:spcAft>
                <a:spcPts val="0"/>
              </a:spcAft>
              <a:buClrTx/>
              <a:buSzTx/>
              <a:buFontTx/>
              <a:buNone/>
              <a:tabLst/>
              <a:defRPr/>
            </a:pPr>
            <a:r>
              <a:rPr lang="en-US" sz="600" kern="0" spc="15">
                <a:solidFill>
                  <a:schemeClr val="tx2"/>
                </a:solidFill>
                <a:cs typeface="Trebuchet MS"/>
              </a:rPr>
              <a:t>CONFIDENTIAL. </a:t>
            </a:r>
            <a:r>
              <a:rPr lang="en-US" sz="600" kern="1200">
                <a:solidFill>
                  <a:schemeClr val="tx2"/>
                </a:solidFill>
                <a:effectLst/>
                <a:latin typeface="+mn-lt"/>
                <a:ea typeface="+mn-ea"/>
                <a:cs typeface="+mn-cs"/>
              </a:rPr>
              <a:t>Copyright © 2020</a:t>
            </a:r>
            <a:endParaRPr lang="en-US" sz="600" kern="0" spc="15">
              <a:solidFill>
                <a:schemeClr val="tx2"/>
              </a:solidFill>
              <a:cs typeface="Trebuchet MS"/>
            </a:endParaRPr>
          </a:p>
        </p:txBody>
      </p:sp>
      <p:cxnSp>
        <p:nvCxnSpPr>
          <p:cNvPr id="10" name="Straight Connector 9">
            <a:extLst>
              <a:ext uri="{FF2B5EF4-FFF2-40B4-BE49-F238E27FC236}">
                <a16:creationId xmlns:a16="http://schemas.microsoft.com/office/drawing/2014/main" id="{4D0D941D-0D67-428B-8276-4014EF8891A3}"/>
              </a:ext>
            </a:extLst>
          </p:cNvPr>
          <p:cNvCxnSpPr/>
          <p:nvPr userDrawn="1"/>
        </p:nvCxnSpPr>
        <p:spPr>
          <a:xfrm>
            <a:off x="855159" y="4924298"/>
            <a:ext cx="0" cy="123444"/>
          </a:xfrm>
          <a:prstGeom prst="line">
            <a:avLst/>
          </a:prstGeom>
          <a:ln w="3175" cmpd="sng">
            <a:solidFill>
              <a:schemeClr val="tx2"/>
            </a:solidFill>
          </a:ln>
          <a:effectLst/>
        </p:spPr>
        <p:style>
          <a:lnRef idx="2">
            <a:schemeClr val="accent1"/>
          </a:lnRef>
          <a:fillRef idx="0">
            <a:schemeClr val="accent1"/>
          </a:fillRef>
          <a:effectRef idx="1">
            <a:schemeClr val="accent1"/>
          </a:effectRef>
          <a:fontRef idx="minor">
            <a:schemeClr val="tx1"/>
          </a:fontRef>
        </p:style>
      </p:cxnSp>
      <p:pic>
        <p:nvPicPr>
          <p:cNvPr id="11" name="Picture 10">
            <a:extLst>
              <a:ext uri="{FF2B5EF4-FFF2-40B4-BE49-F238E27FC236}">
                <a16:creationId xmlns:a16="http://schemas.microsoft.com/office/drawing/2014/main" id="{139C1735-3037-4D46-8890-1009D469BD14}"/>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08992" y="4873819"/>
            <a:ext cx="527040" cy="263966"/>
          </a:xfrm>
          <a:prstGeom prst="rect">
            <a:avLst/>
          </a:prstGeom>
        </p:spPr>
      </p:pic>
      <p:sp>
        <p:nvSpPr>
          <p:cNvPr id="7" name="Slide Number Placeholder 4"/>
          <p:cNvSpPr>
            <a:spLocks noGrp="1"/>
          </p:cNvSpPr>
          <p:nvPr>
            <p:ph type="sldNum" sz="quarter" idx="4"/>
          </p:nvPr>
        </p:nvSpPr>
        <p:spPr>
          <a:xfrm>
            <a:off x="7335520" y="4902763"/>
            <a:ext cx="1471613" cy="182880"/>
          </a:xfrm>
          <a:prstGeom prst="rect">
            <a:avLst/>
          </a:prstGeom>
          <a:noFill/>
        </p:spPr>
        <p:txBody>
          <a:bodyPr wrap="square" lIns="68526" tIns="34289" rIns="68526" bIns="34289" rtlCol="0" anchor="ctr">
            <a:noAutofit/>
          </a:bodyPr>
          <a:lstStyle>
            <a:lvl1pPr>
              <a:defRPr lang="en-US" sz="800" kern="0" spc="15" smtClean="0">
                <a:solidFill>
                  <a:schemeClr val="tx2"/>
                </a:solidFill>
                <a:cs typeface="Trebuchet MS"/>
              </a:defRPr>
            </a:lvl1pPr>
          </a:lstStyle>
          <a:p>
            <a:pPr algn="r" defTabSz="342542"/>
            <a:fld id="{04825EE3-D40C-4F67-95F2-2B3AD93195DA}" type="slidenum">
              <a:rPr lang="en-US" smtClean="0"/>
              <a:pPr algn="r" defTabSz="342542"/>
              <a:t>‹#›</a:t>
            </a:fld>
            <a:endParaRPr lang="en-US"/>
          </a:p>
        </p:txBody>
      </p:sp>
    </p:spTree>
    <p:extLst>
      <p:ext uri="{BB962C8B-B14F-4D97-AF65-F5344CB8AC3E}">
        <p14:creationId xmlns:p14="http://schemas.microsoft.com/office/powerpoint/2010/main" val="210171655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Presale_Blue_Right_1/3">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C85C328B-6531-473D-91B6-0E2E34FFA343}"/>
              </a:ext>
            </a:extLst>
          </p:cNvPr>
          <p:cNvSpPr/>
          <p:nvPr userDrawn="1"/>
        </p:nvSpPr>
        <p:spPr>
          <a:xfrm>
            <a:off x="5676900" y="0"/>
            <a:ext cx="3467100" cy="5143500"/>
          </a:xfrm>
          <a:prstGeom prst="rect">
            <a:avLst/>
          </a:prstGeom>
          <a:solidFill>
            <a:schemeClr val="accent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lang="en-US"/>
          </a:p>
        </p:txBody>
      </p:sp>
      <p:sp>
        <p:nvSpPr>
          <p:cNvPr id="2" name="Title 1"/>
          <p:cNvSpPr>
            <a:spLocks noGrp="1"/>
          </p:cNvSpPr>
          <p:nvPr>
            <p:ph type="title" hasCustomPrompt="1"/>
          </p:nvPr>
        </p:nvSpPr>
        <p:spPr>
          <a:xfrm>
            <a:off x="358775" y="228600"/>
            <a:ext cx="4957760" cy="615553"/>
          </a:xfrm>
        </p:spPr>
        <p:txBody>
          <a:bodyPr vert="horz" wrap="square" lIns="0" tIns="0" rIns="0" bIns="0" rtlCol="0" anchor="t" anchorCtr="0">
            <a:spAutoFit/>
          </a:bodyPr>
          <a:lstStyle>
            <a:lvl1pPr>
              <a:defRPr lang="en-US" dirty="0"/>
            </a:lvl1pPr>
          </a:lstStyle>
          <a:p>
            <a:pPr lvl="0"/>
            <a:r>
              <a:rPr lang="en-US"/>
              <a:t>Please add slide </a:t>
            </a:r>
            <a:br>
              <a:rPr lang="en-US"/>
            </a:br>
            <a:r>
              <a:rPr lang="en-US"/>
              <a:t>headline here</a:t>
            </a:r>
          </a:p>
        </p:txBody>
      </p:sp>
      <p:sp>
        <p:nvSpPr>
          <p:cNvPr id="8" name="Text Placeholder 3">
            <a:extLst>
              <a:ext uri="{FF2B5EF4-FFF2-40B4-BE49-F238E27FC236}">
                <a16:creationId xmlns:a16="http://schemas.microsoft.com/office/drawing/2014/main" id="{7A300625-1991-4E00-9492-9BD58AF62FDB}"/>
              </a:ext>
            </a:extLst>
          </p:cNvPr>
          <p:cNvSpPr txBox="1">
            <a:spLocks/>
          </p:cNvSpPr>
          <p:nvPr userDrawn="1"/>
        </p:nvSpPr>
        <p:spPr>
          <a:xfrm>
            <a:off x="7335520" y="4902763"/>
            <a:ext cx="1471613" cy="182880"/>
          </a:xfrm>
          <a:prstGeom prst="rect">
            <a:avLst/>
          </a:prstGeom>
          <a:noFill/>
        </p:spPr>
        <p:txBody>
          <a:bodyPr wrap="square" lIns="68526" tIns="34289" rIns="68526" bIns="34289" rtlCol="0" anchor="ctr">
            <a:noAutofit/>
          </a:bodyPr>
          <a:lstStyle>
            <a:defPPr>
              <a:defRPr lang="en-US"/>
            </a:defPPr>
            <a:lvl1pPr marR="0" lvl="0" indent="0" defTabSz="342542" fontAlgn="auto">
              <a:lnSpc>
                <a:spcPct val="100000"/>
              </a:lnSpc>
              <a:spcBef>
                <a:spcPts val="0"/>
              </a:spcBef>
              <a:spcAft>
                <a:spcPts val="0"/>
              </a:spcAft>
              <a:buClrTx/>
              <a:buSzTx/>
              <a:buFontTx/>
              <a:buNone/>
              <a:tabLst/>
              <a:defRPr sz="600" kern="0" spc="15">
                <a:solidFill>
                  <a:srgbClr val="474648"/>
                </a:solidFill>
                <a:cs typeface="Trebuchet MS"/>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r"/>
            <a:fld id="{07FA7470-6506-4B71-AD87-6F7FA0DD0168}" type="slidenum">
              <a:rPr lang="en-US" sz="800" smtClean="0">
                <a:solidFill>
                  <a:schemeClr val="bg1"/>
                </a:solidFill>
              </a:rPr>
              <a:pPr lvl="0" algn="r"/>
              <a:t>‹#›</a:t>
            </a:fld>
            <a:endParaRPr lang="en-US">
              <a:solidFill>
                <a:schemeClr val="bg1"/>
              </a:solidFill>
            </a:endParaRPr>
          </a:p>
        </p:txBody>
      </p:sp>
    </p:spTree>
    <p:extLst>
      <p:ext uri="{BB962C8B-B14F-4D97-AF65-F5344CB8AC3E}">
        <p14:creationId xmlns:p14="http://schemas.microsoft.com/office/powerpoint/2010/main" val="3910743329"/>
      </p:ext>
    </p:extLst>
  </p:cSld>
  <p:clrMapOvr>
    <a:masterClrMapping/>
  </p:clrMapOvr>
  <p:extLst>
    <p:ext uri="{DCECCB84-F9BA-43D5-87BE-67443E8EF086}">
      <p15:sldGuideLst xmlns:p15="http://schemas.microsoft.com/office/powerpoint/2012/main">
        <p15:guide id="1" pos="3576">
          <p15:clr>
            <a:srgbClr val="FBAE40"/>
          </p15:clr>
        </p15:guide>
      </p15:sldGuideLst>
    </p:ext>
  </p:extLst>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Presale_Quote">
    <p:bg>
      <p:bgPr>
        <a:solidFill>
          <a:schemeClr val="accent2"/>
        </a:solidFill>
        <a:effectLst/>
      </p:bgPr>
    </p:bg>
    <p:spTree>
      <p:nvGrpSpPr>
        <p:cNvPr id="1" name=""/>
        <p:cNvGrpSpPr/>
        <p:nvPr/>
      </p:nvGrpSpPr>
      <p:grpSpPr>
        <a:xfrm>
          <a:off x="0" y="0"/>
          <a:ext cx="0" cy="0"/>
          <a:chOff x="0" y="0"/>
          <a:chExt cx="0" cy="0"/>
        </a:xfrm>
      </p:grpSpPr>
      <p:sp>
        <p:nvSpPr>
          <p:cNvPr id="9" name="Text Placeholder 8"/>
          <p:cNvSpPr>
            <a:spLocks noGrp="1"/>
          </p:cNvSpPr>
          <p:nvPr>
            <p:ph type="body" sz="quarter" idx="10" hasCustomPrompt="1"/>
          </p:nvPr>
        </p:nvSpPr>
        <p:spPr>
          <a:xfrm>
            <a:off x="1780953" y="2098360"/>
            <a:ext cx="5582093" cy="587388"/>
          </a:xfrm>
          <a:prstGeom prst="rect">
            <a:avLst/>
          </a:prstGeom>
        </p:spPr>
        <p:txBody>
          <a:bodyPr anchor="ctr"/>
          <a:lstStyle>
            <a:lvl1pPr marL="0" indent="0" algn="ctr">
              <a:buNone/>
              <a:defRPr sz="1600">
                <a:solidFill>
                  <a:schemeClr val="bg1"/>
                </a:solidFill>
                <a:latin typeface="+mj-lt"/>
              </a:defRPr>
            </a:lvl1pPr>
            <a:lvl2pPr marL="457200" indent="0">
              <a:buNone/>
              <a:defRPr sz="1600">
                <a:latin typeface="+mj-lt"/>
              </a:defRPr>
            </a:lvl2pPr>
            <a:lvl3pPr marL="914400" indent="0">
              <a:buNone/>
              <a:defRPr sz="1600">
                <a:latin typeface="+mj-lt"/>
              </a:defRPr>
            </a:lvl3pPr>
            <a:lvl4pPr marL="1371600" indent="0">
              <a:buNone/>
              <a:defRPr sz="1600">
                <a:latin typeface="+mj-lt"/>
              </a:defRPr>
            </a:lvl4pPr>
            <a:lvl5pPr marL="1828800" indent="0">
              <a:buNone/>
              <a:defRPr sz="1600">
                <a:latin typeface="+mj-lt"/>
              </a:defRPr>
            </a:lvl5pPr>
          </a:lstStyle>
          <a:p>
            <a:pPr algn="ctr">
              <a:lnSpc>
                <a:spcPts val="2400"/>
              </a:lnSpc>
            </a:pPr>
            <a:r>
              <a:rPr lang="en-US" sz="1600" baseline="0">
                <a:solidFill>
                  <a:schemeClr val="bg1"/>
                </a:solidFill>
                <a:latin typeface="+mj-lt"/>
              </a:rPr>
              <a:t>Please add call out or quote here</a:t>
            </a:r>
            <a:br>
              <a:rPr lang="en-US" sz="1600" baseline="0">
                <a:solidFill>
                  <a:schemeClr val="bg1"/>
                </a:solidFill>
                <a:latin typeface="+mj-lt"/>
              </a:rPr>
            </a:br>
            <a:r>
              <a:rPr lang="en-US" sz="1600" baseline="0">
                <a:solidFill>
                  <a:schemeClr val="bg1"/>
                </a:solidFill>
                <a:latin typeface="+mj-lt"/>
              </a:rPr>
              <a:t>sit </a:t>
            </a:r>
            <a:r>
              <a:rPr lang="en-US" sz="1600" baseline="0" err="1">
                <a:solidFill>
                  <a:schemeClr val="bg1"/>
                </a:solidFill>
                <a:latin typeface="+mj-lt"/>
              </a:rPr>
              <a:t>amet</a:t>
            </a:r>
            <a:r>
              <a:rPr lang="en-US" sz="1600" baseline="0">
                <a:solidFill>
                  <a:schemeClr val="bg1"/>
                </a:solidFill>
                <a:latin typeface="+mj-lt"/>
              </a:rPr>
              <a:t>, </a:t>
            </a:r>
            <a:r>
              <a:rPr lang="en-US" sz="1600" baseline="0" err="1">
                <a:solidFill>
                  <a:schemeClr val="bg1"/>
                </a:solidFill>
                <a:latin typeface="+mj-lt"/>
              </a:rPr>
              <a:t>consectetur</a:t>
            </a:r>
            <a:r>
              <a:rPr lang="en-US" sz="1600" baseline="0">
                <a:solidFill>
                  <a:schemeClr val="bg1"/>
                </a:solidFill>
                <a:latin typeface="+mj-lt"/>
              </a:rPr>
              <a:t> </a:t>
            </a:r>
            <a:r>
              <a:rPr lang="en-US" sz="1600" baseline="0" err="1">
                <a:solidFill>
                  <a:schemeClr val="bg1"/>
                </a:solidFill>
                <a:latin typeface="+mj-lt"/>
              </a:rPr>
              <a:t>adipiscing</a:t>
            </a:r>
            <a:r>
              <a:rPr lang="en-US" sz="1600" baseline="0">
                <a:solidFill>
                  <a:schemeClr val="bg1"/>
                </a:solidFill>
                <a:latin typeface="+mj-lt"/>
              </a:rPr>
              <a:t> </a:t>
            </a:r>
            <a:r>
              <a:rPr lang="en-US" sz="1600" baseline="0" err="1">
                <a:solidFill>
                  <a:schemeClr val="bg1"/>
                </a:solidFill>
                <a:latin typeface="+mj-lt"/>
              </a:rPr>
              <a:t>elit</a:t>
            </a:r>
            <a:r>
              <a:rPr lang="en-US" sz="1600" baseline="0">
                <a:solidFill>
                  <a:schemeClr val="bg1"/>
                </a:solidFill>
                <a:latin typeface="+mj-lt"/>
              </a:rPr>
              <a:t>. </a:t>
            </a:r>
            <a:r>
              <a:rPr lang="en-US" sz="1600" baseline="0" err="1">
                <a:solidFill>
                  <a:schemeClr val="bg1"/>
                </a:solidFill>
                <a:latin typeface="+mj-lt"/>
              </a:rPr>
              <a:t>Sed</a:t>
            </a:r>
            <a:r>
              <a:rPr lang="en-US" sz="1600" baseline="0">
                <a:solidFill>
                  <a:schemeClr val="bg1"/>
                </a:solidFill>
                <a:latin typeface="+mj-lt"/>
              </a:rPr>
              <a:t> </a:t>
            </a:r>
            <a:r>
              <a:rPr lang="en-US" sz="1600" baseline="0" err="1">
                <a:solidFill>
                  <a:schemeClr val="bg1"/>
                </a:solidFill>
                <a:latin typeface="+mj-lt"/>
              </a:rPr>
              <a:t>nec</a:t>
            </a:r>
            <a:r>
              <a:rPr lang="en-US" sz="1600" baseline="0">
                <a:solidFill>
                  <a:schemeClr val="bg1"/>
                </a:solidFill>
                <a:latin typeface="+mj-lt"/>
              </a:rPr>
              <a:t> </a:t>
            </a:r>
            <a:r>
              <a:rPr lang="en-US" sz="1600" baseline="0" err="1">
                <a:solidFill>
                  <a:schemeClr val="bg1"/>
                </a:solidFill>
                <a:latin typeface="+mj-lt"/>
              </a:rPr>
              <a:t>sem</a:t>
            </a:r>
            <a:r>
              <a:rPr lang="en-US" sz="1600" baseline="0">
                <a:solidFill>
                  <a:schemeClr val="bg1"/>
                </a:solidFill>
                <a:latin typeface="+mj-lt"/>
              </a:rPr>
              <a:t> gravida, </a:t>
            </a:r>
            <a:r>
              <a:rPr lang="en-US" sz="1600" baseline="0" err="1">
                <a:solidFill>
                  <a:schemeClr val="bg1"/>
                </a:solidFill>
                <a:latin typeface="+mj-lt"/>
              </a:rPr>
              <a:t>dapibus</a:t>
            </a:r>
            <a:r>
              <a:rPr lang="en-US" sz="1600" baseline="0">
                <a:solidFill>
                  <a:schemeClr val="bg1"/>
                </a:solidFill>
                <a:latin typeface="+mj-lt"/>
              </a:rPr>
              <a:t> </a:t>
            </a:r>
            <a:r>
              <a:rPr lang="en-US" sz="1600" baseline="0" err="1">
                <a:solidFill>
                  <a:schemeClr val="bg1"/>
                </a:solidFill>
                <a:latin typeface="+mj-lt"/>
              </a:rPr>
              <a:t>turpis</a:t>
            </a:r>
            <a:r>
              <a:rPr lang="en-US" sz="1600" baseline="0">
                <a:solidFill>
                  <a:schemeClr val="bg1"/>
                </a:solidFill>
                <a:latin typeface="+mj-lt"/>
              </a:rPr>
              <a:t> </a:t>
            </a:r>
            <a:r>
              <a:rPr lang="en-US" sz="1600" baseline="0" err="1">
                <a:solidFill>
                  <a:schemeClr val="bg1"/>
                </a:solidFill>
                <a:latin typeface="+mj-lt"/>
              </a:rPr>
              <a:t>porttitor</a:t>
            </a:r>
            <a:r>
              <a:rPr lang="en-US" sz="1600" baseline="0">
                <a:solidFill>
                  <a:schemeClr val="bg1"/>
                </a:solidFill>
                <a:latin typeface="+mj-lt"/>
              </a:rPr>
              <a:t>, </a:t>
            </a:r>
            <a:r>
              <a:rPr lang="en-US" sz="1600" baseline="0" err="1">
                <a:solidFill>
                  <a:schemeClr val="bg1"/>
                </a:solidFill>
                <a:latin typeface="+mj-lt"/>
              </a:rPr>
              <a:t>tincidunt</a:t>
            </a:r>
            <a:r>
              <a:rPr lang="en-US" sz="1600" baseline="0">
                <a:solidFill>
                  <a:schemeClr val="bg1"/>
                </a:solidFill>
                <a:latin typeface="+mj-lt"/>
              </a:rPr>
              <a:t> </a:t>
            </a:r>
            <a:r>
              <a:rPr lang="en-US" sz="1600" baseline="0" err="1">
                <a:solidFill>
                  <a:schemeClr val="bg1"/>
                </a:solidFill>
                <a:latin typeface="+mj-lt"/>
              </a:rPr>
              <a:t>nibh</a:t>
            </a:r>
            <a:r>
              <a:rPr lang="en-US" sz="1600" baseline="0">
                <a:solidFill>
                  <a:schemeClr val="bg1"/>
                </a:solidFill>
                <a:latin typeface="+mj-lt"/>
              </a:rPr>
              <a:t>. </a:t>
            </a:r>
            <a:r>
              <a:rPr lang="en-US" sz="1600" baseline="0" err="1">
                <a:solidFill>
                  <a:schemeClr val="bg1"/>
                </a:solidFill>
                <a:latin typeface="+mj-lt"/>
              </a:rPr>
              <a:t>Orci</a:t>
            </a:r>
            <a:r>
              <a:rPr lang="en-US" sz="1600" baseline="0">
                <a:solidFill>
                  <a:schemeClr val="bg1"/>
                </a:solidFill>
                <a:latin typeface="+mj-lt"/>
              </a:rPr>
              <a:t> </a:t>
            </a:r>
            <a:r>
              <a:rPr lang="en-US" sz="1600" baseline="0" err="1">
                <a:solidFill>
                  <a:schemeClr val="bg1"/>
                </a:solidFill>
                <a:latin typeface="+mj-lt"/>
              </a:rPr>
              <a:t>varius</a:t>
            </a:r>
            <a:r>
              <a:rPr lang="en-US" sz="1600" baseline="0">
                <a:solidFill>
                  <a:schemeClr val="bg1"/>
                </a:solidFill>
                <a:latin typeface="+mj-lt"/>
              </a:rPr>
              <a:t> </a:t>
            </a:r>
            <a:r>
              <a:rPr lang="en-US" sz="1600" baseline="0" err="1">
                <a:solidFill>
                  <a:schemeClr val="bg1"/>
                </a:solidFill>
                <a:latin typeface="+mj-lt"/>
              </a:rPr>
              <a:t>natoque</a:t>
            </a:r>
            <a:r>
              <a:rPr lang="en-US" sz="1600" baseline="0">
                <a:solidFill>
                  <a:schemeClr val="bg1"/>
                </a:solidFill>
                <a:latin typeface="+mj-lt"/>
              </a:rPr>
              <a:t> </a:t>
            </a:r>
            <a:r>
              <a:rPr lang="en-US" sz="1600" baseline="0" err="1">
                <a:solidFill>
                  <a:schemeClr val="bg1"/>
                </a:solidFill>
                <a:latin typeface="+mj-lt"/>
              </a:rPr>
              <a:t>penatibus</a:t>
            </a:r>
            <a:r>
              <a:rPr lang="en-US" sz="1600" baseline="0">
                <a:solidFill>
                  <a:schemeClr val="bg1"/>
                </a:solidFill>
                <a:latin typeface="+mj-lt"/>
              </a:rPr>
              <a:t> et </a:t>
            </a:r>
            <a:r>
              <a:rPr lang="en-US" sz="1600" baseline="0" err="1">
                <a:solidFill>
                  <a:schemeClr val="bg1"/>
                </a:solidFill>
                <a:latin typeface="+mj-lt"/>
              </a:rPr>
              <a:t>magnis</a:t>
            </a:r>
            <a:r>
              <a:rPr lang="en-US" sz="1600" baseline="0">
                <a:solidFill>
                  <a:schemeClr val="bg1"/>
                </a:solidFill>
                <a:latin typeface="+mj-lt"/>
              </a:rPr>
              <a:t> dis parturient </a:t>
            </a:r>
            <a:r>
              <a:rPr lang="en-US" sz="1600" baseline="0" err="1">
                <a:solidFill>
                  <a:schemeClr val="bg1"/>
                </a:solidFill>
                <a:latin typeface="+mj-lt"/>
              </a:rPr>
              <a:t>montes</a:t>
            </a:r>
            <a:r>
              <a:rPr lang="en-US" sz="1600" baseline="0">
                <a:solidFill>
                  <a:schemeClr val="bg1"/>
                </a:solidFill>
                <a:latin typeface="+mj-lt"/>
              </a:rPr>
              <a:t>, </a:t>
            </a:r>
            <a:r>
              <a:rPr lang="en-US" sz="1600" baseline="0" err="1">
                <a:solidFill>
                  <a:schemeClr val="bg1"/>
                </a:solidFill>
                <a:latin typeface="+mj-lt"/>
              </a:rPr>
              <a:t>nascetur</a:t>
            </a:r>
            <a:r>
              <a:rPr lang="en-US" sz="1600" baseline="0">
                <a:solidFill>
                  <a:schemeClr val="bg1"/>
                </a:solidFill>
                <a:latin typeface="+mj-lt"/>
              </a:rPr>
              <a:t> </a:t>
            </a:r>
            <a:r>
              <a:rPr lang="en-US" sz="1600" baseline="0" err="1">
                <a:solidFill>
                  <a:schemeClr val="bg1"/>
                </a:solidFill>
                <a:latin typeface="+mj-lt"/>
              </a:rPr>
              <a:t>ridiculus</a:t>
            </a:r>
            <a:r>
              <a:rPr lang="en-US" sz="1600" baseline="0">
                <a:solidFill>
                  <a:schemeClr val="bg1"/>
                </a:solidFill>
                <a:latin typeface="+mj-lt"/>
              </a:rPr>
              <a:t> mus. Nam </a:t>
            </a:r>
            <a:r>
              <a:rPr lang="en-US" sz="1600" baseline="0" err="1">
                <a:solidFill>
                  <a:schemeClr val="bg1"/>
                </a:solidFill>
                <a:latin typeface="+mj-lt"/>
              </a:rPr>
              <a:t>eget</a:t>
            </a:r>
            <a:r>
              <a:rPr lang="en-US" sz="1600" baseline="0">
                <a:solidFill>
                  <a:schemeClr val="bg1"/>
                </a:solidFill>
                <a:latin typeface="+mj-lt"/>
              </a:rPr>
              <a:t> </a:t>
            </a:r>
            <a:r>
              <a:rPr lang="en-US" sz="1600" baseline="0" err="1">
                <a:solidFill>
                  <a:schemeClr val="bg1"/>
                </a:solidFill>
                <a:latin typeface="+mj-lt"/>
              </a:rPr>
              <a:t>enim</a:t>
            </a:r>
            <a:r>
              <a:rPr lang="en-US" sz="1600" baseline="0">
                <a:solidFill>
                  <a:schemeClr val="bg1"/>
                </a:solidFill>
                <a:latin typeface="+mj-lt"/>
              </a:rPr>
              <a:t> </a:t>
            </a:r>
            <a:r>
              <a:rPr lang="en-US" sz="1600" baseline="0" err="1">
                <a:solidFill>
                  <a:schemeClr val="bg1"/>
                </a:solidFill>
                <a:latin typeface="+mj-lt"/>
              </a:rPr>
              <a:t>mauris</a:t>
            </a:r>
            <a:r>
              <a:rPr lang="en-US" sz="1600" baseline="0">
                <a:solidFill>
                  <a:schemeClr val="bg1"/>
                </a:solidFill>
                <a:latin typeface="+mj-lt"/>
              </a:rPr>
              <a:t>. </a:t>
            </a:r>
            <a:r>
              <a:rPr lang="en-US" sz="1600" baseline="0" err="1">
                <a:solidFill>
                  <a:schemeClr val="bg1"/>
                </a:solidFill>
                <a:latin typeface="+mj-lt"/>
              </a:rPr>
              <a:t>Vivamus</a:t>
            </a:r>
            <a:r>
              <a:rPr lang="en-US" sz="1600" baseline="0">
                <a:solidFill>
                  <a:schemeClr val="bg1"/>
                </a:solidFill>
                <a:latin typeface="+mj-lt"/>
              </a:rPr>
              <a:t> sit </a:t>
            </a:r>
            <a:r>
              <a:rPr lang="en-US" sz="1600" baseline="0" err="1">
                <a:solidFill>
                  <a:schemeClr val="bg1"/>
                </a:solidFill>
                <a:latin typeface="+mj-lt"/>
              </a:rPr>
              <a:t>amet</a:t>
            </a:r>
            <a:r>
              <a:rPr lang="en-US" sz="1600" baseline="0">
                <a:solidFill>
                  <a:schemeClr val="bg1"/>
                </a:solidFill>
                <a:latin typeface="+mj-lt"/>
              </a:rPr>
              <a:t> </a:t>
            </a:r>
            <a:r>
              <a:rPr lang="en-US" sz="1600" baseline="0" err="1">
                <a:solidFill>
                  <a:schemeClr val="bg1"/>
                </a:solidFill>
                <a:latin typeface="+mj-lt"/>
              </a:rPr>
              <a:t>congue</a:t>
            </a:r>
            <a:r>
              <a:rPr lang="en-US" sz="1600" baseline="0">
                <a:solidFill>
                  <a:schemeClr val="bg1"/>
                </a:solidFill>
                <a:latin typeface="+mj-lt"/>
              </a:rPr>
              <a:t> </a:t>
            </a:r>
            <a:r>
              <a:rPr lang="en-US" sz="1600" baseline="0" err="1">
                <a:solidFill>
                  <a:schemeClr val="bg1"/>
                </a:solidFill>
                <a:latin typeface="+mj-lt"/>
              </a:rPr>
              <a:t>nunc</a:t>
            </a:r>
            <a:r>
              <a:rPr lang="en-US" sz="1600" baseline="0">
                <a:solidFill>
                  <a:schemeClr val="bg1"/>
                </a:solidFill>
                <a:latin typeface="+mj-lt"/>
              </a:rPr>
              <a:t>. </a:t>
            </a:r>
            <a:r>
              <a:rPr lang="en-US" sz="1600" baseline="0" err="1">
                <a:solidFill>
                  <a:schemeClr val="bg1"/>
                </a:solidFill>
                <a:latin typeface="+mj-lt"/>
              </a:rPr>
              <a:t>Duis</a:t>
            </a:r>
            <a:r>
              <a:rPr lang="en-US" sz="1600" baseline="0">
                <a:solidFill>
                  <a:schemeClr val="bg1"/>
                </a:solidFill>
                <a:latin typeface="+mj-lt"/>
              </a:rPr>
              <a:t> </a:t>
            </a:r>
            <a:r>
              <a:rPr lang="en-US" sz="1600" baseline="0" err="1">
                <a:solidFill>
                  <a:schemeClr val="bg1"/>
                </a:solidFill>
                <a:latin typeface="+mj-lt"/>
              </a:rPr>
              <a:t>pellentesque</a:t>
            </a:r>
            <a:r>
              <a:rPr lang="en-US" sz="1600" baseline="0">
                <a:solidFill>
                  <a:schemeClr val="bg1"/>
                </a:solidFill>
                <a:latin typeface="+mj-lt"/>
              </a:rPr>
              <a:t> </a:t>
            </a:r>
            <a:r>
              <a:rPr lang="en-US" sz="1600" baseline="0" err="1">
                <a:solidFill>
                  <a:schemeClr val="bg1"/>
                </a:solidFill>
                <a:latin typeface="+mj-lt"/>
              </a:rPr>
              <a:t>posuere</a:t>
            </a:r>
            <a:r>
              <a:rPr lang="en-US" sz="1600" baseline="0">
                <a:solidFill>
                  <a:schemeClr val="bg1"/>
                </a:solidFill>
                <a:latin typeface="+mj-lt"/>
              </a:rPr>
              <a:t> </a:t>
            </a:r>
            <a:r>
              <a:rPr lang="en-US" sz="1600" baseline="0" err="1">
                <a:solidFill>
                  <a:schemeClr val="bg1"/>
                </a:solidFill>
                <a:latin typeface="+mj-lt"/>
              </a:rPr>
              <a:t>rutrum</a:t>
            </a:r>
            <a:r>
              <a:rPr lang="en-US" sz="1600" baseline="0">
                <a:solidFill>
                  <a:schemeClr val="bg1"/>
                </a:solidFill>
                <a:latin typeface="+mj-lt"/>
              </a:rPr>
              <a:t>. </a:t>
            </a:r>
            <a:r>
              <a:rPr lang="en-US" sz="1600" baseline="0" err="1">
                <a:solidFill>
                  <a:schemeClr val="bg1"/>
                </a:solidFill>
                <a:latin typeface="+mj-lt"/>
              </a:rPr>
              <a:t>Pellentesque</a:t>
            </a:r>
            <a:r>
              <a:rPr lang="en-US" sz="1600" baseline="0">
                <a:solidFill>
                  <a:schemeClr val="bg1"/>
                </a:solidFill>
                <a:latin typeface="+mj-lt"/>
              </a:rPr>
              <a:t> ac </a:t>
            </a:r>
            <a:r>
              <a:rPr lang="en-US" sz="1600" baseline="0" err="1">
                <a:solidFill>
                  <a:schemeClr val="bg1"/>
                </a:solidFill>
                <a:latin typeface="+mj-lt"/>
              </a:rPr>
              <a:t>diam</a:t>
            </a:r>
            <a:r>
              <a:rPr lang="en-US" sz="1600" baseline="0">
                <a:solidFill>
                  <a:schemeClr val="bg1"/>
                </a:solidFill>
                <a:latin typeface="+mj-lt"/>
              </a:rPr>
              <a:t> </a:t>
            </a:r>
            <a:r>
              <a:rPr lang="en-US" sz="1600" baseline="0" err="1">
                <a:solidFill>
                  <a:schemeClr val="bg1"/>
                </a:solidFill>
                <a:latin typeface="+mj-lt"/>
              </a:rPr>
              <a:t>quis</a:t>
            </a:r>
            <a:r>
              <a:rPr lang="en-US" sz="1600" baseline="0">
                <a:solidFill>
                  <a:schemeClr val="bg1"/>
                </a:solidFill>
                <a:latin typeface="+mj-lt"/>
              </a:rPr>
              <a:t> </a:t>
            </a:r>
            <a:r>
              <a:rPr lang="en-US" sz="1600" baseline="0" err="1">
                <a:solidFill>
                  <a:schemeClr val="bg1"/>
                </a:solidFill>
                <a:latin typeface="+mj-lt"/>
              </a:rPr>
              <a:t>justo</a:t>
            </a:r>
            <a:r>
              <a:rPr lang="en-US" sz="1600" baseline="0">
                <a:solidFill>
                  <a:schemeClr val="bg1"/>
                </a:solidFill>
                <a:latin typeface="+mj-lt"/>
              </a:rPr>
              <a:t> </a:t>
            </a:r>
            <a:r>
              <a:rPr lang="en-US" sz="1600" baseline="0" err="1">
                <a:solidFill>
                  <a:schemeClr val="bg1"/>
                </a:solidFill>
                <a:latin typeface="+mj-lt"/>
              </a:rPr>
              <a:t>placerat</a:t>
            </a:r>
            <a:r>
              <a:rPr lang="en-US" sz="1600" baseline="0">
                <a:solidFill>
                  <a:schemeClr val="bg1"/>
                </a:solidFill>
                <a:latin typeface="+mj-lt"/>
              </a:rPr>
              <a:t> porta. </a:t>
            </a:r>
            <a:r>
              <a:rPr lang="en-US" sz="1600" baseline="0" err="1">
                <a:solidFill>
                  <a:schemeClr val="bg1"/>
                </a:solidFill>
                <a:latin typeface="+mj-lt"/>
              </a:rPr>
              <a:t>Phasellus</a:t>
            </a:r>
            <a:r>
              <a:rPr lang="en-US" sz="1600" baseline="0">
                <a:solidFill>
                  <a:schemeClr val="bg1"/>
                </a:solidFill>
                <a:latin typeface="+mj-lt"/>
              </a:rPr>
              <a:t> </a:t>
            </a:r>
            <a:r>
              <a:rPr lang="en-US" sz="1600" baseline="0" err="1">
                <a:solidFill>
                  <a:schemeClr val="bg1"/>
                </a:solidFill>
                <a:latin typeface="+mj-lt"/>
              </a:rPr>
              <a:t>bibendum</a:t>
            </a:r>
            <a:r>
              <a:rPr lang="en-US" sz="1600" baseline="0">
                <a:solidFill>
                  <a:schemeClr val="bg1"/>
                </a:solidFill>
                <a:latin typeface="+mj-lt"/>
              </a:rPr>
              <a:t> </a:t>
            </a:r>
            <a:r>
              <a:rPr lang="en-US" sz="1600" baseline="0" err="1">
                <a:solidFill>
                  <a:schemeClr val="bg1"/>
                </a:solidFill>
                <a:latin typeface="+mj-lt"/>
              </a:rPr>
              <a:t>vehicula</a:t>
            </a:r>
            <a:r>
              <a:rPr lang="en-US" sz="1600" baseline="0">
                <a:solidFill>
                  <a:schemeClr val="bg1"/>
                </a:solidFill>
                <a:latin typeface="+mj-lt"/>
              </a:rPr>
              <a:t> </a:t>
            </a:r>
            <a:r>
              <a:rPr lang="en-US" sz="1600" baseline="0" err="1">
                <a:solidFill>
                  <a:schemeClr val="bg1"/>
                </a:solidFill>
                <a:latin typeface="+mj-lt"/>
              </a:rPr>
              <a:t>sem</a:t>
            </a:r>
            <a:r>
              <a:rPr lang="en-US" sz="1600" baseline="0">
                <a:solidFill>
                  <a:schemeClr val="bg1"/>
                </a:solidFill>
                <a:latin typeface="+mj-lt"/>
              </a:rPr>
              <a:t> id </a:t>
            </a:r>
            <a:r>
              <a:rPr lang="en-US" sz="1600" baseline="0" err="1">
                <a:solidFill>
                  <a:schemeClr val="bg1"/>
                </a:solidFill>
                <a:latin typeface="+mj-lt"/>
              </a:rPr>
              <a:t>ornare</a:t>
            </a:r>
            <a:r>
              <a:rPr lang="en-US" sz="1600" baseline="0">
                <a:solidFill>
                  <a:schemeClr val="bg1"/>
                </a:solidFill>
                <a:latin typeface="+mj-lt"/>
              </a:rPr>
              <a:t>. Nam </a:t>
            </a:r>
            <a:r>
              <a:rPr lang="en-US" sz="1600" baseline="0" err="1">
                <a:solidFill>
                  <a:schemeClr val="bg1"/>
                </a:solidFill>
                <a:latin typeface="+mj-lt"/>
              </a:rPr>
              <a:t>commodo</a:t>
            </a:r>
            <a:r>
              <a:rPr lang="en-US" sz="1600" baseline="0">
                <a:solidFill>
                  <a:schemeClr val="bg1"/>
                </a:solidFill>
                <a:latin typeface="+mj-lt"/>
              </a:rPr>
              <a:t> ac </a:t>
            </a:r>
            <a:r>
              <a:rPr lang="en-US" sz="1600" baseline="0" err="1">
                <a:solidFill>
                  <a:schemeClr val="bg1"/>
                </a:solidFill>
                <a:latin typeface="+mj-lt"/>
              </a:rPr>
              <a:t>purus</a:t>
            </a:r>
            <a:r>
              <a:rPr lang="en-US" sz="1600" baseline="0">
                <a:solidFill>
                  <a:schemeClr val="bg1"/>
                </a:solidFill>
                <a:latin typeface="+mj-lt"/>
              </a:rPr>
              <a:t> </a:t>
            </a:r>
            <a:r>
              <a:rPr lang="en-US" sz="1600" baseline="0" err="1">
                <a:solidFill>
                  <a:schemeClr val="bg1"/>
                </a:solidFill>
                <a:latin typeface="+mj-lt"/>
              </a:rPr>
              <a:t>condimentum</a:t>
            </a:r>
            <a:r>
              <a:rPr lang="en-US" sz="1600" baseline="0">
                <a:solidFill>
                  <a:schemeClr val="bg1"/>
                </a:solidFill>
                <a:latin typeface="+mj-lt"/>
              </a:rPr>
              <a:t> porta. </a:t>
            </a:r>
            <a:r>
              <a:rPr lang="en-US" sz="1600" baseline="0" err="1">
                <a:solidFill>
                  <a:schemeClr val="bg1"/>
                </a:solidFill>
                <a:latin typeface="+mj-lt"/>
              </a:rPr>
              <a:t>Proin</a:t>
            </a:r>
            <a:r>
              <a:rPr lang="en-US" sz="1600" baseline="0">
                <a:solidFill>
                  <a:schemeClr val="bg1"/>
                </a:solidFill>
                <a:latin typeface="+mj-lt"/>
              </a:rPr>
              <a:t> </a:t>
            </a:r>
            <a:r>
              <a:rPr lang="en-US" sz="1600" baseline="0" err="1">
                <a:solidFill>
                  <a:schemeClr val="bg1"/>
                </a:solidFill>
                <a:latin typeface="+mj-lt"/>
              </a:rPr>
              <a:t>condimentum</a:t>
            </a:r>
            <a:r>
              <a:rPr lang="en-US" sz="1600" baseline="0">
                <a:solidFill>
                  <a:schemeClr val="bg1"/>
                </a:solidFill>
                <a:latin typeface="+mj-lt"/>
              </a:rPr>
              <a:t> </a:t>
            </a:r>
            <a:r>
              <a:rPr lang="en-US" sz="1600" baseline="0" err="1">
                <a:solidFill>
                  <a:schemeClr val="bg1"/>
                </a:solidFill>
                <a:latin typeface="+mj-lt"/>
              </a:rPr>
              <a:t>lectus</a:t>
            </a:r>
            <a:r>
              <a:rPr lang="en-US" sz="1600" baseline="0">
                <a:solidFill>
                  <a:schemeClr val="bg1"/>
                </a:solidFill>
                <a:latin typeface="+mj-lt"/>
              </a:rPr>
              <a:t> </a:t>
            </a:r>
            <a:r>
              <a:rPr lang="en-US" sz="1600" baseline="0" err="1">
                <a:solidFill>
                  <a:schemeClr val="bg1"/>
                </a:solidFill>
                <a:latin typeface="+mj-lt"/>
              </a:rPr>
              <a:t>leo</a:t>
            </a:r>
            <a:r>
              <a:rPr lang="en-US" sz="1600" baseline="0">
                <a:solidFill>
                  <a:schemeClr val="bg1"/>
                </a:solidFill>
                <a:latin typeface="+mj-lt"/>
              </a:rPr>
              <a:t>, in </a:t>
            </a:r>
            <a:r>
              <a:rPr lang="en-US" sz="1600" baseline="0" err="1">
                <a:solidFill>
                  <a:schemeClr val="bg1"/>
                </a:solidFill>
                <a:latin typeface="+mj-lt"/>
              </a:rPr>
              <a:t>lacinia</a:t>
            </a:r>
            <a:r>
              <a:rPr lang="en-US" sz="1600" baseline="0">
                <a:solidFill>
                  <a:schemeClr val="bg1"/>
                </a:solidFill>
                <a:latin typeface="+mj-lt"/>
              </a:rPr>
              <a:t> </a:t>
            </a:r>
            <a:r>
              <a:rPr lang="en-US" sz="1600" baseline="0" err="1">
                <a:solidFill>
                  <a:schemeClr val="bg1"/>
                </a:solidFill>
                <a:latin typeface="+mj-lt"/>
              </a:rPr>
              <a:t>diam</a:t>
            </a:r>
            <a:r>
              <a:rPr lang="en-US" sz="1600" baseline="0">
                <a:solidFill>
                  <a:schemeClr val="bg1"/>
                </a:solidFill>
                <a:latin typeface="+mj-lt"/>
              </a:rPr>
              <a:t> </a:t>
            </a:r>
            <a:r>
              <a:rPr lang="en-US" sz="1600" baseline="0" err="1">
                <a:solidFill>
                  <a:schemeClr val="bg1"/>
                </a:solidFill>
                <a:latin typeface="+mj-lt"/>
              </a:rPr>
              <a:t>placerat</a:t>
            </a:r>
            <a:r>
              <a:rPr lang="en-US" sz="1600" baseline="0">
                <a:solidFill>
                  <a:schemeClr val="bg1"/>
                </a:solidFill>
                <a:latin typeface="+mj-lt"/>
              </a:rPr>
              <a:t> convallis. </a:t>
            </a:r>
            <a:endParaRPr lang="en-US" sz="1600" b="1" spc="200" baseline="0">
              <a:solidFill>
                <a:schemeClr val="bg1"/>
              </a:solidFill>
              <a:latin typeface="+mj-lt"/>
              <a:ea typeface="Calibri" charset="0"/>
              <a:cs typeface="Calibri" charset="0"/>
            </a:endParaRPr>
          </a:p>
        </p:txBody>
      </p:sp>
      <p:pic>
        <p:nvPicPr>
          <p:cNvPr id="3" name="Picture 2"/>
          <p:cNvPicPr>
            <a:picLocks noChangeAspect="1"/>
          </p:cNvPicPr>
          <p:nvPr userDrawn="1"/>
        </p:nvPicPr>
        <p:blipFill rotWithShape="1">
          <a:blip r:embed="rId2" cstate="screen">
            <a:alphaModFix amt="16000"/>
            <a:extLst>
              <a:ext uri="{28A0092B-C50C-407E-A947-70E740481C1C}">
                <a14:useLocalDpi xmlns:a14="http://schemas.microsoft.com/office/drawing/2010/main"/>
              </a:ext>
            </a:extLst>
          </a:blip>
          <a:srcRect t="63049" r="42496"/>
          <a:stretch/>
        </p:blipFill>
        <p:spPr>
          <a:xfrm>
            <a:off x="1" y="-122440"/>
            <a:ext cx="1548202" cy="1187447"/>
          </a:xfrm>
          <a:prstGeom prst="rect">
            <a:avLst/>
          </a:prstGeom>
        </p:spPr>
      </p:pic>
      <p:pic>
        <p:nvPicPr>
          <p:cNvPr id="4" name="Picture 3"/>
          <p:cNvPicPr>
            <a:picLocks noChangeAspect="1"/>
          </p:cNvPicPr>
          <p:nvPr userDrawn="1"/>
        </p:nvPicPr>
        <p:blipFill rotWithShape="1">
          <a:blip r:embed="rId2" cstate="screen">
            <a:alphaModFix amt="16000"/>
            <a:extLst>
              <a:ext uri="{28A0092B-C50C-407E-A947-70E740481C1C}">
                <a14:useLocalDpi xmlns:a14="http://schemas.microsoft.com/office/drawing/2010/main"/>
              </a:ext>
            </a:extLst>
          </a:blip>
          <a:srcRect t="63049" r="42496"/>
          <a:stretch/>
        </p:blipFill>
        <p:spPr>
          <a:xfrm rot="10800000">
            <a:off x="7595798" y="3681859"/>
            <a:ext cx="1548202" cy="1187447"/>
          </a:xfrm>
          <a:prstGeom prst="rect">
            <a:avLst/>
          </a:prstGeom>
        </p:spPr>
      </p:pic>
      <p:sp>
        <p:nvSpPr>
          <p:cNvPr id="12" name="TextBox 11">
            <a:extLst>
              <a:ext uri="{FF2B5EF4-FFF2-40B4-BE49-F238E27FC236}">
                <a16:creationId xmlns:a16="http://schemas.microsoft.com/office/drawing/2014/main" id="{7492BAA7-E927-4FEE-992B-E1D99588BA5C}"/>
              </a:ext>
            </a:extLst>
          </p:cNvPr>
          <p:cNvSpPr txBox="1"/>
          <p:nvPr userDrawn="1"/>
        </p:nvSpPr>
        <p:spPr>
          <a:xfrm>
            <a:off x="857700" y="4914119"/>
            <a:ext cx="1321620" cy="161581"/>
          </a:xfrm>
          <a:prstGeom prst="rect">
            <a:avLst/>
          </a:prstGeom>
          <a:noFill/>
        </p:spPr>
        <p:txBody>
          <a:bodyPr wrap="square" lIns="68526" tIns="34289" rIns="68526" bIns="34289" rtlCol="0">
            <a:spAutoFit/>
          </a:bodyPr>
          <a:lstStyle/>
          <a:p>
            <a:pPr marL="0" marR="0" lvl="0" indent="0" algn="l" defTabSz="342542" rtl="0" eaLnBrk="1" fontAlgn="auto" latinLnBrk="0" hangingPunct="1">
              <a:lnSpc>
                <a:spcPct val="100000"/>
              </a:lnSpc>
              <a:spcBef>
                <a:spcPts val="0"/>
              </a:spcBef>
              <a:spcAft>
                <a:spcPts val="0"/>
              </a:spcAft>
              <a:buClrTx/>
              <a:buSzTx/>
              <a:buFontTx/>
              <a:buNone/>
              <a:tabLst/>
              <a:defRPr/>
            </a:pPr>
            <a:r>
              <a:rPr lang="en-US" sz="600" kern="0" spc="15">
                <a:solidFill>
                  <a:schemeClr val="bg1"/>
                </a:solidFill>
                <a:cs typeface="Trebuchet MS"/>
              </a:rPr>
              <a:t>CONFIDENTIAL. </a:t>
            </a:r>
            <a:r>
              <a:rPr lang="en-US" sz="600" kern="1200">
                <a:solidFill>
                  <a:schemeClr val="bg1"/>
                </a:solidFill>
                <a:effectLst/>
                <a:latin typeface="+mn-lt"/>
                <a:ea typeface="+mn-ea"/>
                <a:cs typeface="+mn-cs"/>
              </a:rPr>
              <a:t>Copyright © 2020</a:t>
            </a:r>
            <a:endParaRPr lang="en-US" sz="600" kern="0" spc="15">
              <a:solidFill>
                <a:schemeClr val="bg1"/>
              </a:solidFill>
              <a:cs typeface="Trebuchet MS"/>
            </a:endParaRPr>
          </a:p>
        </p:txBody>
      </p:sp>
      <p:cxnSp>
        <p:nvCxnSpPr>
          <p:cNvPr id="13" name="Straight Connector 12">
            <a:extLst>
              <a:ext uri="{FF2B5EF4-FFF2-40B4-BE49-F238E27FC236}">
                <a16:creationId xmlns:a16="http://schemas.microsoft.com/office/drawing/2014/main" id="{6EB38E4B-28C9-4606-99B7-99848DDFA65A}"/>
              </a:ext>
            </a:extLst>
          </p:cNvPr>
          <p:cNvCxnSpPr/>
          <p:nvPr userDrawn="1"/>
        </p:nvCxnSpPr>
        <p:spPr>
          <a:xfrm>
            <a:off x="853254" y="4921758"/>
            <a:ext cx="0" cy="123444"/>
          </a:xfrm>
          <a:prstGeom prst="line">
            <a:avLst/>
          </a:prstGeom>
          <a:ln w="3175" cmpd="sng">
            <a:solidFill>
              <a:schemeClr val="bg1"/>
            </a:solidFill>
          </a:ln>
          <a:effectLst/>
        </p:spPr>
        <p:style>
          <a:lnRef idx="2">
            <a:schemeClr val="accent1"/>
          </a:lnRef>
          <a:fillRef idx="0">
            <a:schemeClr val="accent1"/>
          </a:fillRef>
          <a:effectRef idx="1">
            <a:schemeClr val="accent1"/>
          </a:effectRef>
          <a:fontRef idx="minor">
            <a:schemeClr val="tx1"/>
          </a:fontRef>
        </p:style>
      </p:cxnSp>
      <p:pic>
        <p:nvPicPr>
          <p:cNvPr id="14" name="Picture 13">
            <a:extLst>
              <a:ext uri="{FF2B5EF4-FFF2-40B4-BE49-F238E27FC236}">
                <a16:creationId xmlns:a16="http://schemas.microsoft.com/office/drawing/2014/main" id="{9772F32C-9C00-417F-82A3-A16ADB7CEDFE}"/>
              </a:ext>
            </a:extLst>
          </p:cNvPr>
          <p:cNvPicPr>
            <a:picLocks noChangeAspect="1"/>
          </p:cNvPicPr>
          <p:nvPr userDrawn="1"/>
        </p:nvPicPr>
        <p:blipFill>
          <a:blip r:embed="rId3" cstate="print">
            <a:extLst>
              <a:ext uri="{28A0092B-C50C-407E-A947-70E740481C1C}">
                <a14:useLocalDpi xmlns:a14="http://schemas.microsoft.com/office/drawing/2010/main" val="0"/>
              </a:ext>
            </a:extLst>
          </a:blip>
          <a:stretch>
            <a:fillRect/>
          </a:stretch>
        </p:blipFill>
        <p:spPr>
          <a:xfrm>
            <a:off x="308992" y="4873818"/>
            <a:ext cx="527040" cy="263967"/>
          </a:xfrm>
          <a:prstGeom prst="rect">
            <a:avLst/>
          </a:prstGeom>
        </p:spPr>
      </p:pic>
      <p:sp>
        <p:nvSpPr>
          <p:cNvPr id="15" name="Text Placeholder 3">
            <a:extLst>
              <a:ext uri="{FF2B5EF4-FFF2-40B4-BE49-F238E27FC236}">
                <a16:creationId xmlns:a16="http://schemas.microsoft.com/office/drawing/2014/main" id="{A359F7BE-FEB3-4E24-8B9C-9AF5BBD2904C}"/>
              </a:ext>
            </a:extLst>
          </p:cNvPr>
          <p:cNvSpPr txBox="1">
            <a:spLocks/>
          </p:cNvSpPr>
          <p:nvPr userDrawn="1"/>
        </p:nvSpPr>
        <p:spPr>
          <a:xfrm>
            <a:off x="7335520" y="4902763"/>
            <a:ext cx="1471613" cy="182880"/>
          </a:xfrm>
          <a:prstGeom prst="rect">
            <a:avLst/>
          </a:prstGeom>
          <a:noFill/>
        </p:spPr>
        <p:txBody>
          <a:bodyPr wrap="square" lIns="68526" tIns="34289" rIns="68526" bIns="34289" rtlCol="0" anchor="ctr">
            <a:noAutofit/>
          </a:bodyPr>
          <a:lstStyle>
            <a:defPPr>
              <a:defRPr lang="en-US"/>
            </a:defPPr>
            <a:lvl1pPr marR="0" lvl="0" indent="0" defTabSz="342542" fontAlgn="auto">
              <a:lnSpc>
                <a:spcPct val="100000"/>
              </a:lnSpc>
              <a:spcBef>
                <a:spcPts val="0"/>
              </a:spcBef>
              <a:spcAft>
                <a:spcPts val="0"/>
              </a:spcAft>
              <a:buClrTx/>
              <a:buSzTx/>
              <a:buFontTx/>
              <a:buNone/>
              <a:tabLst/>
              <a:defRPr sz="600" kern="0" spc="15">
                <a:solidFill>
                  <a:srgbClr val="474648"/>
                </a:solidFill>
                <a:cs typeface="Trebuchet MS"/>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r"/>
            <a:fld id="{07FA7470-6506-4B71-AD87-6F7FA0DD0168}" type="slidenum">
              <a:rPr lang="en-US" sz="800" smtClean="0">
                <a:solidFill>
                  <a:schemeClr val="bg1"/>
                </a:solidFill>
              </a:rPr>
              <a:pPr lvl="0" algn="r"/>
              <a:t>‹#›</a:t>
            </a:fld>
            <a:endParaRPr lang="en-US">
              <a:solidFill>
                <a:schemeClr val="bg1"/>
              </a:solidFill>
            </a:endParaRPr>
          </a:p>
        </p:txBody>
      </p:sp>
    </p:spTree>
    <p:extLst>
      <p:ext uri="{BB962C8B-B14F-4D97-AF65-F5344CB8AC3E}">
        <p14:creationId xmlns:p14="http://schemas.microsoft.com/office/powerpoint/2010/main" val="3251066786"/>
      </p:ext>
    </p:extLst>
  </p:cSld>
  <p:clrMapOvr>
    <a:masterClrMapping/>
  </p:clrMapOvr>
  <p:extLst>
    <p:ext uri="{DCECCB84-F9BA-43D5-87BE-67443E8EF086}">
      <p15:sldGuideLst xmlns:p15="http://schemas.microsoft.com/office/powerpoint/2012/main">
        <p15:guide id="1" orient="horz" pos="1524">
          <p15:clr>
            <a:srgbClr val="FBAE40"/>
          </p15:clr>
        </p15:guide>
      </p15:sldGuideLst>
    </p:ext>
  </p:extLst>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Presale_Separator_01">
    <p:bg>
      <p:bgPr>
        <a:solidFill>
          <a:schemeClr val="accent2"/>
        </a:solidFill>
        <a:effectLst/>
      </p:bgPr>
    </p:bg>
    <p:spTree>
      <p:nvGrpSpPr>
        <p:cNvPr id="1" name=""/>
        <p:cNvGrpSpPr/>
        <p:nvPr/>
      </p:nvGrpSpPr>
      <p:grpSpPr>
        <a:xfrm>
          <a:off x="0" y="0"/>
          <a:ext cx="0" cy="0"/>
          <a:chOff x="0" y="0"/>
          <a:chExt cx="0" cy="0"/>
        </a:xfrm>
      </p:grpSpPr>
      <p:sp>
        <p:nvSpPr>
          <p:cNvPr id="12" name="Title 1">
            <a:extLst>
              <a:ext uri="{FF2B5EF4-FFF2-40B4-BE49-F238E27FC236}">
                <a16:creationId xmlns:a16="http://schemas.microsoft.com/office/drawing/2014/main" id="{46C35C35-64AE-4632-B724-8339BC10B266}"/>
              </a:ext>
            </a:extLst>
          </p:cNvPr>
          <p:cNvSpPr>
            <a:spLocks noGrp="1"/>
          </p:cNvSpPr>
          <p:nvPr>
            <p:ph type="title" hasCustomPrompt="1"/>
          </p:nvPr>
        </p:nvSpPr>
        <p:spPr>
          <a:xfrm>
            <a:off x="1780954" y="1803228"/>
            <a:ext cx="5582093" cy="1220182"/>
          </a:xfrm>
          <a:ln w="6350">
            <a:solidFill>
              <a:schemeClr val="bg1"/>
            </a:solidFill>
          </a:ln>
        </p:spPr>
        <p:txBody>
          <a:bodyPr lIns="182880" tIns="91440" rIns="182880" bIns="91440" anchor="ctr" anchorCtr="0">
            <a:noAutofit/>
          </a:bodyPr>
          <a:lstStyle>
            <a:lvl1pPr algn="ctr">
              <a:lnSpc>
                <a:spcPct val="100000"/>
              </a:lnSpc>
              <a:spcBef>
                <a:spcPts val="380"/>
              </a:spcBef>
              <a:spcAft>
                <a:spcPts val="300"/>
              </a:spcAft>
              <a:defRPr sz="1600" b="1" cap="all" spc="200" baseline="0">
                <a:solidFill>
                  <a:schemeClr val="bg1"/>
                </a:solidFill>
                <a:latin typeface="+mn-lt"/>
              </a:defRPr>
            </a:lvl1pPr>
          </a:lstStyle>
          <a:p>
            <a:r>
              <a:rPr lang="en-US"/>
              <a:t>PLEASE ADD BREAKER SLIDE TITLE HERE</a:t>
            </a:r>
            <a:br>
              <a:rPr lang="en-US"/>
            </a:br>
            <a:r>
              <a:rPr lang="en-US"/>
              <a:t>PLEASE ADD SECOND LINE OF TITLE HERE</a:t>
            </a:r>
          </a:p>
        </p:txBody>
      </p:sp>
      <p:sp>
        <p:nvSpPr>
          <p:cNvPr id="14" name="TextBox 13">
            <a:extLst>
              <a:ext uri="{FF2B5EF4-FFF2-40B4-BE49-F238E27FC236}">
                <a16:creationId xmlns:a16="http://schemas.microsoft.com/office/drawing/2014/main" id="{FC547FD5-5C46-4A30-8CD2-29C2608031D1}"/>
              </a:ext>
            </a:extLst>
          </p:cNvPr>
          <p:cNvSpPr txBox="1"/>
          <p:nvPr userDrawn="1"/>
        </p:nvSpPr>
        <p:spPr>
          <a:xfrm>
            <a:off x="857700" y="4914119"/>
            <a:ext cx="1321620" cy="161581"/>
          </a:xfrm>
          <a:prstGeom prst="rect">
            <a:avLst/>
          </a:prstGeom>
          <a:noFill/>
        </p:spPr>
        <p:txBody>
          <a:bodyPr wrap="square" lIns="68526" tIns="34289" rIns="68526" bIns="34289" rtlCol="0">
            <a:spAutoFit/>
          </a:bodyPr>
          <a:lstStyle/>
          <a:p>
            <a:pPr marL="0" marR="0" lvl="0" indent="0" algn="l" defTabSz="342542" rtl="0" eaLnBrk="1" fontAlgn="auto" latinLnBrk="0" hangingPunct="1">
              <a:lnSpc>
                <a:spcPct val="100000"/>
              </a:lnSpc>
              <a:spcBef>
                <a:spcPts val="0"/>
              </a:spcBef>
              <a:spcAft>
                <a:spcPts val="0"/>
              </a:spcAft>
              <a:buClrTx/>
              <a:buSzTx/>
              <a:buFontTx/>
              <a:buNone/>
              <a:tabLst/>
              <a:defRPr/>
            </a:pPr>
            <a:r>
              <a:rPr lang="en-US" sz="600" kern="0" spc="15">
                <a:solidFill>
                  <a:schemeClr val="bg1"/>
                </a:solidFill>
                <a:cs typeface="Trebuchet MS"/>
              </a:rPr>
              <a:t>CONFIDENTIAL. </a:t>
            </a:r>
            <a:r>
              <a:rPr lang="en-US" sz="600" kern="1200">
                <a:solidFill>
                  <a:schemeClr val="bg1"/>
                </a:solidFill>
                <a:effectLst/>
                <a:latin typeface="+mn-lt"/>
                <a:ea typeface="+mn-ea"/>
                <a:cs typeface="+mn-cs"/>
              </a:rPr>
              <a:t>Copyright © 2020</a:t>
            </a:r>
            <a:endParaRPr lang="en-US" sz="600" kern="0" spc="15">
              <a:solidFill>
                <a:schemeClr val="bg1"/>
              </a:solidFill>
              <a:cs typeface="Trebuchet MS"/>
            </a:endParaRPr>
          </a:p>
        </p:txBody>
      </p:sp>
      <p:cxnSp>
        <p:nvCxnSpPr>
          <p:cNvPr id="15" name="Straight Connector 14">
            <a:extLst>
              <a:ext uri="{FF2B5EF4-FFF2-40B4-BE49-F238E27FC236}">
                <a16:creationId xmlns:a16="http://schemas.microsoft.com/office/drawing/2014/main" id="{8C148526-4D93-4834-A8E9-E6B0F2816203}"/>
              </a:ext>
            </a:extLst>
          </p:cNvPr>
          <p:cNvCxnSpPr/>
          <p:nvPr userDrawn="1"/>
        </p:nvCxnSpPr>
        <p:spPr>
          <a:xfrm>
            <a:off x="853254" y="4921758"/>
            <a:ext cx="0" cy="123444"/>
          </a:xfrm>
          <a:prstGeom prst="line">
            <a:avLst/>
          </a:prstGeom>
          <a:ln w="3175" cmpd="sng">
            <a:solidFill>
              <a:schemeClr val="bg1"/>
            </a:solidFill>
          </a:ln>
          <a:effectLst/>
        </p:spPr>
        <p:style>
          <a:lnRef idx="2">
            <a:schemeClr val="accent1"/>
          </a:lnRef>
          <a:fillRef idx="0">
            <a:schemeClr val="accent1"/>
          </a:fillRef>
          <a:effectRef idx="1">
            <a:schemeClr val="accent1"/>
          </a:effectRef>
          <a:fontRef idx="minor">
            <a:schemeClr val="tx1"/>
          </a:fontRef>
        </p:style>
      </p:cxnSp>
      <p:pic>
        <p:nvPicPr>
          <p:cNvPr id="16" name="Picture 15">
            <a:extLst>
              <a:ext uri="{FF2B5EF4-FFF2-40B4-BE49-F238E27FC236}">
                <a16:creationId xmlns:a16="http://schemas.microsoft.com/office/drawing/2014/main" id="{60C3B7AF-22C6-4865-AB58-0008D23E85A1}"/>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08992" y="4873818"/>
            <a:ext cx="527040" cy="263967"/>
          </a:xfrm>
          <a:prstGeom prst="rect">
            <a:avLst/>
          </a:prstGeom>
        </p:spPr>
      </p:pic>
      <p:sp>
        <p:nvSpPr>
          <p:cNvPr id="17" name="Text Placeholder 3">
            <a:extLst>
              <a:ext uri="{FF2B5EF4-FFF2-40B4-BE49-F238E27FC236}">
                <a16:creationId xmlns:a16="http://schemas.microsoft.com/office/drawing/2014/main" id="{8666F07C-1E67-418B-82CD-9AAA2E5498A9}"/>
              </a:ext>
            </a:extLst>
          </p:cNvPr>
          <p:cNvSpPr txBox="1">
            <a:spLocks/>
          </p:cNvSpPr>
          <p:nvPr userDrawn="1"/>
        </p:nvSpPr>
        <p:spPr>
          <a:xfrm>
            <a:off x="7335520" y="4902763"/>
            <a:ext cx="1471613" cy="182880"/>
          </a:xfrm>
          <a:prstGeom prst="rect">
            <a:avLst/>
          </a:prstGeom>
          <a:noFill/>
        </p:spPr>
        <p:txBody>
          <a:bodyPr wrap="square" lIns="68526" tIns="34289" rIns="68526" bIns="34289" rtlCol="0" anchor="ctr">
            <a:noAutofit/>
          </a:bodyPr>
          <a:lstStyle>
            <a:defPPr>
              <a:defRPr lang="en-US"/>
            </a:defPPr>
            <a:lvl1pPr marR="0" lvl="0" indent="0" defTabSz="342542" fontAlgn="auto">
              <a:lnSpc>
                <a:spcPct val="100000"/>
              </a:lnSpc>
              <a:spcBef>
                <a:spcPts val="0"/>
              </a:spcBef>
              <a:spcAft>
                <a:spcPts val="0"/>
              </a:spcAft>
              <a:buClrTx/>
              <a:buSzTx/>
              <a:buFontTx/>
              <a:buNone/>
              <a:tabLst/>
              <a:defRPr sz="600" kern="0" spc="15">
                <a:solidFill>
                  <a:srgbClr val="474648"/>
                </a:solidFill>
                <a:cs typeface="Trebuchet MS"/>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r"/>
            <a:fld id="{07FA7470-6506-4B71-AD87-6F7FA0DD0168}" type="slidenum">
              <a:rPr lang="en-US" sz="800" smtClean="0">
                <a:solidFill>
                  <a:schemeClr val="bg1"/>
                </a:solidFill>
              </a:rPr>
              <a:pPr lvl="0" algn="r"/>
              <a:t>‹#›</a:t>
            </a:fld>
            <a:endParaRPr lang="en-US">
              <a:solidFill>
                <a:schemeClr val="bg1"/>
              </a:solidFill>
            </a:endParaRPr>
          </a:p>
        </p:txBody>
      </p:sp>
    </p:spTree>
    <p:extLst>
      <p:ext uri="{BB962C8B-B14F-4D97-AF65-F5344CB8AC3E}">
        <p14:creationId xmlns:p14="http://schemas.microsoft.com/office/powerpoint/2010/main" val="198179054"/>
      </p:ext>
    </p:extLst>
  </p:cSld>
  <p:clrMapOvr>
    <a:overrideClrMapping bg1="lt1" tx1="dk1" bg2="lt2" tx2="dk2" accent1="accent1" accent2="accent2" accent3="accent3" accent4="accent4" accent5="accent5" accent6="accent6" hlink="hlink" folHlink="folHlink"/>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preserve="1" userDrawn="1">
  <p:cSld name="Presale_Separator_02">
    <p:bg>
      <p:bgPr>
        <a:solidFill>
          <a:schemeClr val="accent3"/>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A37E0553-1C09-4AC9-A66A-DCD12843B53C}"/>
              </a:ext>
            </a:extLst>
          </p:cNvPr>
          <p:cNvSpPr>
            <a:spLocks noGrp="1"/>
          </p:cNvSpPr>
          <p:nvPr>
            <p:ph type="title" hasCustomPrompt="1"/>
          </p:nvPr>
        </p:nvSpPr>
        <p:spPr>
          <a:xfrm>
            <a:off x="1780954" y="1803228"/>
            <a:ext cx="5582093" cy="1220182"/>
          </a:xfrm>
          <a:ln w="6350">
            <a:solidFill>
              <a:schemeClr val="bg1"/>
            </a:solidFill>
          </a:ln>
        </p:spPr>
        <p:txBody>
          <a:bodyPr lIns="182880" tIns="91440" rIns="182880" bIns="91440" anchor="ctr" anchorCtr="0">
            <a:noAutofit/>
          </a:bodyPr>
          <a:lstStyle>
            <a:lvl1pPr algn="ctr">
              <a:lnSpc>
                <a:spcPct val="100000"/>
              </a:lnSpc>
              <a:spcBef>
                <a:spcPts val="380"/>
              </a:spcBef>
              <a:spcAft>
                <a:spcPts val="300"/>
              </a:spcAft>
              <a:defRPr sz="1600" b="1" cap="all" spc="200" baseline="0">
                <a:solidFill>
                  <a:schemeClr val="bg1"/>
                </a:solidFill>
                <a:latin typeface="+mn-lt"/>
              </a:defRPr>
            </a:lvl1pPr>
          </a:lstStyle>
          <a:p>
            <a:r>
              <a:rPr lang="en-US"/>
              <a:t>PLEASE ADD BREAKER SLIDE TITLE HERE</a:t>
            </a:r>
            <a:br>
              <a:rPr lang="en-US"/>
            </a:br>
            <a:r>
              <a:rPr lang="en-US"/>
              <a:t>PLEASE ADD SECOND LINE OF TITLE HERE</a:t>
            </a:r>
          </a:p>
        </p:txBody>
      </p:sp>
      <p:sp>
        <p:nvSpPr>
          <p:cNvPr id="14" name="TextBox 13">
            <a:extLst>
              <a:ext uri="{FF2B5EF4-FFF2-40B4-BE49-F238E27FC236}">
                <a16:creationId xmlns:a16="http://schemas.microsoft.com/office/drawing/2014/main" id="{D9329E95-D1EF-4011-A2D5-77DBF6C076A1}"/>
              </a:ext>
            </a:extLst>
          </p:cNvPr>
          <p:cNvSpPr txBox="1"/>
          <p:nvPr userDrawn="1"/>
        </p:nvSpPr>
        <p:spPr>
          <a:xfrm>
            <a:off x="857700" y="4914119"/>
            <a:ext cx="1321620" cy="161581"/>
          </a:xfrm>
          <a:prstGeom prst="rect">
            <a:avLst/>
          </a:prstGeom>
          <a:noFill/>
        </p:spPr>
        <p:txBody>
          <a:bodyPr wrap="square" lIns="68526" tIns="34289" rIns="68526" bIns="34289" rtlCol="0">
            <a:spAutoFit/>
          </a:bodyPr>
          <a:lstStyle/>
          <a:p>
            <a:pPr marL="0" marR="0" lvl="0" indent="0" algn="l" defTabSz="342542" rtl="0" eaLnBrk="1" fontAlgn="auto" latinLnBrk="0" hangingPunct="1">
              <a:lnSpc>
                <a:spcPct val="100000"/>
              </a:lnSpc>
              <a:spcBef>
                <a:spcPts val="0"/>
              </a:spcBef>
              <a:spcAft>
                <a:spcPts val="0"/>
              </a:spcAft>
              <a:buClrTx/>
              <a:buSzTx/>
              <a:buFontTx/>
              <a:buNone/>
              <a:tabLst/>
              <a:defRPr/>
            </a:pPr>
            <a:r>
              <a:rPr lang="en-US" sz="600" kern="0" spc="15">
                <a:solidFill>
                  <a:schemeClr val="bg1"/>
                </a:solidFill>
                <a:cs typeface="Trebuchet MS"/>
              </a:rPr>
              <a:t>CONFIDENTIAL. </a:t>
            </a:r>
            <a:r>
              <a:rPr lang="en-US" sz="600" kern="1200">
                <a:solidFill>
                  <a:schemeClr val="bg1"/>
                </a:solidFill>
                <a:effectLst/>
                <a:latin typeface="+mn-lt"/>
                <a:ea typeface="+mn-ea"/>
                <a:cs typeface="+mn-cs"/>
              </a:rPr>
              <a:t>Copyright © 2020</a:t>
            </a:r>
            <a:endParaRPr lang="en-US" sz="600" kern="0" spc="15">
              <a:solidFill>
                <a:schemeClr val="bg1"/>
              </a:solidFill>
              <a:cs typeface="Trebuchet MS"/>
            </a:endParaRPr>
          </a:p>
        </p:txBody>
      </p:sp>
      <p:cxnSp>
        <p:nvCxnSpPr>
          <p:cNvPr id="15" name="Straight Connector 14">
            <a:extLst>
              <a:ext uri="{FF2B5EF4-FFF2-40B4-BE49-F238E27FC236}">
                <a16:creationId xmlns:a16="http://schemas.microsoft.com/office/drawing/2014/main" id="{52053C56-A731-4CFF-8CAD-9E26A5CDB869}"/>
              </a:ext>
            </a:extLst>
          </p:cNvPr>
          <p:cNvCxnSpPr/>
          <p:nvPr userDrawn="1"/>
        </p:nvCxnSpPr>
        <p:spPr>
          <a:xfrm>
            <a:off x="853254" y="4921758"/>
            <a:ext cx="0" cy="123444"/>
          </a:xfrm>
          <a:prstGeom prst="line">
            <a:avLst/>
          </a:prstGeom>
          <a:ln w="3175" cmpd="sng">
            <a:solidFill>
              <a:schemeClr val="bg1"/>
            </a:solidFill>
          </a:ln>
          <a:effectLst/>
        </p:spPr>
        <p:style>
          <a:lnRef idx="2">
            <a:schemeClr val="accent1"/>
          </a:lnRef>
          <a:fillRef idx="0">
            <a:schemeClr val="accent1"/>
          </a:fillRef>
          <a:effectRef idx="1">
            <a:schemeClr val="accent1"/>
          </a:effectRef>
          <a:fontRef idx="minor">
            <a:schemeClr val="tx1"/>
          </a:fontRef>
        </p:style>
      </p:cxnSp>
      <p:pic>
        <p:nvPicPr>
          <p:cNvPr id="16" name="Picture 15">
            <a:extLst>
              <a:ext uri="{FF2B5EF4-FFF2-40B4-BE49-F238E27FC236}">
                <a16:creationId xmlns:a16="http://schemas.microsoft.com/office/drawing/2014/main" id="{496B3149-8EE8-480F-B2E1-5B5304A4A073}"/>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08992" y="4873818"/>
            <a:ext cx="527040" cy="263967"/>
          </a:xfrm>
          <a:prstGeom prst="rect">
            <a:avLst/>
          </a:prstGeom>
        </p:spPr>
      </p:pic>
      <p:sp>
        <p:nvSpPr>
          <p:cNvPr id="17" name="Text Placeholder 3">
            <a:extLst>
              <a:ext uri="{FF2B5EF4-FFF2-40B4-BE49-F238E27FC236}">
                <a16:creationId xmlns:a16="http://schemas.microsoft.com/office/drawing/2014/main" id="{B275C4AD-7F37-4CB4-BB5E-B98FB6BA6384}"/>
              </a:ext>
            </a:extLst>
          </p:cNvPr>
          <p:cNvSpPr txBox="1">
            <a:spLocks/>
          </p:cNvSpPr>
          <p:nvPr userDrawn="1"/>
        </p:nvSpPr>
        <p:spPr>
          <a:xfrm>
            <a:off x="7335520" y="4902763"/>
            <a:ext cx="1471613" cy="182880"/>
          </a:xfrm>
          <a:prstGeom prst="rect">
            <a:avLst/>
          </a:prstGeom>
          <a:noFill/>
        </p:spPr>
        <p:txBody>
          <a:bodyPr wrap="square" lIns="68526" tIns="34289" rIns="68526" bIns="34289" rtlCol="0" anchor="ctr">
            <a:noAutofit/>
          </a:bodyPr>
          <a:lstStyle>
            <a:defPPr>
              <a:defRPr lang="en-US"/>
            </a:defPPr>
            <a:lvl1pPr marR="0" lvl="0" indent="0" defTabSz="342542" fontAlgn="auto">
              <a:lnSpc>
                <a:spcPct val="100000"/>
              </a:lnSpc>
              <a:spcBef>
                <a:spcPts val="0"/>
              </a:spcBef>
              <a:spcAft>
                <a:spcPts val="0"/>
              </a:spcAft>
              <a:buClrTx/>
              <a:buSzTx/>
              <a:buFontTx/>
              <a:buNone/>
              <a:tabLst/>
              <a:defRPr sz="600" kern="0" spc="15">
                <a:solidFill>
                  <a:srgbClr val="474648"/>
                </a:solidFill>
                <a:cs typeface="Trebuchet MS"/>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r"/>
            <a:fld id="{07FA7470-6506-4B71-AD87-6F7FA0DD0168}" type="slidenum">
              <a:rPr lang="en-US" sz="800" smtClean="0">
                <a:solidFill>
                  <a:schemeClr val="bg1"/>
                </a:solidFill>
              </a:rPr>
              <a:pPr lvl="0" algn="r"/>
              <a:t>‹#›</a:t>
            </a:fld>
            <a:endParaRPr lang="en-US">
              <a:solidFill>
                <a:schemeClr val="bg1"/>
              </a:solidFill>
            </a:endParaRPr>
          </a:p>
        </p:txBody>
      </p:sp>
    </p:spTree>
    <p:extLst>
      <p:ext uri="{BB962C8B-B14F-4D97-AF65-F5344CB8AC3E}">
        <p14:creationId xmlns:p14="http://schemas.microsoft.com/office/powerpoint/2010/main" val="565285707"/>
      </p:ext>
    </p:extLst>
  </p:cSld>
  <p:clrMapOvr>
    <a:overrideClrMapping bg1="lt1" tx1="dk1" bg2="lt2" tx2="dk2" accent1="accent1" accent2="accent2" accent3="accent3" accent4="accent4" accent5="accent5" accent6="accent6" hlink="hlink" folHlink="folHlink"/>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Presale_Separator_03">
    <p:bg>
      <p:bgPr>
        <a:solidFill>
          <a:schemeClr val="accent4"/>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46C35C35-64AE-4632-B724-8339BC10B266}"/>
              </a:ext>
            </a:extLst>
          </p:cNvPr>
          <p:cNvSpPr>
            <a:spLocks noGrp="1"/>
          </p:cNvSpPr>
          <p:nvPr>
            <p:ph type="title" hasCustomPrompt="1"/>
          </p:nvPr>
        </p:nvSpPr>
        <p:spPr>
          <a:xfrm>
            <a:off x="1780954" y="1803228"/>
            <a:ext cx="5582093" cy="1220182"/>
          </a:xfrm>
          <a:ln w="6350">
            <a:solidFill>
              <a:schemeClr val="bg1"/>
            </a:solidFill>
          </a:ln>
        </p:spPr>
        <p:txBody>
          <a:bodyPr lIns="182880" tIns="91440" rIns="182880" bIns="91440" anchor="ctr" anchorCtr="0">
            <a:noAutofit/>
          </a:bodyPr>
          <a:lstStyle>
            <a:lvl1pPr algn="ctr">
              <a:lnSpc>
                <a:spcPct val="100000"/>
              </a:lnSpc>
              <a:spcBef>
                <a:spcPts val="380"/>
              </a:spcBef>
              <a:spcAft>
                <a:spcPts val="300"/>
              </a:spcAft>
              <a:defRPr sz="1600" b="1" cap="all" spc="200" baseline="0">
                <a:solidFill>
                  <a:schemeClr val="bg1"/>
                </a:solidFill>
                <a:latin typeface="+mn-lt"/>
              </a:defRPr>
            </a:lvl1pPr>
          </a:lstStyle>
          <a:p>
            <a:r>
              <a:rPr lang="en-US"/>
              <a:t>PLEASE ADD BREAKER SLIDE TITLE HERE</a:t>
            </a:r>
            <a:br>
              <a:rPr lang="en-US"/>
            </a:br>
            <a:r>
              <a:rPr lang="en-US"/>
              <a:t>PLEASE ADD SECOND LINE OF TITLE HERE</a:t>
            </a:r>
          </a:p>
        </p:txBody>
      </p:sp>
      <p:sp>
        <p:nvSpPr>
          <p:cNvPr id="14" name="TextBox 13">
            <a:extLst>
              <a:ext uri="{FF2B5EF4-FFF2-40B4-BE49-F238E27FC236}">
                <a16:creationId xmlns:a16="http://schemas.microsoft.com/office/drawing/2014/main" id="{CF2BD25F-59C1-4FBD-AED4-093540C3305E}"/>
              </a:ext>
            </a:extLst>
          </p:cNvPr>
          <p:cNvSpPr txBox="1"/>
          <p:nvPr userDrawn="1"/>
        </p:nvSpPr>
        <p:spPr>
          <a:xfrm>
            <a:off x="857700" y="4914119"/>
            <a:ext cx="1321620" cy="161581"/>
          </a:xfrm>
          <a:prstGeom prst="rect">
            <a:avLst/>
          </a:prstGeom>
          <a:noFill/>
        </p:spPr>
        <p:txBody>
          <a:bodyPr wrap="square" lIns="68526" tIns="34289" rIns="68526" bIns="34289" rtlCol="0">
            <a:spAutoFit/>
          </a:bodyPr>
          <a:lstStyle/>
          <a:p>
            <a:pPr marL="0" marR="0" lvl="0" indent="0" algn="l" defTabSz="342542" rtl="0" eaLnBrk="1" fontAlgn="auto" latinLnBrk="0" hangingPunct="1">
              <a:lnSpc>
                <a:spcPct val="100000"/>
              </a:lnSpc>
              <a:spcBef>
                <a:spcPts val="0"/>
              </a:spcBef>
              <a:spcAft>
                <a:spcPts val="0"/>
              </a:spcAft>
              <a:buClrTx/>
              <a:buSzTx/>
              <a:buFontTx/>
              <a:buNone/>
              <a:tabLst/>
              <a:defRPr/>
            </a:pPr>
            <a:r>
              <a:rPr lang="en-US" sz="600" kern="0" spc="15">
                <a:solidFill>
                  <a:schemeClr val="bg1"/>
                </a:solidFill>
                <a:cs typeface="Trebuchet MS"/>
              </a:rPr>
              <a:t>CONFIDENTIAL. </a:t>
            </a:r>
            <a:r>
              <a:rPr lang="en-US" sz="600" kern="1200">
                <a:solidFill>
                  <a:schemeClr val="bg1"/>
                </a:solidFill>
                <a:effectLst/>
                <a:latin typeface="+mn-lt"/>
                <a:ea typeface="+mn-ea"/>
                <a:cs typeface="+mn-cs"/>
              </a:rPr>
              <a:t>Copyright © 2020</a:t>
            </a:r>
            <a:endParaRPr lang="en-US" sz="600" kern="0" spc="15">
              <a:solidFill>
                <a:schemeClr val="bg1"/>
              </a:solidFill>
              <a:cs typeface="Trebuchet MS"/>
            </a:endParaRPr>
          </a:p>
        </p:txBody>
      </p:sp>
      <p:cxnSp>
        <p:nvCxnSpPr>
          <p:cNvPr id="15" name="Straight Connector 14">
            <a:extLst>
              <a:ext uri="{FF2B5EF4-FFF2-40B4-BE49-F238E27FC236}">
                <a16:creationId xmlns:a16="http://schemas.microsoft.com/office/drawing/2014/main" id="{BC17B845-FA5C-45BF-9697-03C0083F550E}"/>
              </a:ext>
            </a:extLst>
          </p:cNvPr>
          <p:cNvCxnSpPr/>
          <p:nvPr userDrawn="1"/>
        </p:nvCxnSpPr>
        <p:spPr>
          <a:xfrm>
            <a:off x="853254" y="4921758"/>
            <a:ext cx="0" cy="123444"/>
          </a:xfrm>
          <a:prstGeom prst="line">
            <a:avLst/>
          </a:prstGeom>
          <a:ln w="3175" cmpd="sng">
            <a:solidFill>
              <a:schemeClr val="bg1"/>
            </a:solidFill>
          </a:ln>
          <a:effectLst/>
        </p:spPr>
        <p:style>
          <a:lnRef idx="2">
            <a:schemeClr val="accent1"/>
          </a:lnRef>
          <a:fillRef idx="0">
            <a:schemeClr val="accent1"/>
          </a:fillRef>
          <a:effectRef idx="1">
            <a:schemeClr val="accent1"/>
          </a:effectRef>
          <a:fontRef idx="minor">
            <a:schemeClr val="tx1"/>
          </a:fontRef>
        </p:style>
      </p:cxnSp>
      <p:pic>
        <p:nvPicPr>
          <p:cNvPr id="16" name="Picture 15">
            <a:extLst>
              <a:ext uri="{FF2B5EF4-FFF2-40B4-BE49-F238E27FC236}">
                <a16:creationId xmlns:a16="http://schemas.microsoft.com/office/drawing/2014/main" id="{34B45E89-523E-4A33-BF2C-D7B2801BEE7D}"/>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08992" y="4873818"/>
            <a:ext cx="527040" cy="263967"/>
          </a:xfrm>
          <a:prstGeom prst="rect">
            <a:avLst/>
          </a:prstGeom>
        </p:spPr>
      </p:pic>
      <p:sp>
        <p:nvSpPr>
          <p:cNvPr id="17" name="Text Placeholder 3">
            <a:extLst>
              <a:ext uri="{FF2B5EF4-FFF2-40B4-BE49-F238E27FC236}">
                <a16:creationId xmlns:a16="http://schemas.microsoft.com/office/drawing/2014/main" id="{8EE95015-B9A7-42BB-A031-6E78F8278772}"/>
              </a:ext>
            </a:extLst>
          </p:cNvPr>
          <p:cNvSpPr txBox="1">
            <a:spLocks/>
          </p:cNvSpPr>
          <p:nvPr userDrawn="1"/>
        </p:nvSpPr>
        <p:spPr>
          <a:xfrm>
            <a:off x="7335520" y="4902763"/>
            <a:ext cx="1471613" cy="182880"/>
          </a:xfrm>
          <a:prstGeom prst="rect">
            <a:avLst/>
          </a:prstGeom>
          <a:noFill/>
        </p:spPr>
        <p:txBody>
          <a:bodyPr wrap="square" lIns="68526" tIns="34289" rIns="68526" bIns="34289" rtlCol="0" anchor="ctr">
            <a:noAutofit/>
          </a:bodyPr>
          <a:lstStyle>
            <a:defPPr>
              <a:defRPr lang="en-US"/>
            </a:defPPr>
            <a:lvl1pPr marR="0" lvl="0" indent="0" defTabSz="342542" fontAlgn="auto">
              <a:lnSpc>
                <a:spcPct val="100000"/>
              </a:lnSpc>
              <a:spcBef>
                <a:spcPts val="0"/>
              </a:spcBef>
              <a:spcAft>
                <a:spcPts val="0"/>
              </a:spcAft>
              <a:buClrTx/>
              <a:buSzTx/>
              <a:buFontTx/>
              <a:buNone/>
              <a:tabLst/>
              <a:defRPr sz="600" kern="0" spc="15">
                <a:solidFill>
                  <a:srgbClr val="474648"/>
                </a:solidFill>
                <a:cs typeface="Trebuchet MS"/>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r"/>
            <a:fld id="{07FA7470-6506-4B71-AD87-6F7FA0DD0168}" type="slidenum">
              <a:rPr lang="en-US" sz="800" smtClean="0">
                <a:solidFill>
                  <a:schemeClr val="bg1"/>
                </a:solidFill>
              </a:rPr>
              <a:pPr lvl="0" algn="r"/>
              <a:t>‹#›</a:t>
            </a:fld>
            <a:endParaRPr lang="en-US">
              <a:solidFill>
                <a:schemeClr val="bg1"/>
              </a:solidFill>
            </a:endParaRPr>
          </a:p>
        </p:txBody>
      </p:sp>
    </p:spTree>
    <p:extLst>
      <p:ext uri="{BB962C8B-B14F-4D97-AF65-F5344CB8AC3E}">
        <p14:creationId xmlns:p14="http://schemas.microsoft.com/office/powerpoint/2010/main" val="2932308250"/>
      </p:ext>
    </p:extLst>
  </p:cSld>
  <p:clrMapOvr>
    <a:overrideClrMapping bg1="lt1" tx1="dk1" bg2="lt2" tx2="dk2" accent1="accent1" accent2="accent2" accent3="accent3" accent4="accent4" accent5="accent5" accent6="accent6" hlink="hlink" folHlink="folHlink"/>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preserve="1" userDrawn="1">
  <p:cSld name="Presale_Separator_04">
    <p:bg>
      <p:bgPr>
        <a:solidFill>
          <a:schemeClr val="accent6"/>
        </a:solidFill>
        <a:effectLst/>
      </p:bgPr>
    </p:bg>
    <p:spTree>
      <p:nvGrpSpPr>
        <p:cNvPr id="1" name=""/>
        <p:cNvGrpSpPr/>
        <p:nvPr/>
      </p:nvGrpSpPr>
      <p:grpSpPr>
        <a:xfrm>
          <a:off x="0" y="0"/>
          <a:ext cx="0" cy="0"/>
          <a:chOff x="0" y="0"/>
          <a:chExt cx="0" cy="0"/>
        </a:xfrm>
      </p:grpSpPr>
      <p:sp>
        <p:nvSpPr>
          <p:cNvPr id="9" name="Title 1">
            <a:extLst>
              <a:ext uri="{FF2B5EF4-FFF2-40B4-BE49-F238E27FC236}">
                <a16:creationId xmlns:a16="http://schemas.microsoft.com/office/drawing/2014/main" id="{E85EFFC8-29D6-4535-B4E1-BBBB147138B1}"/>
              </a:ext>
            </a:extLst>
          </p:cNvPr>
          <p:cNvSpPr>
            <a:spLocks noGrp="1"/>
          </p:cNvSpPr>
          <p:nvPr>
            <p:ph type="title" hasCustomPrompt="1"/>
          </p:nvPr>
        </p:nvSpPr>
        <p:spPr>
          <a:xfrm>
            <a:off x="1780954" y="1803228"/>
            <a:ext cx="5582093" cy="1220182"/>
          </a:xfrm>
          <a:ln w="6350">
            <a:solidFill>
              <a:schemeClr val="bg1"/>
            </a:solidFill>
          </a:ln>
        </p:spPr>
        <p:txBody>
          <a:bodyPr lIns="182880" tIns="91440" rIns="182880" bIns="91440" anchor="ctr" anchorCtr="0">
            <a:noAutofit/>
          </a:bodyPr>
          <a:lstStyle>
            <a:lvl1pPr algn="ctr">
              <a:lnSpc>
                <a:spcPct val="100000"/>
              </a:lnSpc>
              <a:spcBef>
                <a:spcPts val="380"/>
              </a:spcBef>
              <a:spcAft>
                <a:spcPts val="300"/>
              </a:spcAft>
              <a:defRPr sz="1600" b="1" cap="all" spc="200" baseline="0">
                <a:solidFill>
                  <a:schemeClr val="bg1"/>
                </a:solidFill>
                <a:latin typeface="+mn-lt"/>
              </a:defRPr>
            </a:lvl1pPr>
          </a:lstStyle>
          <a:p>
            <a:r>
              <a:rPr lang="en-US"/>
              <a:t>PLEASE ADD BREAKER SLIDE TITLE HERE</a:t>
            </a:r>
            <a:br>
              <a:rPr lang="en-US"/>
            </a:br>
            <a:r>
              <a:rPr lang="en-US"/>
              <a:t>PLEASE ADD SECOND LINE OF TITLE HERE</a:t>
            </a:r>
          </a:p>
        </p:txBody>
      </p:sp>
      <p:sp>
        <p:nvSpPr>
          <p:cNvPr id="14" name="TextBox 13">
            <a:extLst>
              <a:ext uri="{FF2B5EF4-FFF2-40B4-BE49-F238E27FC236}">
                <a16:creationId xmlns:a16="http://schemas.microsoft.com/office/drawing/2014/main" id="{BDB89CBD-81B6-4069-BF23-F8544ECA7FD9}"/>
              </a:ext>
            </a:extLst>
          </p:cNvPr>
          <p:cNvSpPr txBox="1"/>
          <p:nvPr userDrawn="1"/>
        </p:nvSpPr>
        <p:spPr>
          <a:xfrm>
            <a:off x="857700" y="4914119"/>
            <a:ext cx="1321620" cy="161581"/>
          </a:xfrm>
          <a:prstGeom prst="rect">
            <a:avLst/>
          </a:prstGeom>
          <a:noFill/>
        </p:spPr>
        <p:txBody>
          <a:bodyPr wrap="square" lIns="68526" tIns="34289" rIns="68526" bIns="34289" rtlCol="0">
            <a:spAutoFit/>
          </a:bodyPr>
          <a:lstStyle/>
          <a:p>
            <a:pPr marL="0" marR="0" lvl="0" indent="0" algn="l" defTabSz="342542" rtl="0" eaLnBrk="1" fontAlgn="auto" latinLnBrk="0" hangingPunct="1">
              <a:lnSpc>
                <a:spcPct val="100000"/>
              </a:lnSpc>
              <a:spcBef>
                <a:spcPts val="0"/>
              </a:spcBef>
              <a:spcAft>
                <a:spcPts val="0"/>
              </a:spcAft>
              <a:buClrTx/>
              <a:buSzTx/>
              <a:buFontTx/>
              <a:buNone/>
              <a:tabLst/>
              <a:defRPr/>
            </a:pPr>
            <a:r>
              <a:rPr lang="en-US" sz="600" kern="0" spc="15">
                <a:solidFill>
                  <a:schemeClr val="bg1"/>
                </a:solidFill>
                <a:cs typeface="Trebuchet MS"/>
              </a:rPr>
              <a:t>CONFIDENTIAL. </a:t>
            </a:r>
            <a:r>
              <a:rPr lang="en-US" sz="600" kern="1200">
                <a:solidFill>
                  <a:schemeClr val="bg1"/>
                </a:solidFill>
                <a:effectLst/>
                <a:latin typeface="+mn-lt"/>
                <a:ea typeface="+mn-ea"/>
                <a:cs typeface="+mn-cs"/>
              </a:rPr>
              <a:t>Copyright © 2020</a:t>
            </a:r>
            <a:endParaRPr lang="en-US" sz="600" kern="0" spc="15">
              <a:solidFill>
                <a:schemeClr val="bg1"/>
              </a:solidFill>
              <a:cs typeface="Trebuchet MS"/>
            </a:endParaRPr>
          </a:p>
        </p:txBody>
      </p:sp>
      <p:cxnSp>
        <p:nvCxnSpPr>
          <p:cNvPr id="15" name="Straight Connector 14">
            <a:extLst>
              <a:ext uri="{FF2B5EF4-FFF2-40B4-BE49-F238E27FC236}">
                <a16:creationId xmlns:a16="http://schemas.microsoft.com/office/drawing/2014/main" id="{19BEC341-40CC-4246-A22E-336358D85244}"/>
              </a:ext>
            </a:extLst>
          </p:cNvPr>
          <p:cNvCxnSpPr/>
          <p:nvPr userDrawn="1"/>
        </p:nvCxnSpPr>
        <p:spPr>
          <a:xfrm>
            <a:off x="853254" y="4921758"/>
            <a:ext cx="0" cy="123444"/>
          </a:xfrm>
          <a:prstGeom prst="line">
            <a:avLst/>
          </a:prstGeom>
          <a:ln w="3175" cmpd="sng">
            <a:solidFill>
              <a:schemeClr val="bg1"/>
            </a:solidFill>
          </a:ln>
          <a:effectLst/>
        </p:spPr>
        <p:style>
          <a:lnRef idx="2">
            <a:schemeClr val="accent1"/>
          </a:lnRef>
          <a:fillRef idx="0">
            <a:schemeClr val="accent1"/>
          </a:fillRef>
          <a:effectRef idx="1">
            <a:schemeClr val="accent1"/>
          </a:effectRef>
          <a:fontRef idx="minor">
            <a:schemeClr val="tx1"/>
          </a:fontRef>
        </p:style>
      </p:cxnSp>
      <p:pic>
        <p:nvPicPr>
          <p:cNvPr id="16" name="Picture 15">
            <a:extLst>
              <a:ext uri="{FF2B5EF4-FFF2-40B4-BE49-F238E27FC236}">
                <a16:creationId xmlns:a16="http://schemas.microsoft.com/office/drawing/2014/main" id="{E78B11CF-D220-43B5-A464-4055AE82C230}"/>
              </a:ext>
            </a:extLst>
          </p:cNvPr>
          <p:cNvPicPr>
            <a:picLocks noChangeAspect="1"/>
          </p:cNvPicPr>
          <p:nvPr userDrawn="1"/>
        </p:nvPicPr>
        <p:blipFill>
          <a:blip r:embed="rId2" cstate="print">
            <a:extLst>
              <a:ext uri="{28A0092B-C50C-407E-A947-70E740481C1C}">
                <a14:useLocalDpi xmlns:a14="http://schemas.microsoft.com/office/drawing/2010/main" val="0"/>
              </a:ext>
            </a:extLst>
          </a:blip>
          <a:stretch>
            <a:fillRect/>
          </a:stretch>
        </p:blipFill>
        <p:spPr>
          <a:xfrm>
            <a:off x="308992" y="4873818"/>
            <a:ext cx="527040" cy="263967"/>
          </a:xfrm>
          <a:prstGeom prst="rect">
            <a:avLst/>
          </a:prstGeom>
        </p:spPr>
      </p:pic>
      <p:sp>
        <p:nvSpPr>
          <p:cNvPr id="17" name="Text Placeholder 3">
            <a:extLst>
              <a:ext uri="{FF2B5EF4-FFF2-40B4-BE49-F238E27FC236}">
                <a16:creationId xmlns:a16="http://schemas.microsoft.com/office/drawing/2014/main" id="{EED4E2BB-3357-40F2-8691-D4AAF5C50B0E}"/>
              </a:ext>
            </a:extLst>
          </p:cNvPr>
          <p:cNvSpPr txBox="1">
            <a:spLocks/>
          </p:cNvSpPr>
          <p:nvPr userDrawn="1"/>
        </p:nvSpPr>
        <p:spPr>
          <a:xfrm>
            <a:off x="7335520" y="4902763"/>
            <a:ext cx="1471613" cy="182880"/>
          </a:xfrm>
          <a:prstGeom prst="rect">
            <a:avLst/>
          </a:prstGeom>
          <a:noFill/>
        </p:spPr>
        <p:txBody>
          <a:bodyPr wrap="square" lIns="68526" tIns="34289" rIns="68526" bIns="34289" rtlCol="0" anchor="ctr">
            <a:noAutofit/>
          </a:bodyPr>
          <a:lstStyle>
            <a:defPPr>
              <a:defRPr lang="en-US"/>
            </a:defPPr>
            <a:lvl1pPr marR="0" lvl="0" indent="0" defTabSz="342542" fontAlgn="auto">
              <a:lnSpc>
                <a:spcPct val="100000"/>
              </a:lnSpc>
              <a:spcBef>
                <a:spcPts val="0"/>
              </a:spcBef>
              <a:spcAft>
                <a:spcPts val="0"/>
              </a:spcAft>
              <a:buClrTx/>
              <a:buSzTx/>
              <a:buFontTx/>
              <a:buNone/>
              <a:tabLst/>
              <a:defRPr sz="600" kern="0" spc="15">
                <a:solidFill>
                  <a:srgbClr val="474648"/>
                </a:solidFill>
                <a:cs typeface="Trebuchet MS"/>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r"/>
            <a:fld id="{07FA7470-6506-4B71-AD87-6F7FA0DD0168}" type="slidenum">
              <a:rPr lang="en-US" sz="800" smtClean="0">
                <a:solidFill>
                  <a:schemeClr val="bg1"/>
                </a:solidFill>
              </a:rPr>
              <a:pPr lvl="0" algn="r"/>
              <a:t>‹#›</a:t>
            </a:fld>
            <a:endParaRPr lang="en-US">
              <a:solidFill>
                <a:schemeClr val="bg1"/>
              </a:solidFill>
            </a:endParaRPr>
          </a:p>
        </p:txBody>
      </p:sp>
    </p:spTree>
    <p:extLst>
      <p:ext uri="{BB962C8B-B14F-4D97-AF65-F5344CB8AC3E}">
        <p14:creationId xmlns:p14="http://schemas.microsoft.com/office/powerpoint/2010/main" val="1033647075"/>
      </p:ext>
    </p:extLst>
  </p:cSld>
  <p:clrMapOvr>
    <a:overrideClrMapping bg1="lt1" tx1="dk1" bg2="lt2" tx2="dk2" accent1="accent1" accent2="accent2" accent3="accent3" accent4="accent4" accent5="accent5" accent6="accent6" hlink="hlink" folHlink="folHlink"/>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preserve="1" userDrawn="1">
  <p:cSld name="Presale_Separator_Picture">
    <p:bg>
      <p:bgPr>
        <a:solidFill>
          <a:schemeClr val="bg1">
            <a:lumMod val="85000"/>
          </a:schemeClr>
        </a:solidFill>
        <a:effectLst/>
      </p:bgPr>
    </p:bg>
    <p:spTree>
      <p:nvGrpSpPr>
        <p:cNvPr id="1" name=""/>
        <p:cNvGrpSpPr/>
        <p:nvPr/>
      </p:nvGrpSpPr>
      <p:grpSpPr>
        <a:xfrm>
          <a:off x="0" y="0"/>
          <a:ext cx="0" cy="0"/>
          <a:chOff x="0" y="0"/>
          <a:chExt cx="0" cy="0"/>
        </a:xfrm>
      </p:grpSpPr>
      <p:sp>
        <p:nvSpPr>
          <p:cNvPr id="4" name="Picture Placeholder 3">
            <a:extLst>
              <a:ext uri="{FF2B5EF4-FFF2-40B4-BE49-F238E27FC236}">
                <a16:creationId xmlns:a16="http://schemas.microsoft.com/office/drawing/2014/main" id="{46B0A92E-7C64-4579-8672-AC674E4ABF07}"/>
              </a:ext>
            </a:extLst>
          </p:cNvPr>
          <p:cNvSpPr>
            <a:spLocks noGrp="1"/>
          </p:cNvSpPr>
          <p:nvPr>
            <p:ph type="pic" sz="quarter" idx="13"/>
          </p:nvPr>
        </p:nvSpPr>
        <p:spPr>
          <a:xfrm>
            <a:off x="0" y="0"/>
            <a:ext cx="9144000" cy="5143500"/>
          </a:xfrm>
        </p:spPr>
        <p:txBody>
          <a:bodyPr tIns="914400"/>
          <a:lstStyle>
            <a:lvl1pPr algn="ctr">
              <a:defRPr spc="600">
                <a:solidFill>
                  <a:schemeClr val="bg1"/>
                </a:solidFill>
              </a:defRPr>
            </a:lvl1pPr>
          </a:lstStyle>
          <a:p>
            <a:endParaRPr lang="en-US"/>
          </a:p>
        </p:txBody>
      </p:sp>
      <p:sp>
        <p:nvSpPr>
          <p:cNvPr id="8" name="Title 1">
            <a:extLst>
              <a:ext uri="{FF2B5EF4-FFF2-40B4-BE49-F238E27FC236}">
                <a16:creationId xmlns:a16="http://schemas.microsoft.com/office/drawing/2014/main" id="{EF54CE23-9A9D-484B-A05F-E9C146E3DD6E}"/>
              </a:ext>
            </a:extLst>
          </p:cNvPr>
          <p:cNvSpPr>
            <a:spLocks noGrp="1"/>
          </p:cNvSpPr>
          <p:nvPr>
            <p:ph type="title" hasCustomPrompt="1"/>
          </p:nvPr>
        </p:nvSpPr>
        <p:spPr>
          <a:xfrm>
            <a:off x="1780954" y="1803228"/>
            <a:ext cx="5582093" cy="1220182"/>
          </a:xfrm>
          <a:solidFill>
            <a:schemeClr val="tx1">
              <a:alpha val="50196"/>
            </a:schemeClr>
          </a:solidFill>
          <a:ln w="6350">
            <a:solidFill>
              <a:schemeClr val="bg1"/>
            </a:solidFill>
          </a:ln>
        </p:spPr>
        <p:txBody>
          <a:bodyPr lIns="91440" tIns="91440" rIns="91440" bIns="91440" anchor="ctr" anchorCtr="0">
            <a:noAutofit/>
          </a:bodyPr>
          <a:lstStyle>
            <a:lvl1pPr algn="ctr">
              <a:lnSpc>
                <a:spcPct val="100000"/>
              </a:lnSpc>
              <a:spcBef>
                <a:spcPts val="380"/>
              </a:spcBef>
              <a:spcAft>
                <a:spcPts val="300"/>
              </a:spcAft>
              <a:defRPr sz="1600" b="1" cap="all" spc="200" baseline="0">
                <a:solidFill>
                  <a:schemeClr val="bg1"/>
                </a:solidFill>
                <a:latin typeface="+mn-lt"/>
              </a:defRPr>
            </a:lvl1pPr>
          </a:lstStyle>
          <a:p>
            <a:r>
              <a:rPr lang="en-US"/>
              <a:t>Please add BREAKER SLIDE TITLE HERE</a:t>
            </a:r>
            <a:br>
              <a:rPr lang="en-US"/>
            </a:br>
            <a:r>
              <a:rPr lang="en-US"/>
              <a:t>Please add SECOND LINE OF TITLE HERE</a:t>
            </a:r>
          </a:p>
        </p:txBody>
      </p:sp>
      <p:sp>
        <p:nvSpPr>
          <p:cNvPr id="5" name="Slide Number Placeholder 4"/>
          <p:cNvSpPr>
            <a:spLocks noGrp="1"/>
          </p:cNvSpPr>
          <p:nvPr>
            <p:ph type="sldNum" sz="quarter" idx="4"/>
          </p:nvPr>
        </p:nvSpPr>
        <p:spPr>
          <a:xfrm>
            <a:off x="7335520" y="4902763"/>
            <a:ext cx="1471613" cy="182880"/>
          </a:xfrm>
          <a:prstGeom prst="rect">
            <a:avLst/>
          </a:prstGeom>
          <a:noFill/>
        </p:spPr>
        <p:txBody>
          <a:bodyPr wrap="square" lIns="68526" tIns="34289" rIns="68526" bIns="34289" rtlCol="0" anchor="ctr">
            <a:noAutofit/>
          </a:bodyPr>
          <a:lstStyle>
            <a:lvl1pPr>
              <a:defRPr lang="en-US" sz="800" kern="0" spc="15" smtClean="0">
                <a:solidFill>
                  <a:schemeClr val="tx2"/>
                </a:solidFill>
                <a:cs typeface="Trebuchet MS"/>
              </a:defRPr>
            </a:lvl1pPr>
          </a:lstStyle>
          <a:p>
            <a:pPr algn="r" defTabSz="342542"/>
            <a:fld id="{04825EE3-D40C-4F67-95F2-2B3AD93195DA}" type="slidenum">
              <a:rPr lang="en-US" smtClean="0"/>
              <a:pPr algn="r" defTabSz="342542"/>
              <a:t>‹#›</a:t>
            </a:fld>
            <a:endParaRPr lang="en-US"/>
          </a:p>
        </p:txBody>
      </p:sp>
    </p:spTree>
    <p:extLst>
      <p:ext uri="{BB962C8B-B14F-4D97-AF65-F5344CB8AC3E}">
        <p14:creationId xmlns:p14="http://schemas.microsoft.com/office/powerpoint/2010/main" val="2099595416"/>
      </p:ext>
    </p:extLst>
  </p:cSld>
  <p:clrMapOvr>
    <a:overrideClrMapping bg1="lt1" tx1="dk1" bg2="lt2" tx2="dk2" accent1="accent1" accent2="accent2" accent3="accent3" accent4="accent4" accent5="accent5" accent6="accent6" hlink="hlink" folHlink="folHlink"/>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userDrawn="1">
  <p:cSld name="Presale_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vert="horz" wrap="square" lIns="0" tIns="0" rIns="0" bIns="0" rtlCol="0" anchor="t" anchorCtr="0">
            <a:spAutoFit/>
          </a:bodyPr>
          <a:lstStyle>
            <a:lvl1pPr>
              <a:defRPr lang="en-US" dirty="0"/>
            </a:lvl1pPr>
          </a:lstStyle>
          <a:p>
            <a:pPr lvl="0"/>
            <a:r>
              <a:rPr lang="en-US"/>
              <a:t>Please add slide headline here</a:t>
            </a:r>
          </a:p>
        </p:txBody>
      </p:sp>
    </p:spTree>
    <p:extLst>
      <p:ext uri="{BB962C8B-B14F-4D97-AF65-F5344CB8AC3E}">
        <p14:creationId xmlns:p14="http://schemas.microsoft.com/office/powerpoint/2010/main" val="1445229888"/>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preserve="1" userDrawn="1">
  <p:cSld name="1_Presale_Title Only">
    <p:spTree>
      <p:nvGrpSpPr>
        <p:cNvPr id="1" name=""/>
        <p:cNvGrpSpPr/>
        <p:nvPr/>
      </p:nvGrpSpPr>
      <p:grpSpPr>
        <a:xfrm>
          <a:off x="0" y="0"/>
          <a:ext cx="0" cy="0"/>
          <a:chOff x="0" y="0"/>
          <a:chExt cx="0" cy="0"/>
        </a:xfrm>
      </p:grpSpPr>
      <p:sp>
        <p:nvSpPr>
          <p:cNvPr id="2" name="Title 1"/>
          <p:cNvSpPr>
            <a:spLocks noGrp="1"/>
          </p:cNvSpPr>
          <p:nvPr>
            <p:ph type="title" hasCustomPrompt="1"/>
          </p:nvPr>
        </p:nvSpPr>
        <p:spPr/>
        <p:txBody>
          <a:bodyPr vert="horz" wrap="square" lIns="0" tIns="0" rIns="0" bIns="0" rtlCol="0" anchor="t" anchorCtr="0">
            <a:spAutoFit/>
          </a:bodyPr>
          <a:lstStyle>
            <a:lvl1pPr>
              <a:defRPr lang="en-US" dirty="0"/>
            </a:lvl1pPr>
          </a:lstStyle>
          <a:p>
            <a:pPr lvl="0"/>
            <a:r>
              <a:rPr lang="en-US"/>
              <a:t>Please add slide headline here</a:t>
            </a:r>
          </a:p>
        </p:txBody>
      </p:sp>
    </p:spTree>
    <p:extLst>
      <p:ext uri="{BB962C8B-B14F-4D97-AF65-F5344CB8AC3E}">
        <p14:creationId xmlns:p14="http://schemas.microsoft.com/office/powerpoint/2010/main" val="898738762"/>
      </p:ext>
    </p:extLst>
  </p:cSld>
  <p:clrMapOvr>
    <a:masterClrMapping/>
  </p:clrMapOvr>
</p:sldLayout>
</file>

<file path=ppt/slideMasters/_rels/slideMaster1.xml.rels><?xml version="1.0" encoding="UTF-8" standalone="yes"?>
<Relationships xmlns="http://schemas.openxmlformats.org/package/2006/relationships"><Relationship Id="rId13" Type="http://schemas.openxmlformats.org/officeDocument/2006/relationships/slideLayout" Target="../slideLayouts/slideLayout13.xml"/><Relationship Id="rId18" Type="http://schemas.openxmlformats.org/officeDocument/2006/relationships/slideLayout" Target="../slideLayouts/slideLayout18.xml"/><Relationship Id="rId26" Type="http://schemas.openxmlformats.org/officeDocument/2006/relationships/slideLayout" Target="../slideLayouts/slideLayout26.xml"/><Relationship Id="rId3" Type="http://schemas.openxmlformats.org/officeDocument/2006/relationships/slideLayout" Target="../slideLayouts/slideLayout3.xml"/><Relationship Id="rId21" Type="http://schemas.openxmlformats.org/officeDocument/2006/relationships/slideLayout" Target="../slideLayouts/slideLayout21.xml"/><Relationship Id="rId34" Type="http://schemas.openxmlformats.org/officeDocument/2006/relationships/theme" Target="../theme/theme1.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5" Type="http://schemas.openxmlformats.org/officeDocument/2006/relationships/slideLayout" Target="../slideLayouts/slideLayout25.xml"/><Relationship Id="rId33" Type="http://schemas.openxmlformats.org/officeDocument/2006/relationships/slideLayout" Target="../slideLayouts/slideLayout33.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slideLayout" Target="../slideLayouts/slideLayout20.xml"/><Relationship Id="rId29" Type="http://schemas.openxmlformats.org/officeDocument/2006/relationships/slideLayout" Target="../slideLayouts/slideLayout29.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24" Type="http://schemas.openxmlformats.org/officeDocument/2006/relationships/slideLayout" Target="../slideLayouts/slideLayout24.xml"/><Relationship Id="rId32" Type="http://schemas.openxmlformats.org/officeDocument/2006/relationships/slideLayout" Target="../slideLayouts/slideLayout32.xml"/><Relationship Id="rId5" Type="http://schemas.openxmlformats.org/officeDocument/2006/relationships/slideLayout" Target="../slideLayouts/slideLayout5.xml"/><Relationship Id="rId15" Type="http://schemas.openxmlformats.org/officeDocument/2006/relationships/slideLayout" Target="../slideLayouts/slideLayout15.xml"/><Relationship Id="rId23" Type="http://schemas.openxmlformats.org/officeDocument/2006/relationships/slideLayout" Target="../slideLayouts/slideLayout23.xml"/><Relationship Id="rId28" Type="http://schemas.openxmlformats.org/officeDocument/2006/relationships/slideLayout" Target="../slideLayouts/slideLayout28.xml"/><Relationship Id="rId36" Type="http://schemas.openxmlformats.org/officeDocument/2006/relationships/image" Target="../media/image1.png"/><Relationship Id="rId10" Type="http://schemas.openxmlformats.org/officeDocument/2006/relationships/slideLayout" Target="../slideLayouts/slideLayout10.xml"/><Relationship Id="rId19" Type="http://schemas.openxmlformats.org/officeDocument/2006/relationships/slideLayout" Target="../slideLayouts/slideLayout19.xml"/><Relationship Id="rId31" Type="http://schemas.openxmlformats.org/officeDocument/2006/relationships/slideLayout" Target="../slideLayouts/slideLayout31.xml"/><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 Id="rId22" Type="http://schemas.openxmlformats.org/officeDocument/2006/relationships/slideLayout" Target="../slideLayouts/slideLayout22.xml"/><Relationship Id="rId27" Type="http://schemas.openxmlformats.org/officeDocument/2006/relationships/slideLayout" Target="../slideLayouts/slideLayout27.xml"/><Relationship Id="rId30" Type="http://schemas.openxmlformats.org/officeDocument/2006/relationships/slideLayout" Target="../slideLayouts/slideLayout30.xml"/><Relationship Id="rId35" Type="http://schemas.openxmlformats.org/officeDocument/2006/relationships/tags" Target="../tags/tag2.xml"/><Relationship Id="rId8" Type="http://schemas.openxmlformats.org/officeDocument/2006/relationships/slideLayout" Target="../slideLayouts/slideLayout8.xml"/></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Pr>
        <a:solidFill>
          <a:schemeClr val="bg1"/>
        </a:solidFill>
        <a:effectLst/>
      </p:bgPr>
    </p:bg>
    <p:spTree>
      <p:nvGrpSpPr>
        <p:cNvPr id="1" name=""/>
        <p:cNvGrpSpPr/>
        <p:nvPr/>
      </p:nvGrpSpPr>
      <p:grpSpPr>
        <a:xfrm>
          <a:off x="0" y="0"/>
          <a:ext cx="0" cy="0"/>
          <a:chOff x="0" y="0"/>
          <a:chExt cx="0" cy="0"/>
        </a:xfrm>
      </p:grpSpPr>
      <p:sp>
        <p:nvSpPr>
          <p:cNvPr id="4" name="Title Placeholder 3"/>
          <p:cNvSpPr>
            <a:spLocks noGrp="1"/>
          </p:cNvSpPr>
          <p:nvPr>
            <p:ph type="title"/>
          </p:nvPr>
        </p:nvSpPr>
        <p:spPr>
          <a:xfrm>
            <a:off x="360364" y="225588"/>
            <a:ext cx="8426449" cy="307777"/>
          </a:xfrm>
          <a:prstGeom prst="rect">
            <a:avLst/>
          </a:prstGeom>
        </p:spPr>
        <p:txBody>
          <a:bodyPr vert="horz" wrap="square" lIns="0" tIns="0" rIns="0" bIns="0" rtlCol="0" anchor="t" anchorCtr="0">
            <a:spAutoFit/>
          </a:bodyPr>
          <a:lstStyle/>
          <a:p>
            <a:r>
              <a:rPr lang="en-US"/>
              <a:t>Please add slide headline here</a:t>
            </a:r>
          </a:p>
        </p:txBody>
      </p:sp>
      <p:sp>
        <p:nvSpPr>
          <p:cNvPr id="12" name="TextBox 11">
            <a:extLst>
              <a:ext uri="{FF2B5EF4-FFF2-40B4-BE49-F238E27FC236}">
                <a16:creationId xmlns:a16="http://schemas.microsoft.com/office/drawing/2014/main" id="{1275DCCA-8D50-4444-96D5-61FB20C63FB0}"/>
              </a:ext>
            </a:extLst>
          </p:cNvPr>
          <p:cNvSpPr txBox="1"/>
          <p:nvPr userDrawn="1"/>
        </p:nvSpPr>
        <p:spPr>
          <a:xfrm>
            <a:off x="857700" y="4902763"/>
            <a:ext cx="1321620" cy="182880"/>
          </a:xfrm>
          <a:prstGeom prst="rect">
            <a:avLst/>
          </a:prstGeom>
          <a:noFill/>
        </p:spPr>
        <p:txBody>
          <a:bodyPr wrap="square" lIns="68526" tIns="34289" rIns="68526" bIns="34289" rtlCol="0" anchor="ctr">
            <a:noAutofit/>
          </a:bodyPr>
          <a:lstStyle/>
          <a:p>
            <a:pPr marL="0" marR="0" lvl="0" indent="0" algn="l" defTabSz="342542" rtl="0" eaLnBrk="1" fontAlgn="auto" latinLnBrk="0" hangingPunct="1">
              <a:lnSpc>
                <a:spcPct val="100000"/>
              </a:lnSpc>
              <a:spcBef>
                <a:spcPts val="0"/>
              </a:spcBef>
              <a:spcAft>
                <a:spcPts val="0"/>
              </a:spcAft>
              <a:buClrTx/>
              <a:buSzTx/>
              <a:buFontTx/>
              <a:buNone/>
              <a:tabLst/>
              <a:defRPr/>
            </a:pPr>
            <a:r>
              <a:rPr lang="en-US" sz="600" kern="0" spc="15">
                <a:solidFill>
                  <a:schemeClr val="tx2"/>
                </a:solidFill>
                <a:cs typeface="Trebuchet MS"/>
              </a:rPr>
              <a:t>CONFIDENTIAL. </a:t>
            </a:r>
            <a:r>
              <a:rPr lang="en-US" sz="600" kern="1200">
                <a:solidFill>
                  <a:schemeClr val="tx2"/>
                </a:solidFill>
                <a:effectLst/>
                <a:latin typeface="+mn-lt"/>
                <a:ea typeface="+mn-ea"/>
                <a:cs typeface="+mn-cs"/>
              </a:rPr>
              <a:t>Copyright © 2020</a:t>
            </a:r>
            <a:endParaRPr lang="en-US" sz="600" kern="0" spc="15">
              <a:solidFill>
                <a:schemeClr val="tx2"/>
              </a:solidFill>
              <a:cs typeface="Trebuchet MS"/>
            </a:endParaRPr>
          </a:p>
        </p:txBody>
      </p:sp>
      <p:cxnSp>
        <p:nvCxnSpPr>
          <p:cNvPr id="13" name="Straight Connector 12">
            <a:extLst>
              <a:ext uri="{FF2B5EF4-FFF2-40B4-BE49-F238E27FC236}">
                <a16:creationId xmlns:a16="http://schemas.microsoft.com/office/drawing/2014/main" id="{9585780B-226B-4A38-AFF3-E0B74E309CC9}"/>
              </a:ext>
            </a:extLst>
          </p:cNvPr>
          <p:cNvCxnSpPr/>
          <p:nvPr userDrawn="1"/>
        </p:nvCxnSpPr>
        <p:spPr>
          <a:xfrm>
            <a:off x="855159" y="4924298"/>
            <a:ext cx="0" cy="123444"/>
          </a:xfrm>
          <a:prstGeom prst="line">
            <a:avLst/>
          </a:prstGeom>
          <a:ln w="3175" cmpd="sng">
            <a:solidFill>
              <a:schemeClr val="tx2"/>
            </a:solidFill>
          </a:ln>
          <a:effectLst/>
        </p:spPr>
        <p:style>
          <a:lnRef idx="2">
            <a:schemeClr val="accent1"/>
          </a:lnRef>
          <a:fillRef idx="0">
            <a:schemeClr val="accent1"/>
          </a:fillRef>
          <a:effectRef idx="1">
            <a:schemeClr val="accent1"/>
          </a:effectRef>
          <a:fontRef idx="minor">
            <a:schemeClr val="tx1"/>
          </a:fontRef>
        </p:style>
      </p:cxnSp>
      <p:sp>
        <p:nvSpPr>
          <p:cNvPr id="2" name="Text Placeholder 1">
            <a:extLst>
              <a:ext uri="{FF2B5EF4-FFF2-40B4-BE49-F238E27FC236}">
                <a16:creationId xmlns:a16="http://schemas.microsoft.com/office/drawing/2014/main" id="{AF2872A7-07EE-484E-86AC-1C5DE9E0C735}"/>
              </a:ext>
            </a:extLst>
          </p:cNvPr>
          <p:cNvSpPr>
            <a:spLocks noGrp="1"/>
          </p:cNvSpPr>
          <p:nvPr>
            <p:ph type="body" idx="1"/>
          </p:nvPr>
        </p:nvSpPr>
        <p:spPr>
          <a:xfrm>
            <a:off x="360363" y="1079500"/>
            <a:ext cx="8426443" cy="3663950"/>
          </a:xfrm>
          <a:prstGeom prst="rect">
            <a:avLst/>
          </a:prstGeom>
        </p:spPr>
        <p:txBody>
          <a:bodyPr vert="horz" lIns="91440" tIns="45720" rIns="91440" bIns="45720" rtlCol="0">
            <a:normAutofit/>
          </a:bodyPr>
          <a:lstStyle/>
          <a:p>
            <a:pPr lvl="0"/>
            <a:r>
              <a:rPr lang="en-US"/>
              <a:t>Edit Master text styles</a:t>
            </a:r>
          </a:p>
          <a:p>
            <a:pPr lvl="1"/>
            <a:r>
              <a:rPr lang="en-US"/>
              <a:t>Second level</a:t>
            </a:r>
          </a:p>
          <a:p>
            <a:pPr lvl="2"/>
            <a:r>
              <a:rPr lang="en-US"/>
              <a:t>Third level</a:t>
            </a:r>
          </a:p>
        </p:txBody>
      </p:sp>
      <p:sp>
        <p:nvSpPr>
          <p:cNvPr id="3" name="empower - DO NOT DELETE!!!" hidden="1"/>
          <p:cNvSpPr/>
          <p:nvPr userDrawn="1">
            <p:custDataLst>
              <p:tags r:id="rId35"/>
            </p:custDataLst>
          </p:nvPr>
        </p:nvSpPr>
        <p:spPr>
          <a:xfrm>
            <a:off x="0" y="0"/>
            <a:ext cx="0" cy="0"/>
          </a:xfrm>
          <a:prstGeom prst="ellipse">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US" sz="1200">
              <a:solidFill>
                <a:schemeClr val="accent1"/>
              </a:solidFill>
            </a:endParaRPr>
          </a:p>
        </p:txBody>
      </p:sp>
      <p:sp>
        <p:nvSpPr>
          <p:cNvPr id="10" name="Text Placeholder 3">
            <a:extLst>
              <a:ext uri="{FF2B5EF4-FFF2-40B4-BE49-F238E27FC236}">
                <a16:creationId xmlns:a16="http://schemas.microsoft.com/office/drawing/2014/main" id="{4FDF414F-02E5-42CB-B526-A04C54E7052D}"/>
              </a:ext>
            </a:extLst>
          </p:cNvPr>
          <p:cNvSpPr txBox="1">
            <a:spLocks/>
          </p:cNvSpPr>
          <p:nvPr userDrawn="1"/>
        </p:nvSpPr>
        <p:spPr>
          <a:xfrm>
            <a:off x="7335520" y="4902763"/>
            <a:ext cx="1471613" cy="182880"/>
          </a:xfrm>
          <a:prstGeom prst="rect">
            <a:avLst/>
          </a:prstGeom>
          <a:noFill/>
        </p:spPr>
        <p:txBody>
          <a:bodyPr wrap="square" lIns="68526" tIns="34289" rIns="68526" bIns="34289" rtlCol="0" anchor="ctr">
            <a:noAutofit/>
          </a:bodyPr>
          <a:lstStyle>
            <a:defPPr>
              <a:defRPr lang="en-US"/>
            </a:defPPr>
            <a:lvl1pPr marR="0" lvl="0" indent="0" defTabSz="342542" fontAlgn="auto">
              <a:lnSpc>
                <a:spcPct val="100000"/>
              </a:lnSpc>
              <a:spcBef>
                <a:spcPts val="0"/>
              </a:spcBef>
              <a:spcAft>
                <a:spcPts val="0"/>
              </a:spcAft>
              <a:buClrTx/>
              <a:buSzTx/>
              <a:buFontTx/>
              <a:buNone/>
              <a:tabLst/>
              <a:defRPr sz="600" kern="0" spc="15">
                <a:solidFill>
                  <a:srgbClr val="474648"/>
                </a:solidFill>
                <a:cs typeface="Trebuchet MS"/>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1085850" indent="-1714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a:lstStyle>
          <a:p>
            <a:pPr lvl="0" algn="r"/>
            <a:fld id="{07FA7470-6506-4B71-AD87-6F7FA0DD0168}" type="slidenum">
              <a:rPr lang="en-US" sz="800" smtClean="0">
                <a:solidFill>
                  <a:schemeClr val="tx2"/>
                </a:solidFill>
              </a:rPr>
              <a:pPr lvl="0" algn="r"/>
              <a:t>‹#›</a:t>
            </a:fld>
            <a:endParaRPr lang="en-US">
              <a:solidFill>
                <a:schemeClr val="tx2"/>
              </a:solidFill>
            </a:endParaRPr>
          </a:p>
        </p:txBody>
      </p:sp>
      <p:pic>
        <p:nvPicPr>
          <p:cNvPr id="11" name="Picture 10">
            <a:extLst>
              <a:ext uri="{FF2B5EF4-FFF2-40B4-BE49-F238E27FC236}">
                <a16:creationId xmlns:a16="http://schemas.microsoft.com/office/drawing/2014/main" id="{A4F5F36D-CE79-4B81-87CD-75951D4E1AE3}"/>
              </a:ext>
            </a:extLst>
          </p:cNvPr>
          <p:cNvPicPr>
            <a:picLocks noChangeAspect="1"/>
          </p:cNvPicPr>
          <p:nvPr userDrawn="1"/>
        </p:nvPicPr>
        <p:blipFill>
          <a:blip r:embed="rId36" cstate="print">
            <a:extLst>
              <a:ext uri="{28A0092B-C50C-407E-A947-70E740481C1C}">
                <a14:useLocalDpi xmlns:a14="http://schemas.microsoft.com/office/drawing/2010/main" val="0"/>
              </a:ext>
            </a:extLst>
          </a:blip>
          <a:stretch>
            <a:fillRect/>
          </a:stretch>
        </p:blipFill>
        <p:spPr>
          <a:xfrm>
            <a:off x="308992" y="4873819"/>
            <a:ext cx="527040" cy="263966"/>
          </a:xfrm>
          <a:prstGeom prst="rect">
            <a:avLst/>
          </a:prstGeom>
        </p:spPr>
      </p:pic>
      <p:sp>
        <p:nvSpPr>
          <p:cNvPr id="5" name="Slide Number Placeholder 4"/>
          <p:cNvSpPr>
            <a:spLocks noGrp="1"/>
          </p:cNvSpPr>
          <p:nvPr>
            <p:ph type="sldNum" sz="quarter" idx="4"/>
          </p:nvPr>
        </p:nvSpPr>
        <p:spPr>
          <a:xfrm>
            <a:off x="7335520" y="4902763"/>
            <a:ext cx="1471613" cy="182880"/>
          </a:xfrm>
          <a:prstGeom prst="rect">
            <a:avLst/>
          </a:prstGeom>
          <a:noFill/>
        </p:spPr>
        <p:txBody>
          <a:bodyPr wrap="square" lIns="68526" tIns="34289" rIns="68526" bIns="34289" rtlCol="0" anchor="ctr">
            <a:noAutofit/>
          </a:bodyPr>
          <a:lstStyle>
            <a:lvl1pPr>
              <a:defRPr lang="en-US" sz="800" kern="0" spc="15" smtClean="0">
                <a:solidFill>
                  <a:schemeClr val="tx2"/>
                </a:solidFill>
                <a:cs typeface="Trebuchet MS"/>
              </a:defRPr>
            </a:lvl1pPr>
          </a:lstStyle>
          <a:p>
            <a:pPr algn="r" defTabSz="342542"/>
            <a:fld id="{04825EE3-D40C-4F67-95F2-2B3AD93195DA}" type="slidenum">
              <a:rPr lang="en-US" smtClean="0"/>
              <a:pPr algn="r" defTabSz="342542"/>
              <a:t>‹#›</a:t>
            </a:fld>
            <a:endParaRPr lang="en-US"/>
          </a:p>
        </p:txBody>
      </p:sp>
    </p:spTree>
    <p:extLst>
      <p:ext uri="{BB962C8B-B14F-4D97-AF65-F5344CB8AC3E}">
        <p14:creationId xmlns:p14="http://schemas.microsoft.com/office/powerpoint/2010/main" val="1577352991"/>
      </p:ext>
    </p:extLst>
  </p:cSld>
  <p:clrMap bg1="lt1" tx1="dk1" bg2="lt2" tx2="dk2" accent1="accent1" accent2="accent2" accent3="accent3" accent4="accent4" accent5="accent5" accent6="accent6" hlink="hlink" folHlink="folHlink"/>
  <p:sldLayoutIdLst>
    <p:sldLayoutId id="2147483745" r:id="rId1"/>
    <p:sldLayoutId id="2147483761" r:id="rId2"/>
    <p:sldLayoutId id="2147483764" r:id="rId3"/>
    <p:sldLayoutId id="2147483765" r:id="rId4"/>
    <p:sldLayoutId id="2147483687" r:id="rId5"/>
    <p:sldLayoutId id="2147483774" r:id="rId6"/>
    <p:sldLayoutId id="2147483680" r:id="rId7"/>
    <p:sldLayoutId id="2147483763" r:id="rId8"/>
    <p:sldLayoutId id="2147483736" r:id="rId9"/>
    <p:sldLayoutId id="2147483779" r:id="rId10"/>
    <p:sldLayoutId id="2147483739" r:id="rId11"/>
    <p:sldLayoutId id="2147483767" r:id="rId12"/>
    <p:sldLayoutId id="2147483769" r:id="rId13"/>
    <p:sldLayoutId id="2147483780" r:id="rId14"/>
    <p:sldLayoutId id="2147483772" r:id="rId15"/>
    <p:sldLayoutId id="2147483756" r:id="rId16"/>
    <p:sldLayoutId id="2147483778" r:id="rId17"/>
    <p:sldLayoutId id="2147483757" r:id="rId18"/>
    <p:sldLayoutId id="2147483776" r:id="rId19"/>
    <p:sldLayoutId id="2147483759" r:id="rId20"/>
    <p:sldLayoutId id="2147483777" r:id="rId21"/>
    <p:sldLayoutId id="2147483758" r:id="rId22"/>
    <p:sldLayoutId id="2147483738" r:id="rId23"/>
    <p:sldLayoutId id="2147483773" r:id="rId24"/>
    <p:sldLayoutId id="2147483770" r:id="rId25"/>
    <p:sldLayoutId id="2147483694" r:id="rId26"/>
    <p:sldLayoutId id="2147483751" r:id="rId27"/>
    <p:sldLayoutId id="2147483753" r:id="rId28"/>
    <p:sldLayoutId id="2147483754" r:id="rId29"/>
    <p:sldLayoutId id="2147483766" r:id="rId30"/>
    <p:sldLayoutId id="2147483677" r:id="rId31"/>
    <p:sldLayoutId id="2147483781" r:id="rId32"/>
    <p:sldLayoutId id="2147483782" r:id="rId33"/>
  </p:sldLayoutIdLst>
  <p:hf hdr="0" ftr="0" dt="0"/>
  <p:txStyles>
    <p:titleStyle>
      <a:lvl1pPr algn="l" defTabSz="914400" rtl="0" eaLnBrk="1" latinLnBrk="0" hangingPunct="1">
        <a:lnSpc>
          <a:spcPct val="100000"/>
        </a:lnSpc>
        <a:spcBef>
          <a:spcPct val="0"/>
        </a:spcBef>
        <a:buNone/>
        <a:defRPr sz="2000" b="0" kern="1200" cap="none" spc="100" baseline="0">
          <a:solidFill>
            <a:schemeClr val="tx1"/>
          </a:solidFill>
          <a:latin typeface="+mj-lt"/>
          <a:ea typeface="+mj-ea"/>
          <a:cs typeface="+mj-cs"/>
        </a:defRPr>
      </a:lvl1pPr>
    </p:titleStyle>
    <p:bodyStyle>
      <a:lvl1pPr marL="0" indent="0" algn="l" defTabSz="914400" rtl="0" eaLnBrk="1" latinLnBrk="0" hangingPunct="1">
        <a:lnSpc>
          <a:spcPts val="1600"/>
        </a:lnSpc>
        <a:spcBef>
          <a:spcPts val="264"/>
        </a:spcBef>
        <a:spcAft>
          <a:spcPts val="300"/>
        </a:spcAft>
        <a:buFont typeface="Arial" panose="020B0604020202020204" pitchFamily="34" charset="0"/>
        <a:buNone/>
        <a:defRPr sz="1600" kern="1200">
          <a:solidFill>
            <a:schemeClr val="tx1"/>
          </a:solidFill>
          <a:latin typeface="+mn-lt"/>
          <a:ea typeface="+mn-ea"/>
          <a:cs typeface="+mn-cs"/>
        </a:defRPr>
      </a:lvl1pPr>
      <a:lvl2pPr marL="182880" indent="-182880" algn="l" defTabSz="914400" rtl="0" eaLnBrk="1" latinLnBrk="0" hangingPunct="1">
        <a:lnSpc>
          <a:spcPct val="100000"/>
        </a:lnSpc>
        <a:spcBef>
          <a:spcPts val="600"/>
        </a:spcBef>
        <a:buClr>
          <a:schemeClr val="accent2"/>
        </a:buClr>
        <a:buFont typeface="Arial" panose="020B0604020202020204" pitchFamily="34" charset="0"/>
        <a:buChar char="•"/>
        <a:defRPr sz="1600" kern="1200">
          <a:solidFill>
            <a:schemeClr val="tx1"/>
          </a:solidFill>
          <a:latin typeface="+mn-lt"/>
          <a:ea typeface="+mn-ea"/>
          <a:cs typeface="+mn-cs"/>
        </a:defRPr>
      </a:lvl2pPr>
      <a:lvl3pPr marL="342900" indent="-165100" algn="l" defTabSz="914400" rtl="0" eaLnBrk="1" latinLnBrk="0" hangingPunct="1">
        <a:lnSpc>
          <a:spcPct val="90000"/>
        </a:lnSpc>
        <a:spcBef>
          <a:spcPts val="500"/>
        </a:spcBef>
        <a:buClr>
          <a:schemeClr val="tx2"/>
        </a:buClr>
        <a:buFont typeface="Calibri" panose="020F0502020204030204" pitchFamily="34" charset="0"/>
        <a:buChar char="-"/>
        <a:defRPr sz="1400" kern="1200" baseline="0">
          <a:solidFill>
            <a:schemeClr val="tx1"/>
          </a:solidFill>
          <a:latin typeface="+mn-lt"/>
          <a:ea typeface="+mn-ea"/>
          <a:cs typeface="+mn-cs"/>
        </a:defRPr>
      </a:lvl3pPr>
      <a:lvl4pPr marL="1657350" indent="-285750" algn="l" defTabSz="914400" rtl="0" eaLnBrk="1" latinLnBrk="0" hangingPunct="1">
        <a:lnSpc>
          <a:spcPct val="90000"/>
        </a:lnSpc>
        <a:spcBef>
          <a:spcPts val="500"/>
        </a:spcBef>
        <a:buFont typeface="Arial" panose="020B0604020202020204" pitchFamily="34" charset="0"/>
        <a:buChar char="•"/>
        <a:defRPr sz="1100" kern="1200">
          <a:solidFill>
            <a:schemeClr val="tx1"/>
          </a:solidFill>
          <a:latin typeface="+mn-lt"/>
          <a:ea typeface="+mn-ea"/>
          <a:cs typeface="+mn-cs"/>
        </a:defRPr>
      </a:lvl4pPr>
      <a:lvl5pPr marL="1828800" indent="0" algn="l"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44" userDrawn="1">
          <p15:clr>
            <a:srgbClr val="F26B43"/>
          </p15:clr>
        </p15:guide>
        <p15:guide id="2" orient="horz" pos="338" userDrawn="1">
          <p15:clr>
            <a:srgbClr val="F26B43"/>
          </p15:clr>
        </p15:guide>
        <p15:guide id="3" orient="horz" pos="680" userDrawn="1">
          <p15:clr>
            <a:srgbClr val="F26B43"/>
          </p15:clr>
        </p15:guide>
        <p15:guide id="5" pos="226" userDrawn="1">
          <p15:clr>
            <a:srgbClr val="F26B43"/>
          </p15:clr>
        </p15:guide>
        <p15:guide id="6" pos="5535" userDrawn="1">
          <p15:clr>
            <a:srgbClr val="F26B43"/>
          </p15:clr>
        </p15:guide>
        <p15:guide id="7" orient="horz" pos="896" userDrawn="1">
          <p15:clr>
            <a:srgbClr val="F26B43"/>
          </p15:clr>
        </p15:guide>
        <p15:guide id="8" pos="2736" userDrawn="1">
          <p15:clr>
            <a:srgbClr val="F26B43"/>
          </p15:clr>
        </p15:guide>
        <p15:guide id="9" pos="3024" userDrawn="1">
          <p15:clr>
            <a:srgbClr val="F26B43"/>
          </p15:clr>
        </p15:guide>
        <p15:guide id="10" orient="horz" pos="2988" userDrawn="1">
          <p15:clr>
            <a:srgbClr val="F26B43"/>
          </p15:clr>
        </p15:guide>
        <p15:guide id="11" orient="horz" pos="3084" userDrawn="1">
          <p15:clr>
            <a:srgbClr val="F26B43"/>
          </p15:clr>
        </p15:guide>
        <p15:guide id="12" orient="horz" pos="31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8" Type="http://schemas.openxmlformats.org/officeDocument/2006/relationships/image" Target="../media/image11.emf"/><Relationship Id="rId3" Type="http://schemas.openxmlformats.org/officeDocument/2006/relationships/notesSlide" Target="../notesSlides/notesSlide1.xml"/><Relationship Id="rId7" Type="http://schemas.openxmlformats.org/officeDocument/2006/relationships/image" Target="../media/image10.emf"/><Relationship Id="rId12" Type="http://schemas.openxmlformats.org/officeDocument/2006/relationships/image" Target="../media/image15.png"/><Relationship Id="rId2" Type="http://schemas.openxmlformats.org/officeDocument/2006/relationships/slideLayout" Target="../slideLayouts/slideLayout24.xml"/><Relationship Id="rId1" Type="http://schemas.openxmlformats.org/officeDocument/2006/relationships/tags" Target="../tags/tag3.xml"/><Relationship Id="rId6" Type="http://schemas.openxmlformats.org/officeDocument/2006/relationships/image" Target="../media/image9.emf"/><Relationship Id="rId11" Type="http://schemas.openxmlformats.org/officeDocument/2006/relationships/image" Target="../media/image14.png"/><Relationship Id="rId5" Type="http://schemas.openxmlformats.org/officeDocument/2006/relationships/image" Target="../media/image8.png"/><Relationship Id="rId10" Type="http://schemas.openxmlformats.org/officeDocument/2006/relationships/image" Target="../media/image13.emf"/><Relationship Id="rId4" Type="http://schemas.openxmlformats.org/officeDocument/2006/relationships/image" Target="../media/image7.png"/><Relationship Id="rId9" Type="http://schemas.openxmlformats.org/officeDocument/2006/relationships/image" Target="../media/image12.emf"/></Relationships>
</file>

<file path=ppt/slides/_rels/slide3.xml.rels><?xml version="1.0" encoding="UTF-8" standalone="yes"?>
<Relationships xmlns="http://schemas.openxmlformats.org/package/2006/relationships"><Relationship Id="rId8" Type="http://schemas.openxmlformats.org/officeDocument/2006/relationships/image" Target="../media/image20.png"/><Relationship Id="rId13" Type="http://schemas.openxmlformats.org/officeDocument/2006/relationships/image" Target="../media/image25.png"/><Relationship Id="rId3" Type="http://schemas.openxmlformats.org/officeDocument/2006/relationships/image" Target="../media/image16.png"/><Relationship Id="rId7" Type="http://schemas.openxmlformats.org/officeDocument/2006/relationships/image" Target="../media/image19.png"/><Relationship Id="rId12" Type="http://schemas.openxmlformats.org/officeDocument/2006/relationships/image" Target="../media/image24.png"/><Relationship Id="rId2" Type="http://schemas.openxmlformats.org/officeDocument/2006/relationships/notesSlide" Target="../notesSlides/notesSlide2.xml"/><Relationship Id="rId1" Type="http://schemas.openxmlformats.org/officeDocument/2006/relationships/slideLayout" Target="../slideLayouts/slideLayout32.xml"/><Relationship Id="rId6" Type="http://schemas.openxmlformats.org/officeDocument/2006/relationships/image" Target="../media/image19.svg"/><Relationship Id="rId11" Type="http://schemas.openxmlformats.org/officeDocument/2006/relationships/image" Target="../media/image23.png"/><Relationship Id="rId5" Type="http://schemas.openxmlformats.org/officeDocument/2006/relationships/image" Target="../media/image18.png"/><Relationship Id="rId15" Type="http://schemas.openxmlformats.org/officeDocument/2006/relationships/image" Target="../media/image27.png"/><Relationship Id="rId10" Type="http://schemas.openxmlformats.org/officeDocument/2006/relationships/image" Target="../media/image22.png"/><Relationship Id="rId4" Type="http://schemas.openxmlformats.org/officeDocument/2006/relationships/image" Target="../media/image17.png"/><Relationship Id="rId9" Type="http://schemas.openxmlformats.org/officeDocument/2006/relationships/image" Target="../media/image21.jpeg"/><Relationship Id="rId14" Type="http://schemas.openxmlformats.org/officeDocument/2006/relationships/image" Target="../media/image26.jpeg"/></Relationships>
</file>

<file path=ppt/slides/_rels/slide4.xml.rels><?xml version="1.0" encoding="UTF-8" standalone="yes"?>
<Relationships xmlns="http://schemas.openxmlformats.org/package/2006/relationships"><Relationship Id="rId8" Type="http://schemas.openxmlformats.org/officeDocument/2006/relationships/image" Target="../media/image31.jpeg"/><Relationship Id="rId13" Type="http://schemas.openxmlformats.org/officeDocument/2006/relationships/image" Target="../media/image36.jpeg"/><Relationship Id="rId18" Type="http://schemas.openxmlformats.org/officeDocument/2006/relationships/image" Target="../media/image41.png"/><Relationship Id="rId3" Type="http://schemas.openxmlformats.org/officeDocument/2006/relationships/image" Target="../media/image20.png"/><Relationship Id="rId7" Type="http://schemas.openxmlformats.org/officeDocument/2006/relationships/image" Target="../media/image30.png"/><Relationship Id="rId12" Type="http://schemas.openxmlformats.org/officeDocument/2006/relationships/image" Target="../media/image35.gif"/><Relationship Id="rId17" Type="http://schemas.openxmlformats.org/officeDocument/2006/relationships/image" Target="../media/image40.png"/><Relationship Id="rId2" Type="http://schemas.openxmlformats.org/officeDocument/2006/relationships/notesSlide" Target="../notesSlides/notesSlide3.xml"/><Relationship Id="rId16" Type="http://schemas.openxmlformats.org/officeDocument/2006/relationships/image" Target="../media/image39.jpeg"/><Relationship Id="rId1" Type="http://schemas.openxmlformats.org/officeDocument/2006/relationships/slideLayout" Target="../slideLayouts/slideLayout32.xml"/><Relationship Id="rId6" Type="http://schemas.openxmlformats.org/officeDocument/2006/relationships/image" Target="../media/image19.svg"/><Relationship Id="rId11" Type="http://schemas.openxmlformats.org/officeDocument/2006/relationships/image" Target="../media/image34.gif"/><Relationship Id="rId5" Type="http://schemas.openxmlformats.org/officeDocument/2006/relationships/image" Target="../media/image29.png"/><Relationship Id="rId15" Type="http://schemas.openxmlformats.org/officeDocument/2006/relationships/image" Target="../media/image38.jpeg"/><Relationship Id="rId10" Type="http://schemas.openxmlformats.org/officeDocument/2006/relationships/image" Target="../media/image33.png"/><Relationship Id="rId19" Type="http://schemas.openxmlformats.org/officeDocument/2006/relationships/image" Target="../media/image42.png"/><Relationship Id="rId4" Type="http://schemas.openxmlformats.org/officeDocument/2006/relationships/image" Target="../media/image28.png"/><Relationship Id="rId9" Type="http://schemas.openxmlformats.org/officeDocument/2006/relationships/image" Target="../media/image32.png"/><Relationship Id="rId14" Type="http://schemas.openxmlformats.org/officeDocument/2006/relationships/image" Target="../media/image37.png"/></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3.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7.xml.rels><?xml version="1.0" encoding="UTF-8" standalone="yes"?>
<Relationships xmlns="http://schemas.openxmlformats.org/package/2006/relationships"><Relationship Id="rId3" Type="http://schemas.openxmlformats.org/officeDocument/2006/relationships/image" Target="../media/image43.png"/><Relationship Id="rId2" Type="http://schemas.openxmlformats.org/officeDocument/2006/relationships/notesSlide" Target="../notesSlides/notesSlide5.xml"/><Relationship Id="rId1" Type="http://schemas.openxmlformats.org/officeDocument/2006/relationships/slideLayout" Target="../slideLayouts/slideLayout13.xml"/><Relationship Id="rId4" Type="http://schemas.openxmlformats.org/officeDocument/2006/relationships/image" Target="../media/image27.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30.xml"/></Relationships>
</file>

<file path=ppt/slides/_rels/slide9.xml.rels><?xml version="1.0" encoding="UTF-8" standalone="yes"?>
<Relationships xmlns="http://schemas.openxmlformats.org/package/2006/relationships"><Relationship Id="rId8" Type="http://schemas.openxmlformats.org/officeDocument/2006/relationships/image" Target="../media/image45.png"/><Relationship Id="rId3" Type="http://schemas.openxmlformats.org/officeDocument/2006/relationships/tags" Target="../tags/tag5.xml"/><Relationship Id="rId7" Type="http://schemas.openxmlformats.org/officeDocument/2006/relationships/image" Target="../media/image44.emf"/><Relationship Id="rId2" Type="http://schemas.openxmlformats.org/officeDocument/2006/relationships/tags" Target="../tags/tag4.xml"/><Relationship Id="rId1" Type="http://schemas.openxmlformats.org/officeDocument/2006/relationships/vmlDrawing" Target="../drawings/vmlDrawing1.vml"/><Relationship Id="rId6" Type="http://schemas.openxmlformats.org/officeDocument/2006/relationships/oleObject" Target="../embeddings/oleObject1.bin"/><Relationship Id="rId5" Type="http://schemas.openxmlformats.org/officeDocument/2006/relationships/notesSlide" Target="../notesSlides/notesSlide6.xml"/><Relationship Id="rId4" Type="http://schemas.openxmlformats.org/officeDocument/2006/relationships/slideLayout" Target="../slideLayouts/slideLayout32.xml"/></Relationships>
</file>

<file path=ppt/slides/_rels/slide10.xml.rels><?xml version="1.0" encoding="UTF-8" standalone="yes"?>
<Relationships xmlns="http://schemas.openxmlformats.org/package/2006/relationships"><Relationship Id="rId3" Type="http://schemas.openxmlformats.org/officeDocument/2006/relationships/diagramData" Target="../diagrams/data1.xml"/><Relationship Id="rId7" Type="http://schemas.microsoft.com/office/2007/relationships/diagramDrawing" Target="../diagrams/drawing1.xml"/><Relationship Id="rId2" Type="http://schemas.openxmlformats.org/officeDocument/2006/relationships/notesSlide" Target="../notesSlides/notesSlide7.xml"/><Relationship Id="rId1" Type="http://schemas.openxmlformats.org/officeDocument/2006/relationships/slideLayout" Target="../slideLayouts/slideLayout7.xml"/><Relationship Id="rId6" Type="http://schemas.openxmlformats.org/officeDocument/2006/relationships/diagramColors" Target="../diagrams/colors1.xml"/><Relationship Id="rId5" Type="http://schemas.openxmlformats.org/officeDocument/2006/relationships/diagramQuickStyle" Target="../diagrams/quickStyle1.xml"/><Relationship Id="rId4" Type="http://schemas.openxmlformats.org/officeDocument/2006/relationships/diagramLayout" Target="../diagrams/layout1.xml"/></Relationships>
</file>

<file path=ppt/slides/_rels/slide11.xml.rels><?xml version="1.0" encoding="UTF-8" standalone="yes"?>
<Relationships xmlns="http://schemas.openxmlformats.org/package/2006/relationships"><Relationship Id="rId3" Type="http://schemas.openxmlformats.org/officeDocument/2006/relationships/diagramData" Target="../diagrams/data2.xml"/><Relationship Id="rId7" Type="http://schemas.microsoft.com/office/2007/relationships/diagramDrawing" Target="../diagrams/drawing2.xml"/><Relationship Id="rId2" Type="http://schemas.openxmlformats.org/officeDocument/2006/relationships/notesSlide" Target="../notesSlides/notesSlide8.xml"/><Relationship Id="rId1" Type="http://schemas.openxmlformats.org/officeDocument/2006/relationships/slideLayout" Target="../slideLayouts/slideLayout7.xml"/><Relationship Id="rId6" Type="http://schemas.openxmlformats.org/officeDocument/2006/relationships/diagramColors" Target="../diagrams/colors2.xml"/><Relationship Id="rId5" Type="http://schemas.openxmlformats.org/officeDocument/2006/relationships/diagramQuickStyle" Target="../diagrams/quickStyle2.xml"/><Relationship Id="rId4" Type="http://schemas.openxmlformats.org/officeDocument/2006/relationships/diagramLayout" Target="../diagrams/layout2.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8.xml"/></Relationships>
</file>

<file path=ppt/slides/_rels/slide13.xml.rels><?xml version="1.0" encoding="UTF-8" standalone="yes"?>
<Relationships xmlns="http://schemas.openxmlformats.org/package/2006/relationships"><Relationship Id="rId8" Type="http://schemas.openxmlformats.org/officeDocument/2006/relationships/image" Target="../media/image51.png"/><Relationship Id="rId3" Type="http://schemas.openxmlformats.org/officeDocument/2006/relationships/image" Target="../media/image46.png"/><Relationship Id="rId7" Type="http://schemas.openxmlformats.org/officeDocument/2006/relationships/image" Target="../media/image50.png"/><Relationship Id="rId2" Type="http://schemas.openxmlformats.org/officeDocument/2006/relationships/notesSlide" Target="../notesSlides/notesSlide10.xml"/><Relationship Id="rId1" Type="http://schemas.openxmlformats.org/officeDocument/2006/relationships/slideLayout" Target="../slideLayouts/slideLayout8.xml"/><Relationship Id="rId6" Type="http://schemas.openxmlformats.org/officeDocument/2006/relationships/image" Target="../media/image49.png"/><Relationship Id="rId5" Type="http://schemas.openxmlformats.org/officeDocument/2006/relationships/image" Target="../media/image48.png"/><Relationship Id="rId10" Type="http://schemas.openxmlformats.org/officeDocument/2006/relationships/image" Target="../media/image53.png"/><Relationship Id="rId4" Type="http://schemas.openxmlformats.org/officeDocument/2006/relationships/image" Target="../media/image47.png"/><Relationship Id="rId9" Type="http://schemas.openxmlformats.org/officeDocument/2006/relationships/image" Target="../media/image52.png"/></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8.xml"/></Relationships>
</file>

<file path=ppt/slides/_rels/slide15.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8.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8.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8.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5.xml"/><Relationship Id="rId1" Type="http://schemas.openxmlformats.org/officeDocument/2006/relationships/slideLayout" Target="../slideLayouts/slideLayout27.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B4394A7-242C-4AB0-853A-BEAFD46D93BB}"/>
              </a:ext>
            </a:extLst>
          </p:cNvPr>
          <p:cNvSpPr>
            <a:spLocks noGrp="1"/>
          </p:cNvSpPr>
          <p:nvPr>
            <p:ph type="title"/>
          </p:nvPr>
        </p:nvSpPr>
        <p:spPr>
          <a:xfrm>
            <a:off x="531466" y="1412416"/>
            <a:ext cx="4315968" cy="984885"/>
          </a:xfrm>
        </p:spPr>
        <p:txBody>
          <a:bodyPr/>
          <a:lstStyle/>
          <a:p>
            <a:r>
              <a:rPr lang="en-US" dirty="0"/>
              <a:t>EPAM  Pega BRE Response </a:t>
            </a:r>
          </a:p>
        </p:txBody>
      </p:sp>
      <p:sp>
        <p:nvSpPr>
          <p:cNvPr id="3" name="Text Placeholder 2">
            <a:extLst>
              <a:ext uri="{FF2B5EF4-FFF2-40B4-BE49-F238E27FC236}">
                <a16:creationId xmlns:a16="http://schemas.microsoft.com/office/drawing/2014/main" id="{7E43C233-1021-48BE-849A-744FA3BAD308}"/>
              </a:ext>
            </a:extLst>
          </p:cNvPr>
          <p:cNvSpPr>
            <a:spLocks noGrp="1"/>
          </p:cNvSpPr>
          <p:nvPr>
            <p:ph type="body" sz="quarter" idx="12"/>
          </p:nvPr>
        </p:nvSpPr>
        <p:spPr/>
        <p:txBody>
          <a:bodyPr/>
          <a:lstStyle/>
          <a:p>
            <a:r>
              <a:rPr lang="en-US" dirty="0"/>
              <a:t>Prepared for ADNOC </a:t>
            </a:r>
          </a:p>
        </p:txBody>
      </p:sp>
      <p:sp>
        <p:nvSpPr>
          <p:cNvPr id="6" name="Text Placeholder 5">
            <a:extLst>
              <a:ext uri="{FF2B5EF4-FFF2-40B4-BE49-F238E27FC236}">
                <a16:creationId xmlns:a16="http://schemas.microsoft.com/office/drawing/2014/main" id="{1A6DBADD-26F7-4E70-A293-3CD8E8A95620}"/>
              </a:ext>
            </a:extLst>
          </p:cNvPr>
          <p:cNvSpPr>
            <a:spLocks noGrp="1"/>
          </p:cNvSpPr>
          <p:nvPr>
            <p:ph type="body" sz="quarter" idx="13"/>
          </p:nvPr>
        </p:nvSpPr>
        <p:spPr/>
        <p:txBody>
          <a:bodyPr/>
          <a:lstStyle/>
          <a:p>
            <a:r>
              <a:rPr lang="en-US" dirty="0"/>
              <a:t>August 2020</a:t>
            </a:r>
          </a:p>
        </p:txBody>
      </p:sp>
    </p:spTree>
    <p:extLst>
      <p:ext uri="{BB962C8B-B14F-4D97-AF65-F5344CB8AC3E}">
        <p14:creationId xmlns:p14="http://schemas.microsoft.com/office/powerpoint/2010/main" val="168565261"/>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Title 6">
            <a:extLst>
              <a:ext uri="{FF2B5EF4-FFF2-40B4-BE49-F238E27FC236}">
                <a16:creationId xmlns:a16="http://schemas.microsoft.com/office/drawing/2014/main" id="{F40B45DF-7751-4D04-8F34-CD4D4260FCB2}"/>
              </a:ext>
            </a:extLst>
          </p:cNvPr>
          <p:cNvSpPr>
            <a:spLocks noGrp="1"/>
          </p:cNvSpPr>
          <p:nvPr>
            <p:ph type="title"/>
          </p:nvPr>
        </p:nvSpPr>
        <p:spPr>
          <a:xfrm>
            <a:off x="360366" y="228799"/>
            <a:ext cx="4547012" cy="307777"/>
          </a:xfrm>
        </p:spPr>
        <p:txBody>
          <a:bodyPr/>
          <a:lstStyle/>
          <a:p>
            <a:r>
              <a:rPr lang="en-US" dirty="0"/>
              <a:t>Pega Competency</a:t>
            </a:r>
            <a:endParaRPr lang="en-US" dirty="0">
              <a:solidFill>
                <a:srgbClr val="FF0000"/>
              </a:solidFill>
            </a:endParaRPr>
          </a:p>
        </p:txBody>
      </p:sp>
      <p:sp>
        <p:nvSpPr>
          <p:cNvPr id="9" name="TextBox 8">
            <a:extLst>
              <a:ext uri="{FF2B5EF4-FFF2-40B4-BE49-F238E27FC236}">
                <a16:creationId xmlns:a16="http://schemas.microsoft.com/office/drawing/2014/main" id="{5506225E-054D-457B-9224-230E19E1D704}"/>
              </a:ext>
            </a:extLst>
          </p:cNvPr>
          <p:cNvSpPr txBox="1"/>
          <p:nvPr>
            <p:custDataLst>
              <p:tags r:id="rId1"/>
            </p:custDataLst>
          </p:nvPr>
        </p:nvSpPr>
        <p:spPr>
          <a:xfrm>
            <a:off x="360071" y="2636549"/>
            <a:ext cx="2908586" cy="1797928"/>
          </a:xfrm>
          <a:prstGeom prst="rect">
            <a:avLst/>
          </a:prstGeom>
          <a:noFill/>
        </p:spPr>
        <p:txBody>
          <a:bodyPr wrap="square" lIns="0" rtlCol="0">
            <a:spAutoFit/>
          </a:bodyPr>
          <a:lstStyle>
            <a:lvl1pPr marL="243834" indent="-243834" algn="l" defTabSz="1219170" rtl="0" eaLnBrk="1" latinLnBrk="0" hangingPunct="1">
              <a:buClr>
                <a:schemeClr val="accent2"/>
              </a:buClr>
              <a:buFont typeface="Arial" panose="020B0604020202020204" pitchFamily="34" charset="0"/>
              <a:buChar char="•"/>
            </a:lvl1pPr>
            <a:lvl2pPr marL="243834" indent="-243834" algn="l" defTabSz="1219170" rtl="0" eaLnBrk="1" latinLnBrk="0" hangingPunct="1">
              <a:buClr>
                <a:schemeClr val="accent2"/>
              </a:buClr>
              <a:buFont typeface="Arial" panose="020B0604020202020204" pitchFamily="34" charset="0"/>
              <a:buChar char="•"/>
            </a:lvl2pPr>
            <a:lvl3pPr marL="457189" indent="-220128" algn="l" defTabSz="1219170" rtl="0" eaLnBrk="1" latinLnBrk="0" hangingPunct="1">
              <a:buClr>
                <a:schemeClr val="tx2"/>
              </a:buClr>
              <a:buFont typeface="Calibri" panose="020F0502020204030204" pitchFamily="34" charset="0"/>
              <a:buChar char="-"/>
            </a:lvl3pPr>
            <a:lvl4pPr marL="2209745" indent="-380990" algn="l" defTabSz="1219170" rtl="0" eaLnBrk="1" latinLnBrk="0" hangingPunct="1">
              <a:buFont typeface="Arial" panose="020B0604020202020204" pitchFamily="34" charset="0"/>
              <a:buChar char="•"/>
            </a:lvl4pPr>
            <a:lvl5pPr marL="3352716" indent="-304792" algn="l" defTabSz="1219170" rtl="0" eaLnBrk="1" latinLnBrk="0" hangingPunct="1">
              <a:buFont typeface="Arial" panose="020B0604020202020204" pitchFamily="34" charset="0"/>
              <a:buChar char="•"/>
            </a:lvl5pPr>
            <a:lvl6pPr marL="3352716" indent="-304792" algn="l" defTabSz="1219170" rtl="0" eaLnBrk="1" latinLnBrk="0" hangingPunct="1">
              <a:buFont typeface="Arial" panose="020B0604020202020204" pitchFamily="34" charset="0"/>
              <a:buChar char="•"/>
            </a:lvl6pPr>
            <a:lvl7pPr marL="3962301" indent="-304792" algn="l" defTabSz="1219170" rtl="0" eaLnBrk="1" latinLnBrk="0" hangingPunct="1">
              <a:buFont typeface="Arial" panose="020B0604020202020204" pitchFamily="34" charset="0"/>
              <a:buChar char="•"/>
            </a:lvl7pPr>
            <a:lvl8pPr marL="4571886" indent="-304792" algn="l" defTabSz="1219170" rtl="0" eaLnBrk="1" latinLnBrk="0" hangingPunct="1">
              <a:buFont typeface="Arial" panose="020B0604020202020204" pitchFamily="34" charset="0"/>
              <a:buChar char="•"/>
            </a:lvl8pPr>
            <a:lvl9pPr marL="5181470" indent="-304792" algn="l" defTabSz="1219170" rtl="0" eaLnBrk="1" latinLnBrk="0" hangingPunct="1">
              <a:buFont typeface="Arial" panose="020B0604020202020204" pitchFamily="34" charset="0"/>
              <a:buChar char="•"/>
            </a:lvl9pPr>
          </a:lstStyle>
          <a:p>
            <a:pPr marL="137160" indent="-137160" defTabSz="685749">
              <a:spcAft>
                <a:spcPts val="450"/>
              </a:spcAft>
              <a:defRPr/>
            </a:pPr>
            <a:r>
              <a:rPr lang="en-GB" sz="1000">
                <a:solidFill>
                  <a:srgbClr val="222222"/>
                </a:solidFill>
              </a:rPr>
              <a:t>Strategic BPM platforms: </a:t>
            </a:r>
            <a:r>
              <a:rPr lang="en-GB" sz="1000" b="1" err="1">
                <a:solidFill>
                  <a:srgbClr val="222222"/>
                </a:solidFill>
              </a:rPr>
              <a:t>Pega</a:t>
            </a:r>
            <a:r>
              <a:rPr lang="en-GB" sz="1000" b="1">
                <a:solidFill>
                  <a:srgbClr val="222222"/>
                </a:solidFill>
              </a:rPr>
              <a:t>, Appian</a:t>
            </a:r>
            <a:r>
              <a:rPr lang="en-GB" sz="1000">
                <a:solidFill>
                  <a:srgbClr val="222222"/>
                </a:solidFill>
              </a:rPr>
              <a:t>, Elma, Camunda, OpenText  </a:t>
            </a:r>
          </a:p>
          <a:p>
            <a:pPr marL="137160" indent="-137160" defTabSz="685749">
              <a:spcAft>
                <a:spcPts val="450"/>
              </a:spcAft>
              <a:defRPr/>
            </a:pPr>
            <a:r>
              <a:rPr lang="en-GB" sz="1000"/>
              <a:t>Certified Delivery Partner </a:t>
            </a:r>
          </a:p>
          <a:p>
            <a:pPr marL="137160" indent="-137160" defTabSz="342857">
              <a:spcAft>
                <a:spcPts val="450"/>
              </a:spcAft>
              <a:defRPr/>
            </a:pPr>
            <a:r>
              <a:rPr lang="en-US" sz="1000"/>
              <a:t>80% of BPM engineers are lead and senior architects certified</a:t>
            </a:r>
          </a:p>
          <a:p>
            <a:pPr marL="137160" indent="-137160" defTabSz="342857">
              <a:spcAft>
                <a:spcPts val="450"/>
              </a:spcAft>
              <a:defRPr/>
            </a:pPr>
            <a:r>
              <a:rPr lang="en-US" sz="1000"/>
              <a:t>Education Programs synched-up with training academies</a:t>
            </a:r>
          </a:p>
          <a:p>
            <a:pPr marL="137160" indent="-137160" defTabSz="342857">
              <a:spcAft>
                <a:spcPts val="450"/>
              </a:spcAft>
              <a:defRPr/>
            </a:pPr>
            <a:r>
              <a:rPr lang="en-US" sz="1000"/>
              <a:t>Adoption of BPM delivery methodology</a:t>
            </a:r>
          </a:p>
          <a:p>
            <a:pPr marL="137160" indent="-137160" defTabSz="342857">
              <a:spcAft>
                <a:spcPts val="450"/>
              </a:spcAft>
              <a:defRPr/>
            </a:pPr>
            <a:r>
              <a:rPr lang="en-US" sz="1000"/>
              <a:t>Organic growth in new locations </a:t>
            </a:r>
          </a:p>
        </p:txBody>
      </p:sp>
      <p:sp>
        <p:nvSpPr>
          <p:cNvPr id="6" name="Oval 5">
            <a:extLst>
              <a:ext uri="{FF2B5EF4-FFF2-40B4-BE49-F238E27FC236}">
                <a16:creationId xmlns:a16="http://schemas.microsoft.com/office/drawing/2014/main" id="{B55A686B-3D4B-412D-AB72-95362E7B5BCE}"/>
              </a:ext>
            </a:extLst>
          </p:cNvPr>
          <p:cNvSpPr/>
          <p:nvPr/>
        </p:nvSpPr>
        <p:spPr>
          <a:xfrm>
            <a:off x="5494322" y="1830530"/>
            <a:ext cx="1469233" cy="1469233"/>
          </a:xfrm>
          <a:prstGeom prst="ellipse">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0" tIns="0" rIns="0" bIns="0" rtlCol="0" anchor="ctr"/>
          <a:lstStyle/>
          <a:p>
            <a:pPr algn="ctr" defTabSz="385745">
              <a:defRPr/>
            </a:pPr>
            <a:r>
              <a:rPr lang="en-US" sz="1200" b="1" spc="169" dirty="0">
                <a:solidFill>
                  <a:srgbClr val="39C2D7"/>
                </a:solidFill>
                <a:latin typeface="Calibri"/>
              </a:rPr>
              <a:t>PEGA</a:t>
            </a:r>
          </a:p>
          <a:p>
            <a:pPr algn="ctr" defTabSz="385745">
              <a:defRPr/>
            </a:pPr>
            <a:r>
              <a:rPr lang="en-US" sz="1200" b="1" spc="169" dirty="0">
                <a:solidFill>
                  <a:srgbClr val="39C2D7"/>
                </a:solidFill>
                <a:latin typeface="Calibri"/>
              </a:rPr>
              <a:t>PRACTICE</a:t>
            </a:r>
          </a:p>
        </p:txBody>
      </p:sp>
      <p:sp>
        <p:nvSpPr>
          <p:cNvPr id="10" name="Oval 9">
            <a:extLst>
              <a:ext uri="{FF2B5EF4-FFF2-40B4-BE49-F238E27FC236}">
                <a16:creationId xmlns:a16="http://schemas.microsoft.com/office/drawing/2014/main" id="{A6284C35-4916-4436-B4D9-1F6C34BADBC8}"/>
              </a:ext>
            </a:extLst>
          </p:cNvPr>
          <p:cNvSpPr/>
          <p:nvPr/>
        </p:nvSpPr>
        <p:spPr>
          <a:xfrm>
            <a:off x="4604955" y="840725"/>
            <a:ext cx="879823" cy="879823"/>
          </a:xfrm>
          <a:prstGeom prst="ellipse">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0" tIns="283499" rIns="0" bIns="0" rtlCol="0" anchor="ctr"/>
          <a:lstStyle/>
          <a:p>
            <a:pPr algn="ctr" defTabSz="385745">
              <a:defRPr/>
            </a:pPr>
            <a:r>
              <a:rPr lang="en-US" sz="675">
                <a:solidFill>
                  <a:srgbClr val="222222"/>
                </a:solidFill>
                <a:latin typeface="Calibri"/>
              </a:rPr>
              <a:t>Training </a:t>
            </a:r>
          </a:p>
          <a:p>
            <a:pPr algn="ctr" defTabSz="385745">
              <a:defRPr/>
            </a:pPr>
            <a:r>
              <a:rPr lang="en-US" sz="675">
                <a:solidFill>
                  <a:srgbClr val="222222"/>
                </a:solidFill>
                <a:latin typeface="Calibri"/>
              </a:rPr>
              <a:t>Academies </a:t>
            </a:r>
          </a:p>
        </p:txBody>
      </p:sp>
      <p:sp>
        <p:nvSpPr>
          <p:cNvPr id="11" name="Oval 10">
            <a:extLst>
              <a:ext uri="{FF2B5EF4-FFF2-40B4-BE49-F238E27FC236}">
                <a16:creationId xmlns:a16="http://schemas.microsoft.com/office/drawing/2014/main" id="{6334B826-5B40-436A-B4D3-98D750AD0775}"/>
              </a:ext>
            </a:extLst>
          </p:cNvPr>
          <p:cNvSpPr/>
          <p:nvPr/>
        </p:nvSpPr>
        <p:spPr>
          <a:xfrm>
            <a:off x="5789027" y="384068"/>
            <a:ext cx="879823" cy="879823"/>
          </a:xfrm>
          <a:prstGeom prst="ellipse">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0" tIns="283499" rIns="0" bIns="0" rtlCol="0" anchor="ctr"/>
          <a:lstStyle/>
          <a:p>
            <a:pPr algn="ctr" defTabSz="385745">
              <a:defRPr/>
            </a:pPr>
            <a:r>
              <a:rPr lang="en-US" sz="675">
                <a:solidFill>
                  <a:srgbClr val="222222"/>
                </a:solidFill>
                <a:latin typeface="Calibri"/>
              </a:rPr>
              <a:t>Best in class</a:t>
            </a:r>
          </a:p>
          <a:p>
            <a:pPr algn="ctr" defTabSz="385745">
              <a:defRPr/>
            </a:pPr>
            <a:r>
              <a:rPr lang="en-US" sz="675">
                <a:solidFill>
                  <a:srgbClr val="222222"/>
                </a:solidFill>
                <a:latin typeface="Calibri"/>
              </a:rPr>
              <a:t>consulting</a:t>
            </a:r>
          </a:p>
          <a:p>
            <a:pPr algn="ctr" defTabSz="385745">
              <a:defRPr/>
            </a:pPr>
            <a:r>
              <a:rPr lang="en-US" sz="675">
                <a:solidFill>
                  <a:srgbClr val="222222"/>
                </a:solidFill>
                <a:latin typeface="Calibri"/>
              </a:rPr>
              <a:t>team</a:t>
            </a:r>
          </a:p>
        </p:txBody>
      </p:sp>
      <p:sp>
        <p:nvSpPr>
          <p:cNvPr id="12" name="Oval 11">
            <a:extLst>
              <a:ext uri="{FF2B5EF4-FFF2-40B4-BE49-F238E27FC236}">
                <a16:creationId xmlns:a16="http://schemas.microsoft.com/office/drawing/2014/main" id="{A5AE3155-3761-4D2D-9D18-26855AE87C1A}"/>
              </a:ext>
            </a:extLst>
          </p:cNvPr>
          <p:cNvSpPr/>
          <p:nvPr/>
        </p:nvSpPr>
        <p:spPr>
          <a:xfrm>
            <a:off x="6911075" y="840725"/>
            <a:ext cx="879823" cy="879823"/>
          </a:xfrm>
          <a:prstGeom prst="ellipse">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0" tIns="283499" rIns="0" bIns="0" rtlCol="0" anchor="ctr"/>
          <a:lstStyle/>
          <a:p>
            <a:pPr algn="ctr" defTabSz="385745">
              <a:defRPr/>
            </a:pPr>
            <a:r>
              <a:rPr lang="en-US" sz="675">
                <a:solidFill>
                  <a:srgbClr val="222222"/>
                </a:solidFill>
                <a:latin typeface="Calibri"/>
              </a:rPr>
              <a:t> Certified</a:t>
            </a:r>
          </a:p>
          <a:p>
            <a:pPr algn="ctr" defTabSz="385745">
              <a:defRPr/>
            </a:pPr>
            <a:r>
              <a:rPr lang="en-US" sz="675">
                <a:solidFill>
                  <a:srgbClr val="222222"/>
                </a:solidFill>
                <a:latin typeface="Calibri"/>
              </a:rPr>
              <a:t>specialists</a:t>
            </a:r>
          </a:p>
        </p:txBody>
      </p:sp>
      <p:sp>
        <p:nvSpPr>
          <p:cNvPr id="13" name="Oval 12">
            <a:extLst>
              <a:ext uri="{FF2B5EF4-FFF2-40B4-BE49-F238E27FC236}">
                <a16:creationId xmlns:a16="http://schemas.microsoft.com/office/drawing/2014/main" id="{DC1AAD4D-223A-47DE-85BE-301312FB364E}"/>
              </a:ext>
            </a:extLst>
          </p:cNvPr>
          <p:cNvSpPr/>
          <p:nvPr/>
        </p:nvSpPr>
        <p:spPr>
          <a:xfrm>
            <a:off x="7501091" y="1845224"/>
            <a:ext cx="879823" cy="879823"/>
          </a:xfrm>
          <a:prstGeom prst="ellipse">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0" tIns="283499" rIns="0" bIns="0" rtlCol="0" anchor="ctr"/>
          <a:lstStyle/>
          <a:p>
            <a:pPr algn="ctr" defTabSz="385745">
              <a:defRPr/>
            </a:pPr>
            <a:r>
              <a:rPr lang="en-US" sz="675">
                <a:solidFill>
                  <a:srgbClr val="222222"/>
                </a:solidFill>
                <a:latin typeface="Calibri"/>
              </a:rPr>
              <a:t>Governance</a:t>
            </a:r>
          </a:p>
        </p:txBody>
      </p:sp>
      <p:sp>
        <p:nvSpPr>
          <p:cNvPr id="14" name="Oval 13">
            <a:extLst>
              <a:ext uri="{FF2B5EF4-FFF2-40B4-BE49-F238E27FC236}">
                <a16:creationId xmlns:a16="http://schemas.microsoft.com/office/drawing/2014/main" id="{F33469EA-BEA8-489D-92C6-A6D6830CC7E5}"/>
              </a:ext>
            </a:extLst>
          </p:cNvPr>
          <p:cNvSpPr/>
          <p:nvPr/>
        </p:nvSpPr>
        <p:spPr>
          <a:xfrm>
            <a:off x="4293931" y="2949437"/>
            <a:ext cx="879823" cy="879823"/>
          </a:xfrm>
          <a:prstGeom prst="ellipse">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0" tIns="283499" rIns="0" bIns="0" rtlCol="0" anchor="ctr"/>
          <a:lstStyle/>
          <a:p>
            <a:pPr algn="ctr" defTabSz="385745">
              <a:defRPr/>
            </a:pPr>
            <a:r>
              <a:rPr lang="en-US" sz="675">
                <a:solidFill>
                  <a:srgbClr val="222222"/>
                </a:solidFill>
                <a:latin typeface="Calibri"/>
              </a:rPr>
              <a:t>RPA</a:t>
            </a:r>
          </a:p>
          <a:p>
            <a:pPr algn="ctr" defTabSz="385745">
              <a:defRPr/>
            </a:pPr>
            <a:r>
              <a:rPr lang="en-US" sz="675">
                <a:solidFill>
                  <a:srgbClr val="222222"/>
                </a:solidFill>
                <a:latin typeface="Calibri"/>
              </a:rPr>
              <a:t>Expertise</a:t>
            </a:r>
          </a:p>
        </p:txBody>
      </p:sp>
      <p:sp>
        <p:nvSpPr>
          <p:cNvPr id="15" name="Oval 14">
            <a:extLst>
              <a:ext uri="{FF2B5EF4-FFF2-40B4-BE49-F238E27FC236}">
                <a16:creationId xmlns:a16="http://schemas.microsoft.com/office/drawing/2014/main" id="{F32050F3-61F4-4AA5-B03E-FBF578EC22A2}"/>
              </a:ext>
            </a:extLst>
          </p:cNvPr>
          <p:cNvSpPr/>
          <p:nvPr/>
        </p:nvSpPr>
        <p:spPr>
          <a:xfrm>
            <a:off x="4053475" y="1870671"/>
            <a:ext cx="879823" cy="879823"/>
          </a:xfrm>
          <a:prstGeom prst="ellipse">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0" tIns="283499" rIns="0" bIns="0" rtlCol="0" anchor="ctr"/>
          <a:lstStyle/>
          <a:p>
            <a:pPr algn="ctr" defTabSz="385745">
              <a:defRPr/>
            </a:pPr>
            <a:r>
              <a:rPr lang="en-US" sz="675">
                <a:solidFill>
                  <a:srgbClr val="222222"/>
                </a:solidFill>
                <a:latin typeface="Calibri"/>
              </a:rPr>
              <a:t>Global </a:t>
            </a:r>
          </a:p>
          <a:p>
            <a:pPr algn="ctr" defTabSz="385745">
              <a:defRPr/>
            </a:pPr>
            <a:r>
              <a:rPr lang="en-US" sz="675">
                <a:solidFill>
                  <a:srgbClr val="222222"/>
                </a:solidFill>
                <a:latin typeface="Calibri"/>
              </a:rPr>
              <a:t>Presence</a:t>
            </a:r>
          </a:p>
        </p:txBody>
      </p:sp>
      <p:sp>
        <p:nvSpPr>
          <p:cNvPr id="16" name="Oval 15">
            <a:extLst>
              <a:ext uri="{FF2B5EF4-FFF2-40B4-BE49-F238E27FC236}">
                <a16:creationId xmlns:a16="http://schemas.microsoft.com/office/drawing/2014/main" id="{5681422A-BCA0-4046-8125-7A64491D6DD1}"/>
              </a:ext>
            </a:extLst>
          </p:cNvPr>
          <p:cNvSpPr/>
          <p:nvPr/>
        </p:nvSpPr>
        <p:spPr>
          <a:xfrm>
            <a:off x="6492491" y="3621424"/>
            <a:ext cx="879823" cy="879823"/>
          </a:xfrm>
          <a:prstGeom prst="ellipse">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0" tIns="283499" rIns="0" bIns="0" rtlCol="0" anchor="ctr"/>
          <a:lstStyle/>
          <a:p>
            <a:pPr algn="ctr" defTabSz="385745">
              <a:defRPr/>
            </a:pPr>
            <a:r>
              <a:rPr lang="en-US" sz="675">
                <a:solidFill>
                  <a:srgbClr val="222222"/>
                </a:solidFill>
                <a:latin typeface="Calibri"/>
              </a:rPr>
              <a:t>Solutions</a:t>
            </a:r>
          </a:p>
          <a:p>
            <a:pPr algn="ctr" defTabSz="385745">
              <a:defRPr/>
            </a:pPr>
            <a:r>
              <a:rPr lang="en-US" sz="675">
                <a:solidFill>
                  <a:srgbClr val="222222"/>
                </a:solidFill>
                <a:latin typeface="Calibri"/>
              </a:rPr>
              <a:t>Support</a:t>
            </a:r>
          </a:p>
        </p:txBody>
      </p:sp>
      <p:sp>
        <p:nvSpPr>
          <p:cNvPr id="17" name="Oval 16">
            <a:extLst>
              <a:ext uri="{FF2B5EF4-FFF2-40B4-BE49-F238E27FC236}">
                <a16:creationId xmlns:a16="http://schemas.microsoft.com/office/drawing/2014/main" id="{FF1FD96A-CD5E-4117-B457-D6A9F3F8B5BA}"/>
              </a:ext>
            </a:extLst>
          </p:cNvPr>
          <p:cNvSpPr/>
          <p:nvPr/>
        </p:nvSpPr>
        <p:spPr>
          <a:xfrm>
            <a:off x="5177382" y="3621424"/>
            <a:ext cx="879823" cy="879823"/>
          </a:xfrm>
          <a:prstGeom prst="ellipse">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0" tIns="283499" rIns="0" bIns="0" rtlCol="0" anchor="ctr"/>
          <a:lstStyle/>
          <a:p>
            <a:pPr algn="ctr" defTabSz="385745">
              <a:defRPr/>
            </a:pPr>
            <a:r>
              <a:rPr lang="en-US" sz="675">
                <a:solidFill>
                  <a:srgbClr val="222222"/>
                </a:solidFill>
                <a:latin typeface="Calibri"/>
              </a:rPr>
              <a:t>Industry</a:t>
            </a:r>
          </a:p>
          <a:p>
            <a:pPr algn="ctr" defTabSz="385745">
              <a:defRPr/>
            </a:pPr>
            <a:r>
              <a:rPr lang="en-US" sz="675">
                <a:solidFill>
                  <a:srgbClr val="222222"/>
                </a:solidFill>
                <a:latin typeface="Calibri"/>
              </a:rPr>
              <a:t>Expertise</a:t>
            </a:r>
          </a:p>
        </p:txBody>
      </p:sp>
      <p:sp>
        <p:nvSpPr>
          <p:cNvPr id="18" name="Oval 17">
            <a:extLst>
              <a:ext uri="{FF2B5EF4-FFF2-40B4-BE49-F238E27FC236}">
                <a16:creationId xmlns:a16="http://schemas.microsoft.com/office/drawing/2014/main" id="{4D1FA475-6F2D-4EEA-880A-EA73B00B00FB}"/>
              </a:ext>
            </a:extLst>
          </p:cNvPr>
          <p:cNvSpPr/>
          <p:nvPr/>
        </p:nvSpPr>
        <p:spPr>
          <a:xfrm>
            <a:off x="4529621" y="765391"/>
            <a:ext cx="1030491" cy="1030491"/>
          </a:xfrm>
          <a:prstGeom prst="ellipse">
            <a:avLst/>
          </a:prstGeom>
          <a:noFill/>
          <a:ln w="9525">
            <a:solidFill>
              <a:schemeClr val="accent2"/>
            </a:solidFill>
            <a:prstDash val="sysDot"/>
          </a:ln>
          <a:effectLst/>
        </p:spPr>
        <p:style>
          <a:lnRef idx="1">
            <a:schemeClr val="accent1"/>
          </a:lnRef>
          <a:fillRef idx="3">
            <a:schemeClr val="accent1"/>
          </a:fillRef>
          <a:effectRef idx="2">
            <a:schemeClr val="accent1"/>
          </a:effectRef>
          <a:fontRef idx="minor">
            <a:schemeClr val="lt1"/>
          </a:fontRef>
        </p:style>
        <p:txBody>
          <a:bodyPr wrap="none" lIns="0" tIns="202500" rIns="0" bIns="0" rtlCol="0" anchor="ctr"/>
          <a:lstStyle/>
          <a:p>
            <a:pPr algn="ctr" defTabSz="385745">
              <a:defRPr/>
            </a:pPr>
            <a:endParaRPr lang="en-US" sz="675">
              <a:solidFill>
                <a:srgbClr val="464547"/>
              </a:solidFill>
              <a:latin typeface="Calibri"/>
            </a:endParaRPr>
          </a:p>
        </p:txBody>
      </p:sp>
      <p:sp>
        <p:nvSpPr>
          <p:cNvPr id="19" name="Oval 18">
            <a:extLst>
              <a:ext uri="{FF2B5EF4-FFF2-40B4-BE49-F238E27FC236}">
                <a16:creationId xmlns:a16="http://schemas.microsoft.com/office/drawing/2014/main" id="{587AF138-6623-48DD-A1F2-280C43F8B18A}"/>
              </a:ext>
            </a:extLst>
          </p:cNvPr>
          <p:cNvSpPr/>
          <p:nvPr/>
        </p:nvSpPr>
        <p:spPr>
          <a:xfrm>
            <a:off x="5713692" y="308733"/>
            <a:ext cx="1030491" cy="1030491"/>
          </a:xfrm>
          <a:prstGeom prst="ellipse">
            <a:avLst/>
          </a:prstGeom>
          <a:noFill/>
          <a:ln w="9525">
            <a:solidFill>
              <a:schemeClr val="accent2"/>
            </a:solidFill>
            <a:prstDash val="sysDot"/>
          </a:ln>
          <a:effectLst/>
        </p:spPr>
        <p:style>
          <a:lnRef idx="1">
            <a:schemeClr val="accent1"/>
          </a:lnRef>
          <a:fillRef idx="3">
            <a:schemeClr val="accent1"/>
          </a:fillRef>
          <a:effectRef idx="2">
            <a:schemeClr val="accent1"/>
          </a:effectRef>
          <a:fontRef idx="minor">
            <a:schemeClr val="lt1"/>
          </a:fontRef>
        </p:style>
        <p:txBody>
          <a:bodyPr wrap="none" lIns="0" tIns="202500" rIns="0" bIns="0" rtlCol="0" anchor="ctr"/>
          <a:lstStyle/>
          <a:p>
            <a:pPr algn="ctr" defTabSz="385745">
              <a:defRPr/>
            </a:pPr>
            <a:endParaRPr lang="en-US" sz="675">
              <a:solidFill>
                <a:srgbClr val="464547"/>
              </a:solidFill>
              <a:latin typeface="Calibri"/>
            </a:endParaRPr>
          </a:p>
        </p:txBody>
      </p:sp>
      <p:sp>
        <p:nvSpPr>
          <p:cNvPr id="20" name="Oval 19">
            <a:extLst>
              <a:ext uri="{FF2B5EF4-FFF2-40B4-BE49-F238E27FC236}">
                <a16:creationId xmlns:a16="http://schemas.microsoft.com/office/drawing/2014/main" id="{B1A9763D-1987-4D82-8A66-56D04A2ED02D}"/>
              </a:ext>
            </a:extLst>
          </p:cNvPr>
          <p:cNvSpPr/>
          <p:nvPr/>
        </p:nvSpPr>
        <p:spPr>
          <a:xfrm>
            <a:off x="6835739" y="765391"/>
            <a:ext cx="1030491" cy="1030491"/>
          </a:xfrm>
          <a:prstGeom prst="ellipse">
            <a:avLst/>
          </a:prstGeom>
          <a:noFill/>
          <a:ln w="9525">
            <a:solidFill>
              <a:schemeClr val="accent2"/>
            </a:solidFill>
            <a:prstDash val="sysDot"/>
          </a:ln>
          <a:effectLst/>
        </p:spPr>
        <p:style>
          <a:lnRef idx="1">
            <a:schemeClr val="accent1"/>
          </a:lnRef>
          <a:fillRef idx="3">
            <a:schemeClr val="accent1"/>
          </a:fillRef>
          <a:effectRef idx="2">
            <a:schemeClr val="accent1"/>
          </a:effectRef>
          <a:fontRef idx="minor">
            <a:schemeClr val="lt1"/>
          </a:fontRef>
        </p:style>
        <p:txBody>
          <a:bodyPr wrap="none" lIns="0" tIns="202500" rIns="0" bIns="0" rtlCol="0" anchor="ctr"/>
          <a:lstStyle/>
          <a:p>
            <a:pPr algn="ctr" defTabSz="385745">
              <a:defRPr/>
            </a:pPr>
            <a:endParaRPr lang="en-US" sz="675">
              <a:solidFill>
                <a:srgbClr val="464547"/>
              </a:solidFill>
              <a:latin typeface="Calibri"/>
            </a:endParaRPr>
          </a:p>
        </p:txBody>
      </p:sp>
      <p:sp>
        <p:nvSpPr>
          <p:cNvPr id="21" name="Oval 20">
            <a:extLst>
              <a:ext uri="{FF2B5EF4-FFF2-40B4-BE49-F238E27FC236}">
                <a16:creationId xmlns:a16="http://schemas.microsoft.com/office/drawing/2014/main" id="{09046528-5BCC-4A20-833A-6A437CC843F9}"/>
              </a:ext>
            </a:extLst>
          </p:cNvPr>
          <p:cNvSpPr/>
          <p:nvPr/>
        </p:nvSpPr>
        <p:spPr>
          <a:xfrm>
            <a:off x="7425757" y="1769889"/>
            <a:ext cx="1030491" cy="1030491"/>
          </a:xfrm>
          <a:prstGeom prst="ellipse">
            <a:avLst/>
          </a:prstGeom>
          <a:noFill/>
          <a:ln w="9525">
            <a:solidFill>
              <a:schemeClr val="accent2"/>
            </a:solidFill>
            <a:prstDash val="sysDot"/>
          </a:ln>
          <a:effectLst/>
        </p:spPr>
        <p:style>
          <a:lnRef idx="1">
            <a:schemeClr val="accent1"/>
          </a:lnRef>
          <a:fillRef idx="3">
            <a:schemeClr val="accent1"/>
          </a:fillRef>
          <a:effectRef idx="2">
            <a:schemeClr val="accent1"/>
          </a:effectRef>
          <a:fontRef idx="minor">
            <a:schemeClr val="lt1"/>
          </a:fontRef>
        </p:style>
        <p:txBody>
          <a:bodyPr wrap="none" lIns="0" tIns="202500" rIns="0" bIns="0" rtlCol="0" anchor="ctr"/>
          <a:lstStyle/>
          <a:p>
            <a:pPr algn="ctr" defTabSz="385745">
              <a:defRPr/>
            </a:pPr>
            <a:endParaRPr lang="en-US" sz="675">
              <a:solidFill>
                <a:srgbClr val="464547"/>
              </a:solidFill>
              <a:latin typeface="Calibri"/>
            </a:endParaRPr>
          </a:p>
        </p:txBody>
      </p:sp>
      <p:sp>
        <p:nvSpPr>
          <p:cNvPr id="22" name="Oval 21">
            <a:extLst>
              <a:ext uri="{FF2B5EF4-FFF2-40B4-BE49-F238E27FC236}">
                <a16:creationId xmlns:a16="http://schemas.microsoft.com/office/drawing/2014/main" id="{0A24D85B-DB3F-4BA6-8D02-BE3440E478D6}"/>
              </a:ext>
            </a:extLst>
          </p:cNvPr>
          <p:cNvSpPr/>
          <p:nvPr/>
        </p:nvSpPr>
        <p:spPr>
          <a:xfrm>
            <a:off x="4218596" y="2874103"/>
            <a:ext cx="1030491" cy="1030491"/>
          </a:xfrm>
          <a:prstGeom prst="ellipse">
            <a:avLst/>
          </a:prstGeom>
          <a:noFill/>
          <a:ln w="9525">
            <a:solidFill>
              <a:schemeClr val="accent2"/>
            </a:solidFill>
            <a:prstDash val="sysDot"/>
          </a:ln>
          <a:effectLst/>
        </p:spPr>
        <p:style>
          <a:lnRef idx="1">
            <a:schemeClr val="accent1"/>
          </a:lnRef>
          <a:fillRef idx="3">
            <a:schemeClr val="accent1"/>
          </a:fillRef>
          <a:effectRef idx="2">
            <a:schemeClr val="accent1"/>
          </a:effectRef>
          <a:fontRef idx="minor">
            <a:schemeClr val="lt1"/>
          </a:fontRef>
        </p:style>
        <p:txBody>
          <a:bodyPr wrap="none" lIns="0" tIns="202500" rIns="0" bIns="0" rtlCol="0" anchor="ctr"/>
          <a:lstStyle/>
          <a:p>
            <a:pPr algn="ctr" defTabSz="385745">
              <a:defRPr/>
            </a:pPr>
            <a:endParaRPr lang="en-US" sz="675">
              <a:solidFill>
                <a:srgbClr val="464547"/>
              </a:solidFill>
              <a:latin typeface="Calibri"/>
            </a:endParaRPr>
          </a:p>
        </p:txBody>
      </p:sp>
      <p:sp>
        <p:nvSpPr>
          <p:cNvPr id="23" name="Oval 22">
            <a:extLst>
              <a:ext uri="{FF2B5EF4-FFF2-40B4-BE49-F238E27FC236}">
                <a16:creationId xmlns:a16="http://schemas.microsoft.com/office/drawing/2014/main" id="{3C2E8200-C1EC-445C-A192-327D4F73045F}"/>
              </a:ext>
            </a:extLst>
          </p:cNvPr>
          <p:cNvSpPr/>
          <p:nvPr/>
        </p:nvSpPr>
        <p:spPr>
          <a:xfrm>
            <a:off x="3978141" y="1795336"/>
            <a:ext cx="1030491" cy="1030491"/>
          </a:xfrm>
          <a:prstGeom prst="ellipse">
            <a:avLst/>
          </a:prstGeom>
          <a:noFill/>
          <a:ln w="9525">
            <a:solidFill>
              <a:schemeClr val="accent2"/>
            </a:solidFill>
            <a:prstDash val="sysDot"/>
          </a:ln>
          <a:effectLst/>
        </p:spPr>
        <p:style>
          <a:lnRef idx="1">
            <a:schemeClr val="accent1"/>
          </a:lnRef>
          <a:fillRef idx="3">
            <a:schemeClr val="accent1"/>
          </a:fillRef>
          <a:effectRef idx="2">
            <a:schemeClr val="accent1"/>
          </a:effectRef>
          <a:fontRef idx="minor">
            <a:schemeClr val="lt1"/>
          </a:fontRef>
        </p:style>
        <p:txBody>
          <a:bodyPr wrap="none" lIns="0" tIns="202500" rIns="0" bIns="0" rtlCol="0" anchor="ctr"/>
          <a:lstStyle/>
          <a:p>
            <a:pPr algn="ctr" defTabSz="385745">
              <a:defRPr/>
            </a:pPr>
            <a:endParaRPr lang="en-US" sz="675">
              <a:solidFill>
                <a:srgbClr val="464547"/>
              </a:solidFill>
              <a:latin typeface="Calibri"/>
            </a:endParaRPr>
          </a:p>
        </p:txBody>
      </p:sp>
      <p:sp>
        <p:nvSpPr>
          <p:cNvPr id="24" name="Oval 23">
            <a:extLst>
              <a:ext uri="{FF2B5EF4-FFF2-40B4-BE49-F238E27FC236}">
                <a16:creationId xmlns:a16="http://schemas.microsoft.com/office/drawing/2014/main" id="{3B9EAD35-25FF-44A5-89E3-8D87E29007C7}"/>
              </a:ext>
            </a:extLst>
          </p:cNvPr>
          <p:cNvSpPr/>
          <p:nvPr/>
        </p:nvSpPr>
        <p:spPr>
          <a:xfrm>
            <a:off x="6417154" y="3546090"/>
            <a:ext cx="1030491" cy="1030491"/>
          </a:xfrm>
          <a:prstGeom prst="ellipse">
            <a:avLst/>
          </a:prstGeom>
          <a:noFill/>
          <a:ln w="9525">
            <a:solidFill>
              <a:schemeClr val="accent2"/>
            </a:solidFill>
            <a:prstDash val="sysDot"/>
          </a:ln>
          <a:effectLst/>
        </p:spPr>
        <p:style>
          <a:lnRef idx="1">
            <a:schemeClr val="accent1"/>
          </a:lnRef>
          <a:fillRef idx="3">
            <a:schemeClr val="accent1"/>
          </a:fillRef>
          <a:effectRef idx="2">
            <a:schemeClr val="accent1"/>
          </a:effectRef>
          <a:fontRef idx="minor">
            <a:schemeClr val="lt1"/>
          </a:fontRef>
        </p:style>
        <p:txBody>
          <a:bodyPr wrap="none" lIns="0" tIns="202500" rIns="0" bIns="0" rtlCol="0" anchor="ctr"/>
          <a:lstStyle/>
          <a:p>
            <a:pPr algn="ctr" defTabSz="385745">
              <a:defRPr/>
            </a:pPr>
            <a:endParaRPr lang="en-US" sz="675">
              <a:solidFill>
                <a:srgbClr val="464547"/>
              </a:solidFill>
              <a:latin typeface="Calibri"/>
            </a:endParaRPr>
          </a:p>
        </p:txBody>
      </p:sp>
      <p:sp>
        <p:nvSpPr>
          <p:cNvPr id="25" name="Oval 24">
            <a:extLst>
              <a:ext uri="{FF2B5EF4-FFF2-40B4-BE49-F238E27FC236}">
                <a16:creationId xmlns:a16="http://schemas.microsoft.com/office/drawing/2014/main" id="{B99D5316-AF20-46F2-9331-973DFC255CED}"/>
              </a:ext>
            </a:extLst>
          </p:cNvPr>
          <p:cNvSpPr/>
          <p:nvPr/>
        </p:nvSpPr>
        <p:spPr>
          <a:xfrm>
            <a:off x="5102047" y="3546090"/>
            <a:ext cx="1030491" cy="1030491"/>
          </a:xfrm>
          <a:prstGeom prst="ellipse">
            <a:avLst/>
          </a:prstGeom>
          <a:noFill/>
          <a:ln w="9525">
            <a:solidFill>
              <a:schemeClr val="accent2"/>
            </a:solidFill>
            <a:prstDash val="sysDot"/>
          </a:ln>
          <a:effectLst/>
        </p:spPr>
        <p:style>
          <a:lnRef idx="1">
            <a:schemeClr val="accent1"/>
          </a:lnRef>
          <a:fillRef idx="3">
            <a:schemeClr val="accent1"/>
          </a:fillRef>
          <a:effectRef idx="2">
            <a:schemeClr val="accent1"/>
          </a:effectRef>
          <a:fontRef idx="minor">
            <a:schemeClr val="lt1"/>
          </a:fontRef>
        </p:style>
        <p:txBody>
          <a:bodyPr wrap="none" lIns="0" tIns="202500" rIns="0" bIns="0" rtlCol="0" anchor="ctr"/>
          <a:lstStyle/>
          <a:p>
            <a:pPr algn="ctr" defTabSz="385745">
              <a:defRPr/>
            </a:pPr>
            <a:endParaRPr lang="en-US" sz="675">
              <a:solidFill>
                <a:srgbClr val="464547"/>
              </a:solidFill>
              <a:latin typeface="Calibri"/>
            </a:endParaRPr>
          </a:p>
        </p:txBody>
      </p:sp>
      <p:cxnSp>
        <p:nvCxnSpPr>
          <p:cNvPr id="26" name="Straight Connector 25">
            <a:extLst>
              <a:ext uri="{FF2B5EF4-FFF2-40B4-BE49-F238E27FC236}">
                <a16:creationId xmlns:a16="http://schemas.microsoft.com/office/drawing/2014/main" id="{3B05976C-1FE2-4028-8808-C9DAB7FC13D1}"/>
              </a:ext>
            </a:extLst>
          </p:cNvPr>
          <p:cNvCxnSpPr>
            <a:cxnSpLocks/>
          </p:cNvCxnSpPr>
          <p:nvPr/>
        </p:nvCxnSpPr>
        <p:spPr>
          <a:xfrm flipH="1">
            <a:off x="7039313" y="2429063"/>
            <a:ext cx="332001" cy="0"/>
          </a:xfrm>
          <a:prstGeom prst="line">
            <a:avLst/>
          </a:prstGeom>
          <a:noFill/>
          <a:ln w="9525">
            <a:solidFill>
              <a:schemeClr val="accent2"/>
            </a:solidFill>
            <a:prstDash val="sysDot"/>
          </a:ln>
          <a:effectLst/>
        </p:spPr>
        <p:style>
          <a:lnRef idx="1">
            <a:schemeClr val="accent1"/>
          </a:lnRef>
          <a:fillRef idx="3">
            <a:schemeClr val="accent1"/>
          </a:fillRef>
          <a:effectRef idx="2">
            <a:schemeClr val="accent1"/>
          </a:effectRef>
          <a:fontRef idx="minor">
            <a:schemeClr val="lt1"/>
          </a:fontRef>
        </p:style>
      </p:cxnSp>
      <p:cxnSp>
        <p:nvCxnSpPr>
          <p:cNvPr id="27" name="Straight Connector 26">
            <a:extLst>
              <a:ext uri="{FF2B5EF4-FFF2-40B4-BE49-F238E27FC236}">
                <a16:creationId xmlns:a16="http://schemas.microsoft.com/office/drawing/2014/main" id="{9F86BAE2-F95A-4E16-B6FC-7E85BBF7DEEC}"/>
              </a:ext>
            </a:extLst>
          </p:cNvPr>
          <p:cNvCxnSpPr/>
          <p:nvPr/>
        </p:nvCxnSpPr>
        <p:spPr>
          <a:xfrm flipH="1">
            <a:off x="5063376" y="2461214"/>
            <a:ext cx="332001" cy="0"/>
          </a:xfrm>
          <a:prstGeom prst="line">
            <a:avLst/>
          </a:prstGeom>
          <a:noFill/>
          <a:ln w="9525">
            <a:solidFill>
              <a:schemeClr val="accent2"/>
            </a:solidFill>
            <a:prstDash val="sysDot"/>
          </a:ln>
          <a:effectLst/>
        </p:spPr>
        <p:style>
          <a:lnRef idx="1">
            <a:schemeClr val="accent1"/>
          </a:lnRef>
          <a:fillRef idx="3">
            <a:schemeClr val="accent1"/>
          </a:fillRef>
          <a:effectRef idx="2">
            <a:schemeClr val="accent1"/>
          </a:effectRef>
          <a:fontRef idx="minor">
            <a:schemeClr val="lt1"/>
          </a:fontRef>
        </p:style>
      </p:cxnSp>
      <p:cxnSp>
        <p:nvCxnSpPr>
          <p:cNvPr id="28" name="Straight Connector 27">
            <a:extLst>
              <a:ext uri="{FF2B5EF4-FFF2-40B4-BE49-F238E27FC236}">
                <a16:creationId xmlns:a16="http://schemas.microsoft.com/office/drawing/2014/main" id="{30ECF66A-DD55-47CF-9038-0EDF3C8137A5}"/>
              </a:ext>
            </a:extLst>
          </p:cNvPr>
          <p:cNvCxnSpPr/>
          <p:nvPr/>
        </p:nvCxnSpPr>
        <p:spPr>
          <a:xfrm rot="5400000" flipH="1">
            <a:off x="6066328" y="1588602"/>
            <a:ext cx="332001" cy="0"/>
          </a:xfrm>
          <a:prstGeom prst="line">
            <a:avLst/>
          </a:prstGeom>
          <a:noFill/>
          <a:ln w="9525">
            <a:solidFill>
              <a:schemeClr val="accent2"/>
            </a:solidFill>
            <a:prstDash val="sysDot"/>
          </a:ln>
          <a:effectLst/>
        </p:spPr>
        <p:style>
          <a:lnRef idx="1">
            <a:schemeClr val="accent1"/>
          </a:lnRef>
          <a:fillRef idx="3">
            <a:schemeClr val="accent1"/>
          </a:fillRef>
          <a:effectRef idx="2">
            <a:schemeClr val="accent1"/>
          </a:effectRef>
          <a:fontRef idx="minor">
            <a:schemeClr val="lt1"/>
          </a:fontRef>
        </p:style>
      </p:cxnSp>
      <p:cxnSp>
        <p:nvCxnSpPr>
          <p:cNvPr id="29" name="Straight Connector 28">
            <a:extLst>
              <a:ext uri="{FF2B5EF4-FFF2-40B4-BE49-F238E27FC236}">
                <a16:creationId xmlns:a16="http://schemas.microsoft.com/office/drawing/2014/main" id="{A6F8B862-7CBE-4E84-B762-8EBCDE2EAF4D}"/>
              </a:ext>
            </a:extLst>
          </p:cNvPr>
          <p:cNvCxnSpPr>
            <a:cxnSpLocks/>
          </p:cNvCxnSpPr>
          <p:nvPr/>
        </p:nvCxnSpPr>
        <p:spPr>
          <a:xfrm flipV="1">
            <a:off x="5800850" y="3260172"/>
            <a:ext cx="137430" cy="254403"/>
          </a:xfrm>
          <a:prstGeom prst="line">
            <a:avLst/>
          </a:prstGeom>
          <a:noFill/>
          <a:ln w="9525">
            <a:solidFill>
              <a:schemeClr val="accent2"/>
            </a:solidFill>
            <a:prstDash val="sysDot"/>
          </a:ln>
          <a:effectLst/>
        </p:spPr>
        <p:style>
          <a:lnRef idx="1">
            <a:schemeClr val="accent1"/>
          </a:lnRef>
          <a:fillRef idx="3">
            <a:schemeClr val="accent1"/>
          </a:fillRef>
          <a:effectRef idx="2">
            <a:schemeClr val="accent1"/>
          </a:effectRef>
          <a:fontRef idx="minor">
            <a:schemeClr val="lt1"/>
          </a:fontRef>
        </p:style>
      </p:cxnSp>
      <p:cxnSp>
        <p:nvCxnSpPr>
          <p:cNvPr id="30" name="Straight Connector 29">
            <a:extLst>
              <a:ext uri="{FF2B5EF4-FFF2-40B4-BE49-F238E27FC236}">
                <a16:creationId xmlns:a16="http://schemas.microsoft.com/office/drawing/2014/main" id="{2AFA96AF-5D6F-47D0-8A6C-86D997B4C9FA}"/>
              </a:ext>
            </a:extLst>
          </p:cNvPr>
          <p:cNvCxnSpPr>
            <a:cxnSpLocks/>
          </p:cNvCxnSpPr>
          <p:nvPr/>
        </p:nvCxnSpPr>
        <p:spPr>
          <a:xfrm flipH="1" flipV="1">
            <a:off x="6954231" y="2991548"/>
            <a:ext cx="251082" cy="162054"/>
          </a:xfrm>
          <a:prstGeom prst="line">
            <a:avLst/>
          </a:prstGeom>
          <a:noFill/>
          <a:ln w="9525">
            <a:solidFill>
              <a:schemeClr val="accent2"/>
            </a:solidFill>
            <a:prstDash val="sysDot"/>
          </a:ln>
          <a:effectLst/>
        </p:spPr>
        <p:style>
          <a:lnRef idx="1">
            <a:schemeClr val="accent1"/>
          </a:lnRef>
          <a:fillRef idx="3">
            <a:schemeClr val="accent1"/>
          </a:fillRef>
          <a:effectRef idx="2">
            <a:schemeClr val="accent1"/>
          </a:effectRef>
          <a:fontRef idx="minor">
            <a:schemeClr val="lt1"/>
          </a:fontRef>
        </p:style>
      </p:cxnSp>
      <p:cxnSp>
        <p:nvCxnSpPr>
          <p:cNvPr id="31" name="Straight Connector 30">
            <a:extLst>
              <a:ext uri="{FF2B5EF4-FFF2-40B4-BE49-F238E27FC236}">
                <a16:creationId xmlns:a16="http://schemas.microsoft.com/office/drawing/2014/main" id="{DD603E4C-77B3-4120-ACB0-FE625EE3F15B}"/>
              </a:ext>
            </a:extLst>
          </p:cNvPr>
          <p:cNvCxnSpPr>
            <a:cxnSpLocks/>
          </p:cNvCxnSpPr>
          <p:nvPr/>
        </p:nvCxnSpPr>
        <p:spPr>
          <a:xfrm flipV="1">
            <a:off x="5287474" y="2962778"/>
            <a:ext cx="213887" cy="134363"/>
          </a:xfrm>
          <a:prstGeom prst="line">
            <a:avLst/>
          </a:prstGeom>
          <a:noFill/>
          <a:ln w="9525">
            <a:solidFill>
              <a:schemeClr val="accent2"/>
            </a:solidFill>
            <a:prstDash val="sysDot"/>
          </a:ln>
          <a:effectLst/>
        </p:spPr>
        <p:style>
          <a:lnRef idx="1">
            <a:schemeClr val="accent1"/>
          </a:lnRef>
          <a:fillRef idx="3">
            <a:schemeClr val="accent1"/>
          </a:fillRef>
          <a:effectRef idx="2">
            <a:schemeClr val="accent1"/>
          </a:effectRef>
          <a:fontRef idx="minor">
            <a:schemeClr val="lt1"/>
          </a:fontRef>
        </p:style>
      </p:cxnSp>
      <p:cxnSp>
        <p:nvCxnSpPr>
          <p:cNvPr id="32" name="Straight Connector 31">
            <a:extLst>
              <a:ext uri="{FF2B5EF4-FFF2-40B4-BE49-F238E27FC236}">
                <a16:creationId xmlns:a16="http://schemas.microsoft.com/office/drawing/2014/main" id="{28B0EC01-26C3-4C65-BCC1-9C799B9B034A}"/>
              </a:ext>
            </a:extLst>
          </p:cNvPr>
          <p:cNvCxnSpPr>
            <a:cxnSpLocks/>
          </p:cNvCxnSpPr>
          <p:nvPr/>
        </p:nvCxnSpPr>
        <p:spPr>
          <a:xfrm flipH="1">
            <a:off x="6744173" y="1754603"/>
            <a:ext cx="187307" cy="215201"/>
          </a:xfrm>
          <a:prstGeom prst="line">
            <a:avLst/>
          </a:prstGeom>
          <a:noFill/>
          <a:ln w="9525">
            <a:solidFill>
              <a:schemeClr val="accent2"/>
            </a:solidFill>
            <a:prstDash val="sysDot"/>
          </a:ln>
          <a:effectLst/>
        </p:spPr>
        <p:style>
          <a:lnRef idx="1">
            <a:schemeClr val="accent1"/>
          </a:lnRef>
          <a:fillRef idx="3">
            <a:schemeClr val="accent1"/>
          </a:fillRef>
          <a:effectRef idx="2">
            <a:schemeClr val="accent1"/>
          </a:effectRef>
          <a:fontRef idx="minor">
            <a:schemeClr val="lt1"/>
          </a:fontRef>
        </p:style>
      </p:cxnSp>
      <p:cxnSp>
        <p:nvCxnSpPr>
          <p:cNvPr id="33" name="Straight Connector 32">
            <a:extLst>
              <a:ext uri="{FF2B5EF4-FFF2-40B4-BE49-F238E27FC236}">
                <a16:creationId xmlns:a16="http://schemas.microsoft.com/office/drawing/2014/main" id="{2A9EEF4B-364B-4E20-A375-8BAA5733E266}"/>
              </a:ext>
            </a:extLst>
          </p:cNvPr>
          <p:cNvCxnSpPr>
            <a:cxnSpLocks/>
          </p:cNvCxnSpPr>
          <p:nvPr/>
        </p:nvCxnSpPr>
        <p:spPr>
          <a:xfrm>
            <a:off x="5493791" y="1701753"/>
            <a:ext cx="206657" cy="214028"/>
          </a:xfrm>
          <a:prstGeom prst="line">
            <a:avLst/>
          </a:prstGeom>
          <a:noFill/>
          <a:ln w="9525">
            <a:solidFill>
              <a:schemeClr val="accent2"/>
            </a:solidFill>
            <a:prstDash val="sysDot"/>
          </a:ln>
          <a:effectLst/>
        </p:spPr>
        <p:style>
          <a:lnRef idx="1">
            <a:schemeClr val="accent1"/>
          </a:lnRef>
          <a:fillRef idx="3">
            <a:schemeClr val="accent1"/>
          </a:fillRef>
          <a:effectRef idx="2">
            <a:schemeClr val="accent1"/>
          </a:effectRef>
          <a:fontRef idx="minor">
            <a:schemeClr val="lt1"/>
          </a:fontRef>
        </p:style>
      </p:cxnSp>
      <p:pic>
        <p:nvPicPr>
          <p:cNvPr id="42" name="Picture 41">
            <a:extLst>
              <a:ext uri="{FF2B5EF4-FFF2-40B4-BE49-F238E27FC236}">
                <a16:creationId xmlns:a16="http://schemas.microsoft.com/office/drawing/2014/main" id="{E6F2C1E0-65D7-41CB-AB15-C12B240C25BA}"/>
              </a:ext>
            </a:extLst>
          </p:cNvPr>
          <p:cNvPicPr>
            <a:picLocks noChangeAspect="1"/>
          </p:cNvPicPr>
          <p:nvPr/>
        </p:nvPicPr>
        <p:blipFill>
          <a:blip r:embed="rId4" cstate="print">
            <a:extLst>
              <a:ext uri="{28A0092B-C50C-407E-A947-70E740481C1C}">
                <a14:useLocalDpi xmlns:a14="http://schemas.microsoft.com/office/drawing/2010/main" val="0"/>
              </a:ext>
            </a:extLst>
          </a:blip>
          <a:stretch>
            <a:fillRect/>
          </a:stretch>
        </p:blipFill>
        <p:spPr>
          <a:xfrm>
            <a:off x="7137440" y="984737"/>
            <a:ext cx="425250" cy="323058"/>
          </a:xfrm>
          <a:prstGeom prst="rect">
            <a:avLst/>
          </a:prstGeom>
        </p:spPr>
      </p:pic>
      <p:pic>
        <p:nvPicPr>
          <p:cNvPr id="44" name="Picture 43">
            <a:extLst>
              <a:ext uri="{FF2B5EF4-FFF2-40B4-BE49-F238E27FC236}">
                <a16:creationId xmlns:a16="http://schemas.microsoft.com/office/drawing/2014/main" id="{672D4859-537C-4A6E-BE2A-366A014C439C}"/>
              </a:ext>
            </a:extLst>
          </p:cNvPr>
          <p:cNvPicPr>
            <a:picLocks noChangeAspect="1"/>
          </p:cNvPicPr>
          <p:nvPr/>
        </p:nvPicPr>
        <p:blipFill>
          <a:blip r:embed="rId5" cstate="print">
            <a:extLst>
              <a:ext uri="{28A0092B-C50C-407E-A947-70E740481C1C}">
                <a14:useLocalDpi xmlns:a14="http://schemas.microsoft.com/office/drawing/2010/main" val="0"/>
              </a:ext>
            </a:extLst>
          </a:blip>
          <a:stretch>
            <a:fillRect/>
          </a:stretch>
        </p:blipFill>
        <p:spPr>
          <a:xfrm>
            <a:off x="4359108" y="1960313"/>
            <a:ext cx="268557" cy="349703"/>
          </a:xfrm>
          <a:prstGeom prst="rect">
            <a:avLst/>
          </a:prstGeom>
        </p:spPr>
      </p:pic>
      <p:pic>
        <p:nvPicPr>
          <p:cNvPr id="45" name="Picture 44">
            <a:extLst>
              <a:ext uri="{FF2B5EF4-FFF2-40B4-BE49-F238E27FC236}">
                <a16:creationId xmlns:a16="http://schemas.microsoft.com/office/drawing/2014/main" id="{E76D1428-19D2-4DAF-A2CC-5C1F3A2F0170}"/>
              </a:ext>
            </a:extLst>
          </p:cNvPr>
          <p:cNvPicPr>
            <a:picLocks noChangeAspect="1"/>
          </p:cNvPicPr>
          <p:nvPr/>
        </p:nvPicPr>
        <p:blipFill>
          <a:blip r:embed="rId6" cstate="print">
            <a:extLst>
              <a:ext uri="{28A0092B-C50C-407E-A947-70E740481C1C}">
                <a14:useLocalDpi xmlns:a14="http://schemas.microsoft.com/office/drawing/2010/main" val="0"/>
              </a:ext>
            </a:extLst>
          </a:blip>
          <a:stretch>
            <a:fillRect/>
          </a:stretch>
        </p:blipFill>
        <p:spPr>
          <a:xfrm>
            <a:off x="4810547" y="884757"/>
            <a:ext cx="468636" cy="456138"/>
          </a:xfrm>
          <a:prstGeom prst="rect">
            <a:avLst/>
          </a:prstGeom>
        </p:spPr>
      </p:pic>
      <p:pic>
        <p:nvPicPr>
          <p:cNvPr id="46" name="Picture 45">
            <a:extLst>
              <a:ext uri="{FF2B5EF4-FFF2-40B4-BE49-F238E27FC236}">
                <a16:creationId xmlns:a16="http://schemas.microsoft.com/office/drawing/2014/main" id="{DB5E5E2B-139A-42AB-8E6E-F49EBFE9CC2D}"/>
              </a:ext>
            </a:extLst>
          </p:cNvPr>
          <p:cNvPicPr>
            <a:picLocks noChangeAspect="1"/>
          </p:cNvPicPr>
          <p:nvPr/>
        </p:nvPicPr>
        <p:blipFill>
          <a:blip r:embed="rId7" cstate="print">
            <a:extLst>
              <a:ext uri="{28A0092B-C50C-407E-A947-70E740481C1C}">
                <a14:useLocalDpi xmlns:a14="http://schemas.microsoft.com/office/drawing/2010/main" val="0"/>
              </a:ext>
            </a:extLst>
          </a:blip>
          <a:stretch>
            <a:fillRect/>
          </a:stretch>
        </p:blipFill>
        <p:spPr>
          <a:xfrm>
            <a:off x="4543493" y="3037958"/>
            <a:ext cx="363885" cy="354182"/>
          </a:xfrm>
          <a:prstGeom prst="rect">
            <a:avLst/>
          </a:prstGeom>
        </p:spPr>
      </p:pic>
      <p:pic>
        <p:nvPicPr>
          <p:cNvPr id="48" name="Picture 47">
            <a:extLst>
              <a:ext uri="{FF2B5EF4-FFF2-40B4-BE49-F238E27FC236}">
                <a16:creationId xmlns:a16="http://schemas.microsoft.com/office/drawing/2014/main" id="{73422DBC-D24C-4012-86C6-A6F4250188E7}"/>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346627" y="3690086"/>
            <a:ext cx="541328" cy="410360"/>
          </a:xfrm>
          <a:prstGeom prst="rect">
            <a:avLst/>
          </a:prstGeom>
        </p:spPr>
      </p:pic>
      <p:pic>
        <p:nvPicPr>
          <p:cNvPr id="49" name="Picture 48">
            <a:extLst>
              <a:ext uri="{FF2B5EF4-FFF2-40B4-BE49-F238E27FC236}">
                <a16:creationId xmlns:a16="http://schemas.microsoft.com/office/drawing/2014/main" id="{AA4D5E3F-5AB3-4812-AEE7-B8CADD579F59}"/>
              </a:ext>
            </a:extLst>
          </p:cNvPr>
          <p:cNvPicPr>
            <a:picLocks noChangeAspect="1"/>
          </p:cNvPicPr>
          <p:nvPr/>
        </p:nvPicPr>
        <p:blipFill>
          <a:blip r:embed="rId9" cstate="print">
            <a:extLst>
              <a:ext uri="{28A0092B-C50C-407E-A947-70E740481C1C}">
                <a14:useLocalDpi xmlns:a14="http://schemas.microsoft.com/office/drawing/2010/main" val="0"/>
              </a:ext>
            </a:extLst>
          </a:blip>
          <a:stretch>
            <a:fillRect/>
          </a:stretch>
        </p:blipFill>
        <p:spPr>
          <a:xfrm>
            <a:off x="6726695" y="3722947"/>
            <a:ext cx="409568" cy="310478"/>
          </a:xfrm>
          <a:prstGeom prst="rect">
            <a:avLst/>
          </a:prstGeom>
        </p:spPr>
      </p:pic>
      <p:pic>
        <p:nvPicPr>
          <p:cNvPr id="50" name="Picture 49">
            <a:extLst>
              <a:ext uri="{FF2B5EF4-FFF2-40B4-BE49-F238E27FC236}">
                <a16:creationId xmlns:a16="http://schemas.microsoft.com/office/drawing/2014/main" id="{EAC79E20-29DD-47C5-B9E2-AE8955BCF4D4}"/>
              </a:ext>
            </a:extLst>
          </p:cNvPr>
          <p:cNvPicPr>
            <a:picLocks noChangeAspect="1"/>
          </p:cNvPicPr>
          <p:nvPr/>
        </p:nvPicPr>
        <p:blipFill>
          <a:blip r:embed="rId10" cstate="print">
            <a:extLst>
              <a:ext uri="{28A0092B-C50C-407E-A947-70E740481C1C}">
                <a14:useLocalDpi xmlns:a14="http://schemas.microsoft.com/office/drawing/2010/main" val="0"/>
              </a:ext>
            </a:extLst>
          </a:blip>
          <a:stretch>
            <a:fillRect/>
          </a:stretch>
        </p:blipFill>
        <p:spPr>
          <a:xfrm>
            <a:off x="6056004" y="431243"/>
            <a:ext cx="345864" cy="336641"/>
          </a:xfrm>
          <a:prstGeom prst="rect">
            <a:avLst/>
          </a:prstGeom>
        </p:spPr>
      </p:pic>
      <p:sp>
        <p:nvSpPr>
          <p:cNvPr id="38" name="Oval 37">
            <a:extLst>
              <a:ext uri="{FF2B5EF4-FFF2-40B4-BE49-F238E27FC236}">
                <a16:creationId xmlns:a16="http://schemas.microsoft.com/office/drawing/2014/main" id="{41FA5BA1-0B50-4310-AA90-73755154405E}"/>
              </a:ext>
            </a:extLst>
          </p:cNvPr>
          <p:cNvSpPr/>
          <p:nvPr/>
        </p:nvSpPr>
        <p:spPr>
          <a:xfrm>
            <a:off x="7371314" y="2949437"/>
            <a:ext cx="879823" cy="879823"/>
          </a:xfrm>
          <a:prstGeom prst="ellipse">
            <a:avLst/>
          </a:prstGeom>
          <a:solidFill>
            <a:schemeClr val="bg1">
              <a:lumMod val="95000"/>
            </a:schemeClr>
          </a:solidFill>
          <a:ln>
            <a:noFill/>
          </a:ln>
          <a:effectLst/>
        </p:spPr>
        <p:style>
          <a:lnRef idx="1">
            <a:schemeClr val="accent1"/>
          </a:lnRef>
          <a:fillRef idx="3">
            <a:schemeClr val="accent1"/>
          </a:fillRef>
          <a:effectRef idx="2">
            <a:schemeClr val="accent1"/>
          </a:effectRef>
          <a:fontRef idx="minor">
            <a:schemeClr val="lt1"/>
          </a:fontRef>
        </p:style>
        <p:txBody>
          <a:bodyPr wrap="none" lIns="0" tIns="283499" rIns="0" bIns="0" rtlCol="0" anchor="ctr"/>
          <a:lstStyle/>
          <a:p>
            <a:pPr algn="ctr" defTabSz="385745">
              <a:defRPr/>
            </a:pPr>
            <a:r>
              <a:rPr lang="en-US" sz="675">
                <a:solidFill>
                  <a:srgbClr val="222222"/>
                </a:solidFill>
                <a:latin typeface="Calibri"/>
              </a:rPr>
              <a:t>Accelerators</a:t>
            </a:r>
          </a:p>
        </p:txBody>
      </p:sp>
      <p:sp>
        <p:nvSpPr>
          <p:cNvPr id="39" name="Oval 38">
            <a:extLst>
              <a:ext uri="{FF2B5EF4-FFF2-40B4-BE49-F238E27FC236}">
                <a16:creationId xmlns:a16="http://schemas.microsoft.com/office/drawing/2014/main" id="{1D92A56B-2A6C-401D-AB76-30F435AE99DD}"/>
              </a:ext>
            </a:extLst>
          </p:cNvPr>
          <p:cNvSpPr/>
          <p:nvPr/>
        </p:nvSpPr>
        <p:spPr>
          <a:xfrm>
            <a:off x="7295977" y="2874103"/>
            <a:ext cx="1030491" cy="1030491"/>
          </a:xfrm>
          <a:prstGeom prst="ellipse">
            <a:avLst/>
          </a:prstGeom>
          <a:noFill/>
          <a:ln w="9525">
            <a:solidFill>
              <a:schemeClr val="accent2"/>
            </a:solidFill>
            <a:prstDash val="sysDot"/>
          </a:ln>
          <a:effectLst/>
        </p:spPr>
        <p:style>
          <a:lnRef idx="1">
            <a:schemeClr val="accent1"/>
          </a:lnRef>
          <a:fillRef idx="3">
            <a:schemeClr val="accent1"/>
          </a:fillRef>
          <a:effectRef idx="2">
            <a:schemeClr val="accent1"/>
          </a:effectRef>
          <a:fontRef idx="minor">
            <a:schemeClr val="lt1"/>
          </a:fontRef>
        </p:style>
        <p:txBody>
          <a:bodyPr wrap="none" lIns="0" tIns="202500" rIns="0" bIns="0" rtlCol="0" anchor="ctr"/>
          <a:lstStyle/>
          <a:p>
            <a:pPr algn="ctr" defTabSz="385745">
              <a:defRPr/>
            </a:pPr>
            <a:endParaRPr lang="en-US" sz="675">
              <a:solidFill>
                <a:srgbClr val="464547"/>
              </a:solidFill>
              <a:latin typeface="Calibri"/>
            </a:endParaRPr>
          </a:p>
        </p:txBody>
      </p:sp>
      <p:pic>
        <p:nvPicPr>
          <p:cNvPr id="40" name="Picture 39">
            <a:extLst>
              <a:ext uri="{FF2B5EF4-FFF2-40B4-BE49-F238E27FC236}">
                <a16:creationId xmlns:a16="http://schemas.microsoft.com/office/drawing/2014/main" id="{5D0F87DD-DEC7-4ED7-8A30-4CD7DD4CE956}"/>
              </a:ext>
            </a:extLst>
          </p:cNvPr>
          <p:cNvPicPr>
            <a:picLocks noChangeAspect="1"/>
          </p:cNvPicPr>
          <p:nvPr/>
        </p:nvPicPr>
        <p:blipFill>
          <a:blip r:embed="rId11" cstate="print">
            <a:extLst>
              <a:ext uri="{28A0092B-C50C-407E-A947-70E740481C1C}">
                <a14:useLocalDpi xmlns:a14="http://schemas.microsoft.com/office/drawing/2010/main" val="0"/>
              </a:ext>
            </a:extLst>
          </a:blip>
          <a:stretch>
            <a:fillRect/>
          </a:stretch>
        </p:blipFill>
        <p:spPr>
          <a:xfrm>
            <a:off x="7585283" y="2998799"/>
            <a:ext cx="451878" cy="413537"/>
          </a:xfrm>
          <a:prstGeom prst="rect">
            <a:avLst/>
          </a:prstGeom>
        </p:spPr>
      </p:pic>
      <p:sp>
        <p:nvSpPr>
          <p:cNvPr id="51" name="TextBox 50">
            <a:extLst>
              <a:ext uri="{FF2B5EF4-FFF2-40B4-BE49-F238E27FC236}">
                <a16:creationId xmlns:a16="http://schemas.microsoft.com/office/drawing/2014/main" id="{4EA42110-DB1A-41A6-B456-8BE744FC599A}"/>
              </a:ext>
            </a:extLst>
          </p:cNvPr>
          <p:cNvSpPr txBox="1"/>
          <p:nvPr/>
        </p:nvSpPr>
        <p:spPr>
          <a:xfrm>
            <a:off x="360070" y="817371"/>
            <a:ext cx="2909690" cy="276999"/>
          </a:xfrm>
          <a:prstGeom prst="rect">
            <a:avLst/>
          </a:prstGeom>
          <a:solidFill>
            <a:schemeClr val="bg1">
              <a:lumMod val="95000"/>
            </a:schemeClr>
          </a:solidFill>
          <a:effectLst>
            <a:outerShdw dist="12700" dir="16200000" rotWithShape="0">
              <a:schemeClr val="accent2"/>
            </a:outerShdw>
          </a:effectLst>
        </p:spPr>
        <p:txBody>
          <a:bodyPr wrap="square" lIns="0" tIns="91440" rIns="0" bIns="0" rtlCol="0" anchor="t" anchorCtr="0">
            <a:spAutoFit/>
          </a:bodyPr>
          <a:lstStyle>
            <a:defPPr>
              <a:defRPr lang="en-US"/>
            </a:defPPr>
            <a:lvl1pPr>
              <a:defRPr sz="1200" b="1" cap="all" spc="75">
                <a:solidFill>
                  <a:schemeClr val="accent2"/>
                </a:solidFill>
                <a:cs typeface="Trebuchet MS"/>
              </a:defRPr>
            </a:lvl1pPr>
          </a:lstStyle>
          <a:p>
            <a:pPr defTabSz="685783">
              <a:defRPr/>
            </a:pPr>
            <a:r>
              <a:rPr lang="en-US">
                <a:solidFill>
                  <a:srgbClr val="39C2D7"/>
                </a:solidFill>
                <a:latin typeface="Calibri"/>
                <a:cs typeface="Calibri" panose="020F0502020204030204" pitchFamily="34" charset="0"/>
              </a:rPr>
              <a:t>Key facts</a:t>
            </a:r>
          </a:p>
        </p:txBody>
      </p:sp>
      <p:grpSp>
        <p:nvGrpSpPr>
          <p:cNvPr id="43" name="Group 42">
            <a:extLst>
              <a:ext uri="{FF2B5EF4-FFF2-40B4-BE49-F238E27FC236}">
                <a16:creationId xmlns:a16="http://schemas.microsoft.com/office/drawing/2014/main" id="{D01F2BBE-3544-46AB-A85B-D6EDF8008648}"/>
              </a:ext>
            </a:extLst>
          </p:cNvPr>
          <p:cNvGrpSpPr/>
          <p:nvPr/>
        </p:nvGrpSpPr>
        <p:grpSpPr>
          <a:xfrm>
            <a:off x="256704" y="1128121"/>
            <a:ext cx="2928554" cy="1447086"/>
            <a:chOff x="342271" y="1609263"/>
            <a:chExt cx="3904739" cy="1929448"/>
          </a:xfrm>
        </p:grpSpPr>
        <p:grpSp>
          <p:nvGrpSpPr>
            <p:cNvPr id="34" name="Group 33">
              <a:extLst>
                <a:ext uri="{FF2B5EF4-FFF2-40B4-BE49-F238E27FC236}">
                  <a16:creationId xmlns:a16="http://schemas.microsoft.com/office/drawing/2014/main" id="{67EB1C48-451F-4EFF-914D-DFF6A47D1268}"/>
                </a:ext>
              </a:extLst>
            </p:cNvPr>
            <p:cNvGrpSpPr/>
            <p:nvPr/>
          </p:nvGrpSpPr>
          <p:grpSpPr>
            <a:xfrm>
              <a:off x="342271" y="1609263"/>
              <a:ext cx="2058555" cy="970808"/>
              <a:chOff x="28838" y="1894011"/>
              <a:chExt cx="2058555" cy="970808"/>
            </a:xfrm>
          </p:grpSpPr>
          <p:sp>
            <p:nvSpPr>
              <p:cNvPr id="52" name="TextBox 51">
                <a:extLst>
                  <a:ext uri="{FF2B5EF4-FFF2-40B4-BE49-F238E27FC236}">
                    <a16:creationId xmlns:a16="http://schemas.microsoft.com/office/drawing/2014/main" id="{C6429F54-10BB-46BD-8863-746735AB29CC}"/>
                  </a:ext>
                </a:extLst>
              </p:cNvPr>
              <p:cNvSpPr txBox="1"/>
              <p:nvPr/>
            </p:nvSpPr>
            <p:spPr>
              <a:xfrm>
                <a:off x="265635" y="1894011"/>
                <a:ext cx="1584960" cy="410369"/>
              </a:xfrm>
              <a:prstGeom prst="rect">
                <a:avLst/>
              </a:prstGeom>
              <a:noFill/>
            </p:spPr>
            <p:txBody>
              <a:bodyPr wrap="square" tIns="0" bIns="0" rtlCol="0">
                <a:spAutoFit/>
              </a:bodyPr>
              <a:lstStyle/>
              <a:p>
                <a:pPr algn="ctr" defTabSz="342848">
                  <a:defRPr/>
                </a:pPr>
                <a:r>
                  <a:rPr lang="en-US" sz="2000" b="1" kern="800" spc="100">
                    <a:solidFill>
                      <a:srgbClr val="39C2D7"/>
                    </a:solidFill>
                    <a:cs typeface="Calibri Light"/>
                  </a:rPr>
                  <a:t>10+</a:t>
                </a:r>
              </a:p>
            </p:txBody>
          </p:sp>
          <p:sp>
            <p:nvSpPr>
              <p:cNvPr id="53" name="TextBox 52">
                <a:extLst>
                  <a:ext uri="{FF2B5EF4-FFF2-40B4-BE49-F238E27FC236}">
                    <a16:creationId xmlns:a16="http://schemas.microsoft.com/office/drawing/2014/main" id="{7CC474A0-2421-43CC-9553-4ED12812C9A9}"/>
                  </a:ext>
                </a:extLst>
              </p:cNvPr>
              <p:cNvSpPr txBox="1"/>
              <p:nvPr/>
            </p:nvSpPr>
            <p:spPr>
              <a:xfrm>
                <a:off x="28838" y="2331340"/>
                <a:ext cx="2058555" cy="533479"/>
              </a:xfrm>
              <a:prstGeom prst="rect">
                <a:avLst/>
              </a:prstGeom>
              <a:noFill/>
            </p:spPr>
            <p:txBody>
              <a:bodyPr wrap="square" rtlCol="0">
                <a:spAutoFit/>
              </a:bodyPr>
              <a:lstStyle/>
              <a:p>
                <a:pPr algn="ctr" defTabSz="342848">
                  <a:defRPr/>
                </a:pPr>
                <a:r>
                  <a:rPr lang="en-US" sz="1000" kern="800" spc="100">
                    <a:solidFill>
                      <a:srgbClr val="222222"/>
                    </a:solidFill>
                    <a:cs typeface="Arial Black"/>
                  </a:rPr>
                  <a:t>Years of BPM Delivery experience </a:t>
                </a:r>
              </a:p>
            </p:txBody>
          </p:sp>
        </p:grpSp>
        <p:grpSp>
          <p:nvGrpSpPr>
            <p:cNvPr id="8" name="Group 7">
              <a:extLst>
                <a:ext uri="{FF2B5EF4-FFF2-40B4-BE49-F238E27FC236}">
                  <a16:creationId xmlns:a16="http://schemas.microsoft.com/office/drawing/2014/main" id="{385AB34F-A282-4C71-AD68-4E9F3F7B13D2}"/>
                </a:ext>
              </a:extLst>
            </p:cNvPr>
            <p:cNvGrpSpPr/>
            <p:nvPr/>
          </p:nvGrpSpPr>
          <p:grpSpPr>
            <a:xfrm>
              <a:off x="2268446" y="1609263"/>
              <a:ext cx="1978564" cy="960551"/>
              <a:chOff x="1955013" y="1871586"/>
              <a:chExt cx="1978564" cy="960551"/>
            </a:xfrm>
          </p:grpSpPr>
          <p:sp>
            <p:nvSpPr>
              <p:cNvPr id="54" name="TextBox 53">
                <a:extLst>
                  <a:ext uri="{FF2B5EF4-FFF2-40B4-BE49-F238E27FC236}">
                    <a16:creationId xmlns:a16="http://schemas.microsoft.com/office/drawing/2014/main" id="{6417CEB4-9693-4370-9293-CCC90B2E6CBC}"/>
                  </a:ext>
                </a:extLst>
              </p:cNvPr>
              <p:cNvSpPr txBox="1"/>
              <p:nvPr/>
            </p:nvSpPr>
            <p:spPr>
              <a:xfrm>
                <a:off x="1955013" y="2298657"/>
                <a:ext cx="1978564" cy="533480"/>
              </a:xfrm>
              <a:prstGeom prst="rect">
                <a:avLst/>
              </a:prstGeom>
              <a:noFill/>
            </p:spPr>
            <p:txBody>
              <a:bodyPr wrap="square" rtlCol="0">
                <a:spAutoFit/>
              </a:bodyPr>
              <a:lstStyle>
                <a:defPPr>
                  <a:defRPr lang="en-US"/>
                </a:defPPr>
                <a:lvl1pPr algn="ctr" defTabSz="342857">
                  <a:defRPr sz="1050" kern="800" spc="100">
                    <a:solidFill>
                      <a:srgbClr val="464547"/>
                    </a:solidFill>
                    <a:cs typeface="Arial Black"/>
                  </a:defRPr>
                </a:lvl1pPr>
              </a:lstStyle>
              <a:p>
                <a:pPr defTabSz="342848">
                  <a:defRPr/>
                </a:pPr>
                <a:r>
                  <a:rPr lang="en-US" sz="1000">
                    <a:solidFill>
                      <a:srgbClr val="222222"/>
                    </a:solidFill>
                  </a:rPr>
                  <a:t>Strategic alliance established </a:t>
                </a:r>
                <a:endParaRPr lang="en-US" sz="1000">
                  <a:solidFill>
                    <a:srgbClr val="222222"/>
                  </a:solidFill>
                  <a:latin typeface="Calibri"/>
                </a:endParaRPr>
              </a:p>
            </p:txBody>
          </p:sp>
          <p:sp>
            <p:nvSpPr>
              <p:cNvPr id="55" name="TextBox 54">
                <a:extLst>
                  <a:ext uri="{FF2B5EF4-FFF2-40B4-BE49-F238E27FC236}">
                    <a16:creationId xmlns:a16="http://schemas.microsoft.com/office/drawing/2014/main" id="{74A3B17C-58DA-4843-A23D-926CF1C22CE8}"/>
                  </a:ext>
                </a:extLst>
              </p:cNvPr>
              <p:cNvSpPr txBox="1"/>
              <p:nvPr/>
            </p:nvSpPr>
            <p:spPr>
              <a:xfrm>
                <a:off x="2151816" y="1871586"/>
                <a:ext cx="1584960" cy="410369"/>
              </a:xfrm>
              <a:prstGeom prst="rect">
                <a:avLst/>
              </a:prstGeom>
              <a:noFill/>
            </p:spPr>
            <p:txBody>
              <a:bodyPr wrap="square" tIns="0" bIns="0" rtlCol="0">
                <a:spAutoFit/>
              </a:bodyPr>
              <a:lstStyle/>
              <a:p>
                <a:pPr algn="ctr" defTabSz="342848">
                  <a:defRPr/>
                </a:pPr>
                <a:r>
                  <a:rPr lang="en-US" sz="2000" b="1" kern="800" spc="100">
                    <a:solidFill>
                      <a:srgbClr val="39C2D7"/>
                    </a:solidFill>
                    <a:latin typeface="Calibri"/>
                    <a:cs typeface="Calibri Light"/>
                  </a:rPr>
                  <a:t>2017</a:t>
                </a:r>
              </a:p>
            </p:txBody>
          </p:sp>
        </p:grpSp>
        <p:grpSp>
          <p:nvGrpSpPr>
            <p:cNvPr id="35" name="Group 34">
              <a:extLst>
                <a:ext uri="{FF2B5EF4-FFF2-40B4-BE49-F238E27FC236}">
                  <a16:creationId xmlns:a16="http://schemas.microsoft.com/office/drawing/2014/main" id="{C265DF6D-5D2B-45DD-9A2C-BF99E0B7FE14}"/>
                </a:ext>
              </a:extLst>
            </p:cNvPr>
            <p:cNvGrpSpPr/>
            <p:nvPr/>
          </p:nvGrpSpPr>
          <p:grpSpPr>
            <a:xfrm>
              <a:off x="2465248" y="2578160"/>
              <a:ext cx="1584960" cy="960551"/>
              <a:chOff x="3224427" y="2984419"/>
              <a:chExt cx="1584960" cy="960551"/>
            </a:xfrm>
          </p:grpSpPr>
          <p:sp>
            <p:nvSpPr>
              <p:cNvPr id="56" name="Rectangle 55">
                <a:extLst>
                  <a:ext uri="{FF2B5EF4-FFF2-40B4-BE49-F238E27FC236}">
                    <a16:creationId xmlns:a16="http://schemas.microsoft.com/office/drawing/2014/main" id="{93C8785D-2991-4EF9-95CA-C6102486EC5B}"/>
                  </a:ext>
                </a:extLst>
              </p:cNvPr>
              <p:cNvSpPr/>
              <p:nvPr/>
            </p:nvSpPr>
            <p:spPr>
              <a:xfrm>
                <a:off x="3224427" y="3411490"/>
                <a:ext cx="1584960" cy="533480"/>
              </a:xfrm>
              <a:prstGeom prst="rect">
                <a:avLst/>
              </a:prstGeom>
            </p:spPr>
            <p:txBody>
              <a:bodyPr wrap="square">
                <a:spAutoFit/>
              </a:bodyPr>
              <a:lstStyle/>
              <a:p>
                <a:pPr algn="ctr" defTabSz="342848">
                  <a:defRPr/>
                </a:pPr>
                <a:r>
                  <a:rPr lang="en-US" sz="1000" kern="800" spc="100">
                    <a:solidFill>
                      <a:srgbClr val="222222"/>
                    </a:solidFill>
                    <a:latin typeface="Calibri"/>
                    <a:cs typeface="Arial Black"/>
                  </a:rPr>
                  <a:t>Global Services Locations</a:t>
                </a:r>
              </a:p>
            </p:txBody>
          </p:sp>
          <p:sp>
            <p:nvSpPr>
              <p:cNvPr id="57" name="TextBox 56">
                <a:extLst>
                  <a:ext uri="{FF2B5EF4-FFF2-40B4-BE49-F238E27FC236}">
                    <a16:creationId xmlns:a16="http://schemas.microsoft.com/office/drawing/2014/main" id="{284F3018-7412-4B64-97DB-0D0701E5C8CD}"/>
                  </a:ext>
                </a:extLst>
              </p:cNvPr>
              <p:cNvSpPr txBox="1"/>
              <p:nvPr/>
            </p:nvSpPr>
            <p:spPr>
              <a:xfrm>
                <a:off x="3224427" y="2984419"/>
                <a:ext cx="1584960" cy="410369"/>
              </a:xfrm>
              <a:prstGeom prst="rect">
                <a:avLst/>
              </a:prstGeom>
              <a:noFill/>
            </p:spPr>
            <p:txBody>
              <a:bodyPr wrap="square" tIns="0" bIns="0" rtlCol="0">
                <a:spAutoFit/>
              </a:bodyPr>
              <a:lstStyle/>
              <a:p>
                <a:pPr algn="ctr" defTabSz="342848">
                  <a:defRPr/>
                </a:pPr>
                <a:r>
                  <a:rPr lang="en-US" sz="2000" b="1" kern="800" spc="100">
                    <a:solidFill>
                      <a:srgbClr val="39C2D7"/>
                    </a:solidFill>
                    <a:latin typeface="Calibri"/>
                    <a:cs typeface="Calibri Light"/>
                  </a:rPr>
                  <a:t>5+</a:t>
                </a:r>
              </a:p>
            </p:txBody>
          </p:sp>
        </p:grpSp>
        <p:grpSp>
          <p:nvGrpSpPr>
            <p:cNvPr id="36" name="Group 35">
              <a:extLst>
                <a:ext uri="{FF2B5EF4-FFF2-40B4-BE49-F238E27FC236}">
                  <a16:creationId xmlns:a16="http://schemas.microsoft.com/office/drawing/2014/main" id="{CF93E48C-B3E9-4F51-AAC9-213076C652C4}"/>
                </a:ext>
              </a:extLst>
            </p:cNvPr>
            <p:cNvGrpSpPr/>
            <p:nvPr/>
          </p:nvGrpSpPr>
          <p:grpSpPr>
            <a:xfrm>
              <a:off x="515461" y="2578160"/>
              <a:ext cx="1689377" cy="960551"/>
              <a:chOff x="5097313" y="2601266"/>
              <a:chExt cx="1689377" cy="960551"/>
            </a:xfrm>
          </p:grpSpPr>
          <p:sp>
            <p:nvSpPr>
              <p:cNvPr id="60" name="Rectangle 59">
                <a:extLst>
                  <a:ext uri="{FF2B5EF4-FFF2-40B4-BE49-F238E27FC236}">
                    <a16:creationId xmlns:a16="http://schemas.microsoft.com/office/drawing/2014/main" id="{8D9AC012-CA6C-47F6-A019-2C4585D4BA51}"/>
                  </a:ext>
                </a:extLst>
              </p:cNvPr>
              <p:cNvSpPr/>
              <p:nvPr/>
            </p:nvSpPr>
            <p:spPr>
              <a:xfrm>
                <a:off x="5097313" y="3028337"/>
                <a:ext cx="1689377" cy="533480"/>
              </a:xfrm>
              <a:prstGeom prst="rect">
                <a:avLst/>
              </a:prstGeom>
            </p:spPr>
            <p:txBody>
              <a:bodyPr wrap="square">
                <a:spAutoFit/>
              </a:bodyPr>
              <a:lstStyle/>
              <a:p>
                <a:pPr algn="ctr" defTabSz="342848">
                  <a:defRPr/>
                </a:pPr>
                <a:r>
                  <a:rPr lang="en-US" sz="1000" kern="800" spc="100">
                    <a:solidFill>
                      <a:srgbClr val="222222"/>
                    </a:solidFill>
                    <a:cs typeface="Arial Black"/>
                  </a:rPr>
                  <a:t>Global Certified Consultants</a:t>
                </a:r>
              </a:p>
            </p:txBody>
          </p:sp>
          <p:sp>
            <p:nvSpPr>
              <p:cNvPr id="61" name="TextBox 60">
                <a:extLst>
                  <a:ext uri="{FF2B5EF4-FFF2-40B4-BE49-F238E27FC236}">
                    <a16:creationId xmlns:a16="http://schemas.microsoft.com/office/drawing/2014/main" id="{D2F7A5FB-7092-4DF2-BB9E-4EF333F31473}"/>
                  </a:ext>
                </a:extLst>
              </p:cNvPr>
              <p:cNvSpPr txBox="1"/>
              <p:nvPr/>
            </p:nvSpPr>
            <p:spPr>
              <a:xfrm>
                <a:off x="5160920" y="2601266"/>
                <a:ext cx="1584960" cy="410369"/>
              </a:xfrm>
              <a:prstGeom prst="rect">
                <a:avLst/>
              </a:prstGeom>
              <a:noFill/>
            </p:spPr>
            <p:txBody>
              <a:bodyPr wrap="square" tIns="0" bIns="0" rtlCol="0">
                <a:spAutoFit/>
              </a:bodyPr>
              <a:lstStyle/>
              <a:p>
                <a:pPr algn="ctr" defTabSz="342848">
                  <a:defRPr/>
                </a:pPr>
                <a:r>
                  <a:rPr lang="en-US" sz="2000" b="1" kern="800" spc="100">
                    <a:solidFill>
                      <a:srgbClr val="39C2D7"/>
                    </a:solidFill>
                    <a:latin typeface="Calibri"/>
                    <a:cs typeface="Calibri Light"/>
                  </a:rPr>
                  <a:t>50+</a:t>
                </a:r>
              </a:p>
            </p:txBody>
          </p:sp>
        </p:grpSp>
      </p:grpSp>
      <p:cxnSp>
        <p:nvCxnSpPr>
          <p:cNvPr id="63" name="Straight Connector 62">
            <a:extLst>
              <a:ext uri="{FF2B5EF4-FFF2-40B4-BE49-F238E27FC236}">
                <a16:creationId xmlns:a16="http://schemas.microsoft.com/office/drawing/2014/main" id="{1374F8FA-E899-414A-94E4-17AB4694DCF9}"/>
              </a:ext>
            </a:extLst>
          </p:cNvPr>
          <p:cNvCxnSpPr>
            <a:cxnSpLocks/>
          </p:cNvCxnSpPr>
          <p:nvPr/>
        </p:nvCxnSpPr>
        <p:spPr>
          <a:xfrm flipH="1" flipV="1">
            <a:off x="6627339" y="3260172"/>
            <a:ext cx="137430" cy="254403"/>
          </a:xfrm>
          <a:prstGeom prst="line">
            <a:avLst/>
          </a:prstGeom>
          <a:noFill/>
          <a:ln w="9525">
            <a:solidFill>
              <a:schemeClr val="accent2"/>
            </a:solidFill>
            <a:prstDash val="sysDot"/>
          </a:ln>
          <a:effectLst/>
        </p:spPr>
        <p:style>
          <a:lnRef idx="1">
            <a:schemeClr val="accent1"/>
          </a:lnRef>
          <a:fillRef idx="3">
            <a:schemeClr val="accent1"/>
          </a:fillRef>
          <a:effectRef idx="2">
            <a:schemeClr val="accent1"/>
          </a:effectRef>
          <a:fontRef idx="minor">
            <a:schemeClr val="lt1"/>
          </a:fontRef>
        </p:style>
      </p:cxnSp>
      <p:pic>
        <p:nvPicPr>
          <p:cNvPr id="3" name="Picture 2" descr="A picture containing clock&#10;&#10;Description automatically generated">
            <a:extLst>
              <a:ext uri="{FF2B5EF4-FFF2-40B4-BE49-F238E27FC236}">
                <a16:creationId xmlns:a16="http://schemas.microsoft.com/office/drawing/2014/main" id="{85FDF2F1-596A-4A15-A3E3-9A236A782F74}"/>
              </a:ext>
            </a:extLst>
          </p:cNvPr>
          <p:cNvPicPr>
            <a:picLocks noChangeAspect="1"/>
          </p:cNvPicPr>
          <p:nvPr/>
        </p:nvPicPr>
        <p:blipFill>
          <a:blip r:embed="rId12" cstate="print">
            <a:extLst>
              <a:ext uri="{28A0092B-C50C-407E-A947-70E740481C1C}">
                <a14:useLocalDpi xmlns:a14="http://schemas.microsoft.com/office/drawing/2010/main" val="0"/>
              </a:ext>
            </a:extLst>
          </a:blip>
          <a:stretch>
            <a:fillRect/>
          </a:stretch>
        </p:blipFill>
        <p:spPr>
          <a:xfrm>
            <a:off x="7757866" y="2008682"/>
            <a:ext cx="366272" cy="342122"/>
          </a:xfrm>
          <a:prstGeom prst="rect">
            <a:avLst/>
          </a:prstGeom>
        </p:spPr>
      </p:pic>
    </p:spTree>
    <p:extLst>
      <p:ext uri="{BB962C8B-B14F-4D97-AF65-F5344CB8AC3E}">
        <p14:creationId xmlns:p14="http://schemas.microsoft.com/office/powerpoint/2010/main" val="3633057232"/>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6" name="Table 25">
            <a:extLst>
              <a:ext uri="{FF2B5EF4-FFF2-40B4-BE49-F238E27FC236}">
                <a16:creationId xmlns:a16="http://schemas.microsoft.com/office/drawing/2014/main" id="{2FE760DF-BC55-413D-BAA6-15675B615FDA}"/>
              </a:ext>
            </a:extLst>
          </p:cNvPr>
          <p:cNvGraphicFramePr>
            <a:graphicFrameLocks noGrp="1"/>
          </p:cNvGraphicFramePr>
          <p:nvPr/>
        </p:nvGraphicFramePr>
        <p:xfrm>
          <a:off x="358774" y="597110"/>
          <a:ext cx="8426450" cy="4255221"/>
        </p:xfrm>
        <a:graphic>
          <a:graphicData uri="http://schemas.openxmlformats.org/drawingml/2006/table">
            <a:tbl>
              <a:tblPr firstRow="1" bandRow="1">
                <a:tableStyleId>{72833802-FEF1-4C79-8D5D-14CF1EAF98D9}</a:tableStyleId>
              </a:tblPr>
              <a:tblGrid>
                <a:gridCol w="849274">
                  <a:extLst>
                    <a:ext uri="{9D8B030D-6E8A-4147-A177-3AD203B41FA5}">
                      <a16:colId xmlns:a16="http://schemas.microsoft.com/office/drawing/2014/main" val="1906833362"/>
                    </a:ext>
                  </a:extLst>
                </a:gridCol>
                <a:gridCol w="2390616">
                  <a:extLst>
                    <a:ext uri="{9D8B030D-6E8A-4147-A177-3AD203B41FA5}">
                      <a16:colId xmlns:a16="http://schemas.microsoft.com/office/drawing/2014/main" val="1525510865"/>
                    </a:ext>
                  </a:extLst>
                </a:gridCol>
                <a:gridCol w="829814">
                  <a:extLst>
                    <a:ext uri="{9D8B030D-6E8A-4147-A177-3AD203B41FA5}">
                      <a16:colId xmlns:a16="http://schemas.microsoft.com/office/drawing/2014/main" val="2105079903"/>
                    </a:ext>
                  </a:extLst>
                </a:gridCol>
                <a:gridCol w="4356746">
                  <a:extLst>
                    <a:ext uri="{9D8B030D-6E8A-4147-A177-3AD203B41FA5}">
                      <a16:colId xmlns:a16="http://schemas.microsoft.com/office/drawing/2014/main" val="572103738"/>
                    </a:ext>
                  </a:extLst>
                </a:gridCol>
              </a:tblGrid>
              <a:tr h="334813">
                <a:tc>
                  <a:txBody>
                    <a:bodyPr/>
                    <a:lstStyle/>
                    <a:p>
                      <a:pPr algn="ctr"/>
                      <a:r>
                        <a:rPr lang="en-US" sz="800" spc="100" baseline="0"/>
                        <a:t>COMPANY</a:t>
                      </a:r>
                      <a:endParaRPr lang="en-US" sz="800" b="0" i="0" spc="100" baseline="0">
                        <a:solidFill>
                          <a:schemeClr val="bg1"/>
                        </a:solidFill>
                        <a:latin typeface="+mn-lt"/>
                        <a:cs typeface="Trebuchet MS"/>
                      </a:endParaRPr>
                    </a:p>
                  </a:txBody>
                  <a:tcPr marL="51435" marR="51435" marT="25718" marB="25718" anchor="ctr">
                    <a:lnL w="9525" cap="flat" cmpd="sng" algn="ctr">
                      <a:noFill/>
                      <a:prstDash val="solid"/>
                      <a:round/>
                      <a:headEnd type="none" w="med" len="med"/>
                      <a:tailEnd type="none" w="med" len="med"/>
                    </a:lnL>
                    <a:lnT w="9525" cap="flat" cmpd="sng" algn="ctr">
                      <a:solidFill>
                        <a:schemeClr val="tx2">
                          <a:lumMod val="40000"/>
                          <a:lumOff val="60000"/>
                        </a:schemeClr>
                      </a:solidFill>
                      <a:prstDash val="solid"/>
                      <a:round/>
                      <a:headEnd type="none" w="med" len="med"/>
                      <a:tailEnd type="none" w="med" len="med"/>
                    </a:lnT>
                    <a:lnB w="9525" cap="flat" cmpd="sng" algn="ctr">
                      <a:solidFill>
                        <a:schemeClr val="tx2">
                          <a:lumMod val="40000"/>
                          <a:lumOff val="60000"/>
                        </a:schemeClr>
                      </a:solidFill>
                      <a:prstDash val="solid"/>
                      <a:round/>
                      <a:headEnd type="none" w="med" len="med"/>
                      <a:tailEnd type="none" w="med" len="med"/>
                    </a:lnB>
                    <a:solidFill>
                      <a:srgbClr val="26385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800" spc="100" baseline="0"/>
                        <a:t>PROJECT DESCRIPTIONS</a:t>
                      </a:r>
                      <a:endParaRPr lang="en-US" sz="800" b="0" i="0" spc="100" baseline="0">
                        <a:solidFill>
                          <a:schemeClr val="bg1"/>
                        </a:solidFill>
                        <a:latin typeface="+mn-lt"/>
                        <a:cs typeface="Trebuchet MS"/>
                      </a:endParaRPr>
                    </a:p>
                  </a:txBody>
                  <a:tcPr marL="51435" marR="51435" marT="25718" marB="25718" anchor="ctr">
                    <a:lnT w="9525" cap="flat" cmpd="sng" algn="ctr">
                      <a:solidFill>
                        <a:schemeClr val="tx2">
                          <a:lumMod val="40000"/>
                          <a:lumOff val="60000"/>
                        </a:schemeClr>
                      </a:solidFill>
                      <a:prstDash val="solid"/>
                      <a:round/>
                      <a:headEnd type="none" w="med" len="med"/>
                      <a:tailEnd type="none" w="med" len="med"/>
                    </a:lnT>
                    <a:lnB w="9525" cap="flat" cmpd="sng" algn="ctr">
                      <a:solidFill>
                        <a:schemeClr val="tx2">
                          <a:lumMod val="40000"/>
                          <a:lumOff val="60000"/>
                        </a:schemeClr>
                      </a:solidFill>
                      <a:prstDash val="solid"/>
                      <a:round/>
                      <a:headEnd type="none" w="med" len="med"/>
                      <a:tailEnd type="none" w="med" len="med"/>
                    </a:lnB>
                    <a:solidFill>
                      <a:srgbClr val="26385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b="1" i="0" u="none" strike="noStrike" kern="1200" cap="none" spc="100" normalizeH="0" baseline="0" noProof="0">
                          <a:ln>
                            <a:noFill/>
                          </a:ln>
                          <a:solidFill>
                            <a:schemeClr val="bg1"/>
                          </a:solidFill>
                          <a:effectLst/>
                          <a:uLnTx/>
                          <a:uFillTx/>
                          <a:latin typeface="+mn-lt"/>
                          <a:ea typeface="+mn-ea"/>
                          <a:cs typeface="Trebuchet MS"/>
                        </a:rPr>
                        <a:t>SOLUTION</a:t>
                      </a:r>
                    </a:p>
                  </a:txBody>
                  <a:tcPr marL="34290" marR="34290" marT="34290" marB="34290" anchor="ctr">
                    <a:lnT w="9525" cap="flat" cmpd="sng" algn="ctr">
                      <a:solidFill>
                        <a:schemeClr val="tx2">
                          <a:lumMod val="40000"/>
                          <a:lumOff val="60000"/>
                        </a:schemeClr>
                      </a:solidFill>
                      <a:prstDash val="solid"/>
                      <a:round/>
                      <a:headEnd type="none" w="med" len="med"/>
                      <a:tailEnd type="none" w="med" len="med"/>
                    </a:lnT>
                    <a:lnB w="9525" cap="flat" cmpd="sng" algn="ctr">
                      <a:solidFill>
                        <a:schemeClr val="tx2">
                          <a:lumMod val="40000"/>
                          <a:lumOff val="60000"/>
                        </a:schemeClr>
                      </a:solidFill>
                      <a:prstDash val="solid"/>
                      <a:round/>
                      <a:headEnd type="none" w="med" len="med"/>
                      <a:tailEnd type="none" w="med" len="med"/>
                    </a:lnB>
                    <a:solidFill>
                      <a:srgbClr val="263852"/>
                    </a:solidFill>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kumimoji="0" lang="en-US" sz="800" u="none" strike="noStrike" kern="1200" cap="none" spc="100" normalizeH="0" baseline="0" noProof="0">
                          <a:ln>
                            <a:noFill/>
                          </a:ln>
                          <a:effectLst/>
                          <a:uLnTx/>
                          <a:uFillTx/>
                        </a:rPr>
                        <a:t>RESULTS</a:t>
                      </a:r>
                      <a:endParaRPr kumimoji="0" lang="en-US" sz="800" b="0" i="0" u="none" strike="noStrike" kern="1200" cap="none" spc="100" normalizeH="0" baseline="0" noProof="0">
                        <a:ln>
                          <a:noFill/>
                        </a:ln>
                        <a:solidFill>
                          <a:schemeClr val="bg1"/>
                        </a:solidFill>
                        <a:effectLst/>
                        <a:uLnTx/>
                        <a:uFillTx/>
                        <a:latin typeface="+mn-lt"/>
                        <a:ea typeface="+mn-ea"/>
                        <a:cs typeface="Trebuchet MS"/>
                      </a:endParaRPr>
                    </a:p>
                  </a:txBody>
                  <a:tcPr marL="51435" marR="51435" marT="25718" marB="25718" anchor="ctr">
                    <a:lnR w="9525" cap="flat" cmpd="sng" algn="ctr">
                      <a:noFill/>
                      <a:prstDash val="solid"/>
                      <a:round/>
                      <a:headEnd type="none" w="med" len="med"/>
                      <a:tailEnd type="none" w="med" len="med"/>
                    </a:lnR>
                    <a:lnT w="9525" cap="flat" cmpd="sng" algn="ctr">
                      <a:solidFill>
                        <a:schemeClr val="tx2">
                          <a:lumMod val="40000"/>
                          <a:lumOff val="60000"/>
                        </a:schemeClr>
                      </a:solidFill>
                      <a:prstDash val="solid"/>
                      <a:round/>
                      <a:headEnd type="none" w="med" len="med"/>
                      <a:tailEnd type="none" w="med" len="med"/>
                    </a:lnT>
                    <a:lnB w="9525" cap="flat" cmpd="sng" algn="ctr">
                      <a:solidFill>
                        <a:schemeClr val="tx2">
                          <a:lumMod val="40000"/>
                          <a:lumOff val="60000"/>
                        </a:schemeClr>
                      </a:solidFill>
                      <a:prstDash val="solid"/>
                      <a:round/>
                      <a:headEnd type="none" w="med" len="med"/>
                      <a:tailEnd type="none" w="med" len="med"/>
                    </a:lnB>
                    <a:solidFill>
                      <a:srgbClr val="263852"/>
                    </a:solidFill>
                  </a:tcPr>
                </a:tc>
                <a:extLst>
                  <a:ext uri="{0D108BD9-81ED-4DB2-BD59-A6C34878D82A}">
                    <a16:rowId xmlns:a16="http://schemas.microsoft.com/office/drawing/2014/main" val="10000"/>
                  </a:ext>
                </a:extLst>
              </a:tr>
              <a:tr h="694078">
                <a:tc>
                  <a:txBody>
                    <a:bodyPr/>
                    <a:lstStyle/>
                    <a:p>
                      <a:pPr algn="ctr"/>
                      <a:endParaRPr lang="en-US" sz="1050"/>
                    </a:p>
                  </a:txBody>
                  <a:tcPr marL="51435" marR="51435" marT="25718" marB="25718" anchor="ctr" anchorCtr="1">
                    <a:lnL w="9525" cap="flat" cmpd="sng" algn="ctr">
                      <a:noFill/>
                      <a:prstDash val="solid"/>
                      <a:round/>
                      <a:headEnd type="none" w="med" len="med"/>
                      <a:tailEnd type="none" w="med" len="med"/>
                    </a:lnL>
                    <a:lnT w="9525" cap="flat" cmpd="sng" algn="ctr">
                      <a:solidFill>
                        <a:schemeClr val="tx2">
                          <a:lumMod val="40000"/>
                          <a:lumOff val="60000"/>
                        </a:schemeClr>
                      </a:solidFill>
                      <a:prstDash val="solid"/>
                      <a:round/>
                      <a:headEnd type="none" w="med" len="med"/>
                      <a:tailEnd type="none" w="med" len="med"/>
                    </a:lnT>
                    <a:lnB w="12700" cap="flat" cmpd="sng" algn="ctr">
                      <a:solidFill>
                        <a:schemeClr val="bg2"/>
                      </a:solidFill>
                      <a:prstDash val="sysDot"/>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800" kern="1200">
                          <a:solidFill>
                            <a:schemeClr val="tx1"/>
                          </a:solidFill>
                          <a:latin typeface="+mn-lt"/>
                          <a:ea typeface="+mn-ea"/>
                          <a:cs typeface="+mn-cs"/>
                        </a:rPr>
                        <a:t>Case management solution migrating Order Delays and Delivery Blocks processes from RPA to BPM platform </a:t>
                      </a:r>
                    </a:p>
                  </a:txBody>
                  <a:tcPr marL="137160" marR="137160" marT="34290" marB="34290" anchor="ctr">
                    <a:lnT w="9525" cap="flat" cmpd="sng" algn="ctr">
                      <a:solidFill>
                        <a:schemeClr val="tx2">
                          <a:lumMod val="40000"/>
                          <a:lumOff val="60000"/>
                        </a:schemeClr>
                      </a:solidFill>
                      <a:prstDash val="solid"/>
                      <a:round/>
                      <a:headEnd type="none" w="med" len="med"/>
                      <a:tailEnd type="none" w="med" len="med"/>
                    </a:lnT>
                    <a:lnB w="12700" cap="flat" cmpd="sng" algn="ctr">
                      <a:solidFill>
                        <a:schemeClr val="bg2"/>
                      </a:solidFill>
                      <a:prstDash val="sysDot"/>
                      <a:round/>
                      <a:headEnd type="none" w="med" len="med"/>
                      <a:tailEnd type="none" w="med" len="med"/>
                    </a:lnB>
                  </a:tcPr>
                </a:tc>
                <a:tc>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endParaRPr lang="en-US" sz="1050">
                        <a:solidFill>
                          <a:srgbClr val="444444"/>
                        </a:solidFill>
                        <a:latin typeface="+mn-lt"/>
                        <a:cs typeface="Calibri" panose="020F0502020204030204" pitchFamily="34" charset="0"/>
                      </a:endParaRPr>
                    </a:p>
                  </a:txBody>
                  <a:tcPr marL="34290" marR="68580" marT="34290" marB="34290" anchor="ctr" anchorCtr="1">
                    <a:lnT w="9525" cap="flat" cmpd="sng" algn="ctr">
                      <a:solidFill>
                        <a:schemeClr val="tx2">
                          <a:lumMod val="40000"/>
                          <a:lumOff val="60000"/>
                        </a:schemeClr>
                      </a:solidFill>
                      <a:prstDash val="solid"/>
                      <a:round/>
                      <a:headEnd type="none" w="med" len="med"/>
                      <a:tailEnd type="none" w="med" len="med"/>
                    </a:lnT>
                    <a:lnB w="12700" cap="flat" cmpd="sng" algn="ctr">
                      <a:solidFill>
                        <a:schemeClr val="bg2"/>
                      </a:solidFill>
                      <a:prstDash val="sysDot"/>
                      <a:round/>
                      <a:headEnd type="none" w="med" len="med"/>
                      <a:tailEnd type="none" w="med" len="med"/>
                    </a:lnB>
                  </a:tcPr>
                </a:tc>
                <a:tc>
                  <a:txBody>
                    <a:bodyPr/>
                    <a:lstStyle/>
                    <a:p>
                      <a:pPr marL="182880" marR="0" lvl="0" indent="-182880" algn="l" defTabSz="914400" rtl="0" eaLnBrk="1" fontAlgn="auto" latinLnBrk="0" hangingPunct="1">
                        <a:lnSpc>
                          <a:spcPct val="100000"/>
                        </a:lnSpc>
                        <a:spcBef>
                          <a:spcPts val="0"/>
                        </a:spcBef>
                        <a:spcAft>
                          <a:spcPts val="0"/>
                        </a:spcAft>
                        <a:buClr>
                          <a:srgbClr val="39C2D7"/>
                        </a:buClr>
                        <a:buSzTx/>
                        <a:buFont typeface="Arial" panose="020B0604020202020204" pitchFamily="34" charset="0"/>
                        <a:buChar char="•"/>
                        <a:tabLst/>
                        <a:defRPr/>
                      </a:pPr>
                      <a:r>
                        <a:rPr kumimoji="0" lang="en-US" sz="800" u="none" strike="noStrike" kern="1200" cap="none" spc="0" normalizeH="0" baseline="0">
                          <a:ln>
                            <a:noFill/>
                          </a:ln>
                          <a:solidFill>
                            <a:schemeClr val="tx1"/>
                          </a:solidFill>
                          <a:effectLst/>
                          <a:uLnTx/>
                          <a:uFillTx/>
                          <a:latin typeface="+mn-lt"/>
                          <a:ea typeface="+mn-ea"/>
                          <a:cs typeface="+mn-cs"/>
                        </a:rPr>
                        <a:t>Implementation of E2E customer journey, with built in service levels, correspondence and reporting capabilities, </a:t>
                      </a:r>
                    </a:p>
                    <a:p>
                      <a:pPr marL="182880" marR="0" lvl="0" indent="-182880" algn="l" defTabSz="914400" rtl="0" eaLnBrk="1" fontAlgn="auto" latinLnBrk="0" hangingPunct="1">
                        <a:lnSpc>
                          <a:spcPct val="100000"/>
                        </a:lnSpc>
                        <a:spcBef>
                          <a:spcPts val="0"/>
                        </a:spcBef>
                        <a:spcAft>
                          <a:spcPts val="0"/>
                        </a:spcAft>
                        <a:buClr>
                          <a:srgbClr val="39C2D7"/>
                        </a:buClr>
                        <a:buSzTx/>
                        <a:buFont typeface="Arial" panose="020B0604020202020204" pitchFamily="34" charset="0"/>
                        <a:buChar char="•"/>
                        <a:tabLst/>
                        <a:defRPr/>
                      </a:pPr>
                      <a:r>
                        <a:rPr kumimoji="0" lang="en-US" sz="800" u="none" strike="noStrike" kern="1200" cap="none" spc="0" normalizeH="0" baseline="0">
                          <a:ln>
                            <a:noFill/>
                          </a:ln>
                          <a:solidFill>
                            <a:schemeClr val="tx1"/>
                          </a:solidFill>
                          <a:effectLst/>
                          <a:uLnTx/>
                          <a:uFillTx/>
                          <a:latin typeface="+mn-lt"/>
                          <a:ea typeface="+mn-ea"/>
                          <a:cs typeface="+mn-cs"/>
                        </a:rPr>
                        <a:t>Integration solutions with SAP backend and external database   </a:t>
                      </a:r>
                    </a:p>
                    <a:p>
                      <a:pPr marL="182880" marR="0" lvl="0" indent="-182880" algn="l" defTabSz="914400" rtl="0" eaLnBrk="1" fontAlgn="auto" latinLnBrk="0" hangingPunct="1">
                        <a:lnSpc>
                          <a:spcPct val="100000"/>
                        </a:lnSpc>
                        <a:spcBef>
                          <a:spcPts val="0"/>
                        </a:spcBef>
                        <a:spcAft>
                          <a:spcPts val="0"/>
                        </a:spcAft>
                        <a:buClr>
                          <a:srgbClr val="39C2D7"/>
                        </a:buClr>
                        <a:buSzTx/>
                        <a:buFont typeface="Arial" panose="020B0604020202020204" pitchFamily="34" charset="0"/>
                        <a:buChar char="•"/>
                        <a:tabLst/>
                        <a:defRPr/>
                      </a:pPr>
                      <a:r>
                        <a:rPr kumimoji="0" lang="en-US" sz="800" u="none" strike="noStrike" kern="1200" cap="none" spc="0" normalizeH="0" baseline="0">
                          <a:ln>
                            <a:noFill/>
                          </a:ln>
                          <a:solidFill>
                            <a:schemeClr val="tx1"/>
                          </a:solidFill>
                          <a:effectLst/>
                          <a:uLnTx/>
                          <a:uFillTx/>
                          <a:latin typeface="+mn-lt"/>
                          <a:ea typeface="+mn-ea"/>
                          <a:cs typeface="+mn-cs"/>
                        </a:rPr>
                        <a:t>6 FTE reductions as result of process automation </a:t>
                      </a:r>
                    </a:p>
                  </a:txBody>
                  <a:tcPr marL="137160" marR="137160" marT="34290" marB="34290" anchor="ctr">
                    <a:lnR w="9525" cap="flat" cmpd="sng" algn="ctr">
                      <a:noFill/>
                      <a:prstDash val="solid"/>
                      <a:round/>
                      <a:headEnd type="none" w="med" len="med"/>
                      <a:tailEnd type="none" w="med" len="med"/>
                    </a:lnR>
                    <a:lnT w="9525" cap="flat" cmpd="sng" algn="ctr">
                      <a:solidFill>
                        <a:schemeClr val="tx2">
                          <a:lumMod val="40000"/>
                          <a:lumOff val="60000"/>
                        </a:schemeClr>
                      </a:solidFill>
                      <a:prstDash val="solid"/>
                      <a:round/>
                      <a:headEnd type="none" w="med" len="med"/>
                      <a:tailEnd type="none" w="med" len="med"/>
                    </a:lnT>
                    <a:lnB w="12700" cap="flat" cmpd="sng" algn="ctr">
                      <a:solidFill>
                        <a:schemeClr val="bg2"/>
                      </a:solidFill>
                      <a:prstDash val="sysDot"/>
                      <a:round/>
                      <a:headEnd type="none" w="med" len="med"/>
                      <a:tailEnd type="none" w="med" len="med"/>
                    </a:lnB>
                  </a:tcPr>
                </a:tc>
                <a:extLst>
                  <a:ext uri="{0D108BD9-81ED-4DB2-BD59-A6C34878D82A}">
                    <a16:rowId xmlns:a16="http://schemas.microsoft.com/office/drawing/2014/main" val="1504891650"/>
                  </a:ext>
                </a:extLst>
              </a:tr>
              <a:tr h="574520">
                <a:tc>
                  <a:txBody>
                    <a:bodyPr/>
                    <a:lstStyle/>
                    <a:p>
                      <a:pPr algn="ctr"/>
                      <a:endParaRPr lang="en-US" sz="1050" kern="1200">
                        <a:solidFill>
                          <a:schemeClr val="tx1"/>
                        </a:solidFill>
                        <a:latin typeface="+mn-lt"/>
                        <a:ea typeface="+mn-ea"/>
                        <a:cs typeface="+mn-cs"/>
                      </a:endParaRPr>
                    </a:p>
                  </a:txBody>
                  <a:tcPr marL="51435" marR="51435" marT="25718" marB="25718" anchor="ctr" anchorCtr="1">
                    <a:lnL w="9525" cap="flat" cmpd="sng" algn="ctr">
                      <a:noFill/>
                      <a:prstDash val="solid"/>
                      <a:round/>
                      <a:headEnd type="none" w="med" len="med"/>
                      <a:tailEnd type="none" w="med" len="med"/>
                    </a:lnL>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tcPr>
                </a:tc>
                <a:tc>
                  <a:txBody>
                    <a:bodyPr/>
                    <a:lstStyle/>
                    <a:p>
                      <a:pPr marL="0" indent="0" algn="l">
                        <a:buClr>
                          <a:schemeClr val="accent2"/>
                        </a:buClr>
                        <a:buFont typeface="Arial" panose="020B0604020202020204" pitchFamily="34" charset="0"/>
                        <a:buNone/>
                      </a:pPr>
                      <a:r>
                        <a:rPr lang="en-US" sz="800" kern="1200">
                          <a:solidFill>
                            <a:schemeClr val="tx1"/>
                          </a:solidFill>
                          <a:latin typeface="+mn-lt"/>
                          <a:ea typeface="+mn-ea"/>
                          <a:cs typeface="+mn-cs"/>
                        </a:rPr>
                        <a:t>Multiple BPM and RPA initiatives across different divisions and regions</a:t>
                      </a:r>
                    </a:p>
                  </a:txBody>
                  <a:tcPr marL="137160" marR="137160" anchor="ct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tcPr>
                </a:tc>
                <a:tc>
                  <a:txBody>
                    <a:bodyPr/>
                    <a:lstStyle/>
                    <a:p>
                      <a:pPr marL="0" algn="ctr" defTabSz="914400" rtl="0" eaLnBrk="1" latinLnBrk="0" hangingPunct="1"/>
                      <a:endParaRPr lang="en-US" sz="1050" kern="1200">
                        <a:solidFill>
                          <a:schemeClr val="tx2"/>
                        </a:solidFill>
                        <a:latin typeface="+mn-lt"/>
                        <a:ea typeface="+mn-ea"/>
                        <a:cs typeface="+mn-cs"/>
                      </a:endParaRPr>
                    </a:p>
                  </a:txBody>
                  <a:tcPr marL="45720" anchor="ctr" anchorCtr="1">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tcPr>
                </a:tc>
                <a:tc>
                  <a:txBody>
                    <a:bodyPr/>
                    <a:lstStyle/>
                    <a:p>
                      <a:pPr marL="182880" marR="0" lvl="0" indent="-182880" algn="l" defTabSz="914400" rtl="0" eaLnBrk="1" fontAlgn="auto" latinLnBrk="0" hangingPunct="1">
                        <a:lnSpc>
                          <a:spcPct val="100000"/>
                        </a:lnSpc>
                        <a:spcBef>
                          <a:spcPts val="0"/>
                        </a:spcBef>
                        <a:spcAft>
                          <a:spcPts val="0"/>
                        </a:spcAft>
                        <a:buClr>
                          <a:srgbClr val="39C2D7"/>
                        </a:buClr>
                        <a:buSzTx/>
                        <a:buFont typeface="Arial" panose="020B0604020202020204" pitchFamily="34" charset="0"/>
                        <a:buChar char="•"/>
                        <a:tabLst/>
                        <a:defRPr/>
                      </a:pPr>
                      <a:r>
                        <a:rPr kumimoji="0" lang="en-US" sz="800" u="none" strike="noStrike" kern="1200" cap="none" spc="0" normalizeH="0" baseline="0" noProof="0">
                          <a:ln>
                            <a:noFill/>
                          </a:ln>
                          <a:solidFill>
                            <a:schemeClr val="tx1"/>
                          </a:solidFill>
                          <a:effectLst/>
                          <a:uLnTx/>
                          <a:uFillTx/>
                          <a:latin typeface="+mn-lt"/>
                          <a:ea typeface="+mn-ea"/>
                          <a:cs typeface="+mn-cs"/>
                        </a:rPr>
                        <a:t>70% reduce the manual workload to process new product item</a:t>
                      </a:r>
                    </a:p>
                    <a:p>
                      <a:pPr marL="182880" marR="0" lvl="0" indent="-182880" algn="l" defTabSz="914400" rtl="0" eaLnBrk="1" fontAlgn="auto" latinLnBrk="0" hangingPunct="1">
                        <a:lnSpc>
                          <a:spcPct val="100000"/>
                        </a:lnSpc>
                        <a:spcBef>
                          <a:spcPts val="0"/>
                        </a:spcBef>
                        <a:spcAft>
                          <a:spcPts val="0"/>
                        </a:spcAft>
                        <a:buClr>
                          <a:srgbClr val="39C2D7"/>
                        </a:buClr>
                        <a:buSzTx/>
                        <a:buFont typeface="Arial" panose="020B0604020202020204" pitchFamily="34" charset="0"/>
                        <a:buChar char="•"/>
                        <a:tabLst/>
                        <a:defRPr/>
                      </a:pPr>
                      <a:r>
                        <a:rPr kumimoji="0" lang="en-US" sz="800" u="none" strike="noStrike" kern="1200" cap="none" spc="0" normalizeH="0" baseline="0" noProof="0">
                          <a:ln>
                            <a:noFill/>
                          </a:ln>
                          <a:solidFill>
                            <a:schemeClr val="tx1"/>
                          </a:solidFill>
                          <a:effectLst/>
                          <a:uLnTx/>
                          <a:uFillTx/>
                          <a:latin typeface="+mn-lt"/>
                          <a:ea typeface="+mn-ea"/>
                          <a:cs typeface="+mn-cs"/>
                        </a:rPr>
                        <a:t>25% decreased Time-to-market of launching new product through intelligent processing </a:t>
                      </a:r>
                    </a:p>
                    <a:p>
                      <a:pPr marL="182880" marR="0" lvl="0" indent="-182880" algn="l" defTabSz="914400" rtl="0" eaLnBrk="1" fontAlgn="auto" latinLnBrk="0" hangingPunct="1">
                        <a:lnSpc>
                          <a:spcPct val="100000"/>
                        </a:lnSpc>
                        <a:spcBef>
                          <a:spcPts val="0"/>
                        </a:spcBef>
                        <a:spcAft>
                          <a:spcPts val="0"/>
                        </a:spcAft>
                        <a:buClr>
                          <a:srgbClr val="39C2D7"/>
                        </a:buClr>
                        <a:buSzTx/>
                        <a:buFont typeface="Arial" panose="020B0604020202020204" pitchFamily="34" charset="0"/>
                        <a:buChar char="•"/>
                        <a:tabLst/>
                        <a:defRPr/>
                      </a:pPr>
                      <a:r>
                        <a:rPr kumimoji="0" lang="en-US" sz="800" u="none" strike="noStrike" kern="1200" cap="none" spc="0" normalizeH="0" baseline="0" noProof="0">
                          <a:ln>
                            <a:noFill/>
                          </a:ln>
                          <a:solidFill>
                            <a:schemeClr val="tx1"/>
                          </a:solidFill>
                          <a:effectLst/>
                          <a:uLnTx/>
                          <a:uFillTx/>
                          <a:latin typeface="+mn-lt"/>
                          <a:ea typeface="+mn-ea"/>
                          <a:cs typeface="+mn-cs"/>
                        </a:rPr>
                        <a:t>Secured process of data creation due to RPA engine</a:t>
                      </a:r>
                    </a:p>
                  </a:txBody>
                  <a:tcPr marL="137160" marR="137160" anchor="ctr">
                    <a:lnR w="9525" cap="flat" cmpd="sng" algn="ctr">
                      <a:noFill/>
                      <a:prstDash val="solid"/>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tcPr>
                </a:tc>
                <a:extLst>
                  <a:ext uri="{0D108BD9-81ED-4DB2-BD59-A6C34878D82A}">
                    <a16:rowId xmlns:a16="http://schemas.microsoft.com/office/drawing/2014/main" val="3624581690"/>
                  </a:ext>
                </a:extLst>
              </a:tr>
              <a:tr h="481106">
                <a:tc>
                  <a:txBody>
                    <a:bodyPr/>
                    <a:lstStyle/>
                    <a:p>
                      <a:pPr algn="ctr"/>
                      <a:endParaRPr lang="en-US" sz="1050"/>
                    </a:p>
                  </a:txBody>
                  <a:tcPr marL="51435" marR="51435" marT="25718" marB="25718" anchor="ctr" anchorCtr="1">
                    <a:lnL w="9525" cap="flat" cmpd="sng" algn="ctr">
                      <a:noFill/>
                      <a:prstDash val="solid"/>
                      <a:round/>
                      <a:headEnd type="none" w="med" len="med"/>
                      <a:tailEnd type="none" w="med" len="med"/>
                    </a:lnL>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tcPr>
                </a:tc>
                <a:tc>
                  <a:txBody>
                    <a:bodyPr/>
                    <a:lstStyle/>
                    <a:p>
                      <a:pPr marL="0" indent="0" algn="l">
                        <a:buClr>
                          <a:schemeClr val="accent2"/>
                        </a:buClr>
                        <a:buFont typeface="Arial" panose="020B0604020202020204" pitchFamily="34" charset="0"/>
                        <a:buNone/>
                      </a:pPr>
                      <a:r>
                        <a:rPr lang="en-US" sz="800" kern="1200">
                          <a:solidFill>
                            <a:schemeClr val="tx1"/>
                          </a:solidFill>
                          <a:latin typeface="+mn-lt"/>
                          <a:ea typeface="+mn-ea"/>
                          <a:cs typeface="+mn-cs"/>
                        </a:rPr>
                        <a:t>Development and Upgrade of Appian-based Workflows</a:t>
                      </a:r>
                    </a:p>
                  </a:txBody>
                  <a:tcPr marL="137160" marR="137160" marT="34290" marB="34290" anchor="ct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tcPr>
                </a:tc>
                <a:tc>
                  <a:txBody>
                    <a:bodyPr/>
                    <a:lstStyle/>
                    <a:p>
                      <a:pPr marL="0" algn="ctr" defTabSz="914400" rtl="0" eaLnBrk="1" latinLnBrk="0" hangingPunct="1"/>
                      <a:endParaRPr lang="en-US" sz="1050" b="0" kern="1200">
                        <a:solidFill>
                          <a:schemeClr val="tx2"/>
                        </a:solidFill>
                        <a:latin typeface="+mn-lt"/>
                        <a:ea typeface="+mn-ea"/>
                        <a:cs typeface="+mn-cs"/>
                      </a:endParaRPr>
                    </a:p>
                  </a:txBody>
                  <a:tcPr marL="34290" marR="68580" marT="34290" marB="34290" anchor="ctr" anchorCtr="1">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tcPr>
                </a:tc>
                <a:tc>
                  <a:txBody>
                    <a:bodyPr/>
                    <a:lstStyle/>
                    <a:p>
                      <a:pPr marL="182880" marR="0" lvl="0" indent="-182880" algn="l" defTabSz="914400" rtl="0" eaLnBrk="1" fontAlgn="auto" latinLnBrk="0" hangingPunct="1">
                        <a:lnSpc>
                          <a:spcPct val="100000"/>
                        </a:lnSpc>
                        <a:spcBef>
                          <a:spcPts val="0"/>
                        </a:spcBef>
                        <a:spcAft>
                          <a:spcPts val="0"/>
                        </a:spcAft>
                        <a:buClr>
                          <a:srgbClr val="39C2D7"/>
                        </a:buClr>
                        <a:buSzTx/>
                        <a:buFont typeface="Arial" panose="020B0604020202020204" pitchFamily="34" charset="0"/>
                        <a:buChar char="•"/>
                        <a:tabLst/>
                        <a:defRPr/>
                      </a:pPr>
                      <a:r>
                        <a:rPr kumimoji="0" lang="en-US" sz="800" u="none" strike="noStrike" kern="1200" cap="none" spc="0" normalizeH="0" baseline="0">
                          <a:ln>
                            <a:noFill/>
                          </a:ln>
                          <a:solidFill>
                            <a:schemeClr val="tx1"/>
                          </a:solidFill>
                          <a:effectLst/>
                          <a:uLnTx/>
                          <a:uFillTx/>
                          <a:latin typeface="+mn-lt"/>
                          <a:ea typeface="+mn-ea"/>
                          <a:cs typeface="+mn-cs"/>
                        </a:rPr>
                        <a:t>Improvement in service excellence resulting in 20% increase in customer retention.  </a:t>
                      </a:r>
                    </a:p>
                    <a:p>
                      <a:pPr marL="182880" marR="0" lvl="0" indent="-182880" algn="l" defTabSz="914400" rtl="0" eaLnBrk="1" fontAlgn="auto" latinLnBrk="0" hangingPunct="1">
                        <a:lnSpc>
                          <a:spcPct val="100000"/>
                        </a:lnSpc>
                        <a:spcBef>
                          <a:spcPts val="0"/>
                        </a:spcBef>
                        <a:spcAft>
                          <a:spcPts val="0"/>
                        </a:spcAft>
                        <a:buClr>
                          <a:srgbClr val="39C2D7"/>
                        </a:buClr>
                        <a:buSzTx/>
                        <a:buFont typeface="Arial" panose="020B0604020202020204" pitchFamily="34" charset="0"/>
                        <a:buChar char="•"/>
                        <a:tabLst/>
                        <a:defRPr/>
                      </a:pPr>
                      <a:r>
                        <a:rPr kumimoji="0" lang="en-US" sz="800" u="none" strike="noStrike" kern="1200" cap="none" spc="0" normalizeH="0" baseline="0">
                          <a:ln>
                            <a:noFill/>
                          </a:ln>
                          <a:solidFill>
                            <a:schemeClr val="tx1"/>
                          </a:solidFill>
                          <a:effectLst/>
                          <a:uLnTx/>
                          <a:uFillTx/>
                          <a:latin typeface="+mn-lt"/>
                          <a:ea typeface="+mn-ea"/>
                          <a:cs typeface="+mn-cs"/>
                        </a:rPr>
                        <a:t>Lower costs through streamlined operations</a:t>
                      </a:r>
                    </a:p>
                    <a:p>
                      <a:pPr marL="182880" marR="0" lvl="0" indent="-182880" algn="l" defTabSz="914400" rtl="0" eaLnBrk="1" fontAlgn="auto" latinLnBrk="0" hangingPunct="1">
                        <a:lnSpc>
                          <a:spcPct val="100000"/>
                        </a:lnSpc>
                        <a:spcBef>
                          <a:spcPts val="0"/>
                        </a:spcBef>
                        <a:spcAft>
                          <a:spcPts val="0"/>
                        </a:spcAft>
                        <a:buClr>
                          <a:srgbClr val="39C2D7"/>
                        </a:buClr>
                        <a:buSzTx/>
                        <a:buFont typeface="Arial" panose="020B0604020202020204" pitchFamily="34" charset="0"/>
                        <a:buChar char="•"/>
                        <a:tabLst/>
                        <a:defRPr/>
                      </a:pPr>
                      <a:r>
                        <a:rPr kumimoji="0" lang="en-US" sz="800" u="none" strike="noStrike" kern="1200" cap="none" spc="0" normalizeH="0" baseline="0">
                          <a:ln>
                            <a:noFill/>
                          </a:ln>
                          <a:solidFill>
                            <a:schemeClr val="tx1"/>
                          </a:solidFill>
                          <a:effectLst/>
                          <a:uLnTx/>
                          <a:uFillTx/>
                          <a:latin typeface="+mn-lt"/>
                          <a:ea typeface="+mn-ea"/>
                          <a:cs typeface="+mn-cs"/>
                        </a:rPr>
                        <a:t>Real time metrics on the process lifecycle</a:t>
                      </a:r>
                    </a:p>
                  </a:txBody>
                  <a:tcPr marL="137160" marR="137160" marT="34290" marB="34290" anchor="ctr">
                    <a:lnR w="9525" cap="flat" cmpd="sng" algn="ctr">
                      <a:noFill/>
                      <a:prstDash val="solid"/>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tcPr>
                </a:tc>
                <a:extLst>
                  <a:ext uri="{0D108BD9-81ED-4DB2-BD59-A6C34878D82A}">
                    <a16:rowId xmlns:a16="http://schemas.microsoft.com/office/drawing/2014/main" val="4240510356"/>
                  </a:ext>
                </a:extLst>
              </a:tr>
              <a:tr h="492334">
                <a:tc>
                  <a:txBody>
                    <a:bodyPr/>
                    <a:lstStyle/>
                    <a:p>
                      <a:pPr algn="ctr"/>
                      <a:endParaRPr lang="en-US" sz="1050"/>
                    </a:p>
                  </a:txBody>
                  <a:tcPr marL="51435" marR="51435" marT="25718" marB="25718" anchor="ctr" anchorCtr="1">
                    <a:lnL w="9525" cap="flat" cmpd="sng" algn="ctr">
                      <a:noFill/>
                      <a:prstDash val="solid"/>
                      <a:round/>
                      <a:headEnd type="none" w="med" len="med"/>
                      <a:tailEnd type="none" w="med" len="med"/>
                    </a:lnL>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tcPr>
                </a:tc>
                <a:tc>
                  <a:txBody>
                    <a:bodyPr/>
                    <a:lstStyle/>
                    <a:p>
                      <a:pPr marL="0" indent="0" algn="l" defTabSz="1219170" rtl="0" eaLnBrk="1" latinLnBrk="0" hangingPunct="1">
                        <a:buClr>
                          <a:schemeClr val="accent2"/>
                        </a:buClr>
                        <a:buFont typeface="Arial" panose="020B0604020202020204" pitchFamily="34" charset="0"/>
                        <a:buNone/>
                      </a:pPr>
                      <a:r>
                        <a:rPr lang="en-US" sz="800" kern="1200">
                          <a:solidFill>
                            <a:schemeClr val="tx1"/>
                          </a:solidFill>
                          <a:latin typeface="+mn-lt"/>
                          <a:ea typeface="+mn-ea"/>
                          <a:cs typeface="+mn-cs"/>
                        </a:rPr>
                        <a:t>Transformation of Consumer Obligations Fulfillment Platform with Alfresco Process Services</a:t>
                      </a:r>
                    </a:p>
                  </a:txBody>
                  <a:tcPr marL="137160" marR="137160" marT="34290" marB="34290" anchor="ct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tcPr>
                </a:tc>
                <a:tc>
                  <a:txBody>
                    <a:bodyPr/>
                    <a:lstStyle/>
                    <a:p>
                      <a:pPr marL="0" algn="ctr" defTabSz="914400" rtl="0" eaLnBrk="1" latinLnBrk="0" hangingPunct="1"/>
                      <a:endParaRPr lang="en-US" sz="1050" b="0" kern="1200">
                        <a:solidFill>
                          <a:schemeClr val="tx2"/>
                        </a:solidFill>
                        <a:latin typeface="+mn-lt"/>
                        <a:ea typeface="+mn-ea"/>
                        <a:cs typeface="+mn-cs"/>
                      </a:endParaRPr>
                    </a:p>
                  </a:txBody>
                  <a:tcPr marL="34290" marR="68580" marT="34290" marB="34290" anchor="ctr" anchorCtr="1">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tcPr>
                </a:tc>
                <a:tc>
                  <a:txBody>
                    <a:bodyPr/>
                    <a:lstStyle/>
                    <a:p>
                      <a:pPr marL="182880" marR="0" lvl="0" indent="-182880" algn="l" defTabSz="914400" rtl="0" eaLnBrk="1" fontAlgn="auto" latinLnBrk="0" hangingPunct="1">
                        <a:lnSpc>
                          <a:spcPct val="100000"/>
                        </a:lnSpc>
                        <a:spcBef>
                          <a:spcPts val="0"/>
                        </a:spcBef>
                        <a:spcAft>
                          <a:spcPts val="0"/>
                        </a:spcAft>
                        <a:buClr>
                          <a:srgbClr val="39C2D7"/>
                        </a:buClr>
                        <a:buSzTx/>
                        <a:buFont typeface="Arial" panose="020B0604020202020204" pitchFamily="34" charset="0"/>
                        <a:buChar char="•"/>
                        <a:tabLst/>
                        <a:defRPr/>
                      </a:pPr>
                      <a:r>
                        <a:rPr kumimoji="0" lang="en-US" sz="800" u="none" strike="noStrike" kern="1200" cap="none" spc="0" normalizeH="0" baseline="0">
                          <a:ln>
                            <a:noFill/>
                          </a:ln>
                          <a:solidFill>
                            <a:schemeClr val="tx1"/>
                          </a:solidFill>
                          <a:effectLst/>
                          <a:uLnTx/>
                          <a:uFillTx/>
                          <a:latin typeface="+mn-lt"/>
                          <a:ea typeface="+mn-ea"/>
                          <a:cs typeface="+mn-cs"/>
                        </a:rPr>
                        <a:t>Reduction of operational and support costs </a:t>
                      </a:r>
                    </a:p>
                    <a:p>
                      <a:pPr marL="182880" marR="0" lvl="0" indent="-182880" algn="l" defTabSz="914400" rtl="0" eaLnBrk="1" fontAlgn="auto" latinLnBrk="0" hangingPunct="1">
                        <a:lnSpc>
                          <a:spcPct val="100000"/>
                        </a:lnSpc>
                        <a:spcBef>
                          <a:spcPts val="0"/>
                        </a:spcBef>
                        <a:spcAft>
                          <a:spcPts val="0"/>
                        </a:spcAft>
                        <a:buClr>
                          <a:srgbClr val="39C2D7"/>
                        </a:buClr>
                        <a:buSzTx/>
                        <a:buFont typeface="Arial" panose="020B0604020202020204" pitchFamily="34" charset="0"/>
                        <a:buChar char="•"/>
                        <a:tabLst/>
                        <a:defRPr/>
                      </a:pPr>
                      <a:r>
                        <a:rPr kumimoji="0" lang="en-US" sz="800" u="none" strike="noStrike" kern="1200" cap="none" spc="0" normalizeH="0" baseline="0">
                          <a:ln>
                            <a:noFill/>
                          </a:ln>
                          <a:solidFill>
                            <a:schemeClr val="tx1"/>
                          </a:solidFill>
                          <a:effectLst/>
                          <a:uLnTx/>
                          <a:uFillTx/>
                          <a:latin typeface="+mn-lt"/>
                          <a:ea typeface="+mn-ea"/>
                          <a:cs typeface="+mn-cs"/>
                        </a:rPr>
                        <a:t>Enabled business process flexibility</a:t>
                      </a:r>
                    </a:p>
                    <a:p>
                      <a:pPr marL="182880" marR="0" lvl="0" indent="-182880" algn="l" defTabSz="914400" rtl="0" eaLnBrk="1" fontAlgn="auto" latinLnBrk="0" hangingPunct="1">
                        <a:lnSpc>
                          <a:spcPct val="100000"/>
                        </a:lnSpc>
                        <a:spcBef>
                          <a:spcPts val="0"/>
                        </a:spcBef>
                        <a:spcAft>
                          <a:spcPts val="0"/>
                        </a:spcAft>
                        <a:buClr>
                          <a:srgbClr val="39C2D7"/>
                        </a:buClr>
                        <a:buSzTx/>
                        <a:buFont typeface="Arial" panose="020B0604020202020204" pitchFamily="34" charset="0"/>
                        <a:buChar char="•"/>
                        <a:tabLst/>
                        <a:defRPr/>
                      </a:pPr>
                      <a:r>
                        <a:rPr kumimoji="0" lang="en-US" sz="800" u="none" strike="noStrike" kern="1200" cap="none" spc="0" normalizeH="0" baseline="0">
                          <a:ln>
                            <a:noFill/>
                          </a:ln>
                          <a:solidFill>
                            <a:schemeClr val="tx1"/>
                          </a:solidFill>
                          <a:effectLst/>
                          <a:uLnTx/>
                          <a:uFillTx/>
                          <a:latin typeface="+mn-lt"/>
                          <a:ea typeface="+mn-ea"/>
                          <a:cs typeface="+mn-cs"/>
                        </a:rPr>
                        <a:t>Solution could be used to accelerate upcoming Alfresco Process Services projects</a:t>
                      </a:r>
                    </a:p>
                  </a:txBody>
                  <a:tcPr marL="137160" marR="137160" marT="34290" marB="34290" anchor="ctr">
                    <a:lnR w="9525" cap="flat" cmpd="sng" algn="ctr">
                      <a:noFill/>
                      <a:prstDash val="solid"/>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tcPr>
                </a:tc>
                <a:extLst>
                  <a:ext uri="{0D108BD9-81ED-4DB2-BD59-A6C34878D82A}">
                    <a16:rowId xmlns:a16="http://schemas.microsoft.com/office/drawing/2014/main" val="2743080863"/>
                  </a:ext>
                </a:extLst>
              </a:tr>
              <a:tr h="569300">
                <a:tc>
                  <a:txBody>
                    <a:bodyPr/>
                    <a:lstStyle/>
                    <a:p>
                      <a:pPr algn="ctr"/>
                      <a:endParaRPr lang="en-US" sz="1050"/>
                    </a:p>
                  </a:txBody>
                  <a:tcPr marL="51435" marR="51435" marT="25718" marB="25718" anchor="ctr" anchorCtr="1">
                    <a:lnL w="9525" cap="flat" cmpd="sng" algn="ctr">
                      <a:noFill/>
                      <a:prstDash val="solid"/>
                      <a:round/>
                      <a:headEnd type="none" w="med" len="med"/>
                      <a:tailEnd type="none" w="med" len="med"/>
                    </a:lnL>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tcPr>
                </a:tc>
                <a:tc>
                  <a:txBody>
                    <a:bodyPr/>
                    <a:lstStyle/>
                    <a:p>
                      <a:pPr marL="0" indent="0" algn="l" defTabSz="1219170" rtl="0" eaLnBrk="1" latinLnBrk="0" hangingPunct="1">
                        <a:buClr>
                          <a:schemeClr val="accent2"/>
                        </a:buClr>
                        <a:buFont typeface="Arial" panose="020B0604020202020204" pitchFamily="34" charset="0"/>
                        <a:buNone/>
                      </a:pPr>
                      <a:r>
                        <a:rPr lang="en-GB" sz="800" kern="1200">
                          <a:solidFill>
                            <a:schemeClr val="tx1"/>
                          </a:solidFill>
                          <a:latin typeface="+mn-lt"/>
                          <a:ea typeface="+mn-ea"/>
                          <a:cs typeface="+mn-cs"/>
                        </a:rPr>
                        <a:t>Implementation of a new sales system across multiple banking areas to better match banking products with clients. </a:t>
                      </a:r>
                      <a:endParaRPr lang="en-US" sz="800" kern="1200">
                        <a:solidFill>
                          <a:schemeClr val="tx1"/>
                        </a:solidFill>
                        <a:latin typeface="+mn-lt"/>
                        <a:ea typeface="+mn-ea"/>
                        <a:cs typeface="+mn-cs"/>
                      </a:endParaRPr>
                    </a:p>
                  </a:txBody>
                  <a:tcPr marL="137160" marR="137160" marT="34290" marB="34290" anchor="ct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tcPr>
                </a:tc>
                <a:tc>
                  <a:txBody>
                    <a:bodyPr/>
                    <a:lstStyle/>
                    <a:p>
                      <a:pPr marL="0" algn="ctr" defTabSz="914400" rtl="0" eaLnBrk="1" latinLnBrk="0" hangingPunct="1"/>
                      <a:endParaRPr lang="en-US" sz="1050" b="0" kern="1200">
                        <a:solidFill>
                          <a:schemeClr val="tx2"/>
                        </a:solidFill>
                        <a:latin typeface="+mn-lt"/>
                        <a:ea typeface="+mn-ea"/>
                        <a:cs typeface="+mn-cs"/>
                      </a:endParaRPr>
                    </a:p>
                  </a:txBody>
                  <a:tcPr marL="34290" marR="68580" marT="34290" marB="34290" anchor="ctr" anchorCtr="1">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tcPr>
                </a:tc>
                <a:tc>
                  <a:txBody>
                    <a:bodyPr/>
                    <a:lstStyle/>
                    <a:p>
                      <a:pPr marL="182880" marR="0" lvl="0" indent="-182880" algn="l" defTabSz="914400" rtl="0" eaLnBrk="1" fontAlgn="auto" latinLnBrk="0" hangingPunct="1">
                        <a:lnSpc>
                          <a:spcPct val="100000"/>
                        </a:lnSpc>
                        <a:spcBef>
                          <a:spcPts val="0"/>
                        </a:spcBef>
                        <a:spcAft>
                          <a:spcPts val="0"/>
                        </a:spcAft>
                        <a:buClr>
                          <a:srgbClr val="39C2D7"/>
                        </a:buClr>
                        <a:buSzTx/>
                        <a:buFont typeface="Arial" panose="020B0604020202020204" pitchFamily="34" charset="0"/>
                        <a:buChar char="•"/>
                        <a:tabLst/>
                        <a:defRPr/>
                      </a:pPr>
                      <a:r>
                        <a:rPr kumimoji="0" lang="en-GB" sz="800" u="none" strike="noStrike" kern="1200" cap="none" spc="0" normalizeH="0" baseline="0">
                          <a:ln>
                            <a:noFill/>
                          </a:ln>
                          <a:solidFill>
                            <a:schemeClr val="tx1"/>
                          </a:solidFill>
                          <a:effectLst/>
                          <a:uLnTx/>
                          <a:uFillTx/>
                          <a:latin typeface="+mn-lt"/>
                          <a:ea typeface="+mn-ea"/>
                          <a:cs typeface="+mn-cs"/>
                        </a:rPr>
                        <a:t>Integration solution between WebLogic Portal and PEGA </a:t>
                      </a:r>
                    </a:p>
                    <a:p>
                      <a:pPr marL="182880" marR="0" lvl="0" indent="-182880" algn="l" defTabSz="914400" rtl="0" eaLnBrk="1" fontAlgn="auto" latinLnBrk="0" hangingPunct="1">
                        <a:lnSpc>
                          <a:spcPct val="100000"/>
                        </a:lnSpc>
                        <a:spcBef>
                          <a:spcPts val="0"/>
                        </a:spcBef>
                        <a:spcAft>
                          <a:spcPts val="0"/>
                        </a:spcAft>
                        <a:buClr>
                          <a:srgbClr val="39C2D7"/>
                        </a:buClr>
                        <a:buSzTx/>
                        <a:buFont typeface="Arial" panose="020B0604020202020204" pitchFamily="34" charset="0"/>
                        <a:buChar char="•"/>
                        <a:tabLst/>
                        <a:defRPr/>
                      </a:pPr>
                      <a:r>
                        <a:rPr kumimoji="0" lang="en-GB" sz="800" u="none" strike="noStrike" kern="1200" cap="none" spc="0" normalizeH="0" baseline="0">
                          <a:ln>
                            <a:noFill/>
                          </a:ln>
                          <a:solidFill>
                            <a:schemeClr val="tx1"/>
                          </a:solidFill>
                          <a:effectLst/>
                          <a:uLnTx/>
                          <a:uFillTx/>
                          <a:latin typeface="+mn-lt"/>
                          <a:ea typeface="+mn-ea"/>
                          <a:cs typeface="+mn-cs"/>
                        </a:rPr>
                        <a:t>Integration solution to update CIBC customer master data </a:t>
                      </a:r>
                    </a:p>
                    <a:p>
                      <a:pPr marL="182880" marR="0" lvl="0" indent="-182880" algn="l" defTabSz="914400" rtl="0" eaLnBrk="1" fontAlgn="auto" latinLnBrk="0" hangingPunct="1">
                        <a:lnSpc>
                          <a:spcPct val="100000"/>
                        </a:lnSpc>
                        <a:spcBef>
                          <a:spcPts val="0"/>
                        </a:spcBef>
                        <a:spcAft>
                          <a:spcPts val="0"/>
                        </a:spcAft>
                        <a:buClr>
                          <a:srgbClr val="39C2D7"/>
                        </a:buClr>
                        <a:buSzTx/>
                        <a:buFont typeface="Arial" panose="020B0604020202020204" pitchFamily="34" charset="0"/>
                        <a:buChar char="•"/>
                        <a:tabLst/>
                        <a:defRPr/>
                      </a:pPr>
                      <a:r>
                        <a:rPr kumimoji="0" lang="en-GB" sz="800" u="none" strike="noStrike" kern="1200" cap="none" spc="0" normalizeH="0" baseline="0">
                          <a:ln>
                            <a:noFill/>
                          </a:ln>
                          <a:solidFill>
                            <a:schemeClr val="tx1"/>
                          </a:solidFill>
                          <a:effectLst/>
                          <a:uLnTx/>
                          <a:uFillTx/>
                          <a:latin typeface="+mn-lt"/>
                          <a:ea typeface="+mn-ea"/>
                          <a:cs typeface="+mn-cs"/>
                        </a:rPr>
                        <a:t>UI level integration with the PEGA application allowing users to switch from the PEGA UI to the enterprise customer information system UI screens</a:t>
                      </a:r>
                    </a:p>
                  </a:txBody>
                  <a:tcPr marL="137160" marR="137160" marT="34290" marB="34290" anchor="ctr">
                    <a:lnR w="9525" cap="flat" cmpd="sng" algn="ctr">
                      <a:noFill/>
                      <a:prstDash val="solid"/>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tcPr>
                </a:tc>
                <a:extLst>
                  <a:ext uri="{0D108BD9-81ED-4DB2-BD59-A6C34878D82A}">
                    <a16:rowId xmlns:a16="http://schemas.microsoft.com/office/drawing/2014/main" val="2481606177"/>
                  </a:ext>
                </a:extLst>
              </a:tr>
              <a:tr h="430890">
                <a:tc>
                  <a:txBody>
                    <a:bodyPr/>
                    <a:lstStyle/>
                    <a:p>
                      <a:pPr algn="ctr"/>
                      <a:endParaRPr lang="en-US" sz="1050"/>
                    </a:p>
                  </a:txBody>
                  <a:tcPr marL="51435" marR="51435" marT="25718" marB="25718" anchor="ctr" anchorCtr="1">
                    <a:lnL w="9525" cap="flat" cmpd="sng" algn="ctr">
                      <a:noFill/>
                      <a:prstDash val="solid"/>
                      <a:round/>
                      <a:headEnd type="none" w="med" len="med"/>
                      <a:tailEnd type="none" w="med" len="med"/>
                    </a:lnL>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tcPr>
                </a:tc>
                <a:tc>
                  <a:txBody>
                    <a:bodyPr/>
                    <a:lstStyle/>
                    <a:p>
                      <a:pPr marL="0" indent="0" algn="l" defTabSz="1219170" rtl="0" eaLnBrk="1" latinLnBrk="0" hangingPunct="1">
                        <a:buClr>
                          <a:schemeClr val="accent2"/>
                        </a:buClr>
                        <a:buFont typeface="Arial" panose="020B0604020202020204" pitchFamily="34" charset="0"/>
                        <a:buNone/>
                      </a:pPr>
                      <a:r>
                        <a:rPr lang="en-GB" sz="800" kern="1200">
                          <a:solidFill>
                            <a:schemeClr val="tx1"/>
                          </a:solidFill>
                          <a:latin typeface="+mn-lt"/>
                          <a:ea typeface="+mn-ea"/>
                          <a:cs typeface="+mn-cs"/>
                        </a:rPr>
                        <a:t>Time Tracking application with </a:t>
                      </a:r>
                      <a:r>
                        <a:rPr lang="en-US" sz="800">
                          <a:solidFill>
                            <a:srgbClr val="464547"/>
                          </a:solidFill>
                        </a:rPr>
                        <a:t>Management Portal to collect real time metrics on process lifecycle </a:t>
                      </a:r>
                      <a:endParaRPr lang="en-US" sz="800" kern="1200">
                        <a:solidFill>
                          <a:schemeClr val="tx1"/>
                        </a:solidFill>
                        <a:latin typeface="+mn-lt"/>
                        <a:ea typeface="+mn-ea"/>
                        <a:cs typeface="+mn-cs"/>
                      </a:endParaRPr>
                    </a:p>
                  </a:txBody>
                  <a:tcPr marL="137160" marR="137160" marT="34290" marB="34290" anchor="ct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tcPr>
                </a:tc>
                <a:tc>
                  <a:txBody>
                    <a:bodyPr/>
                    <a:lstStyle/>
                    <a:p>
                      <a:pPr marL="0" algn="ctr" defTabSz="914400" rtl="0" eaLnBrk="1" latinLnBrk="0" hangingPunct="1"/>
                      <a:endParaRPr lang="en-US" sz="1050" b="0" kern="1200">
                        <a:solidFill>
                          <a:schemeClr val="tx2"/>
                        </a:solidFill>
                        <a:latin typeface="+mn-lt"/>
                        <a:ea typeface="+mn-ea"/>
                        <a:cs typeface="+mn-cs"/>
                      </a:endParaRPr>
                    </a:p>
                  </a:txBody>
                  <a:tcPr marL="34290" marR="68580" marT="34290" marB="34290" anchor="ctr" anchorCtr="1">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tcPr>
                </a:tc>
                <a:tc>
                  <a:txBody>
                    <a:bodyPr/>
                    <a:lstStyle/>
                    <a:p>
                      <a:pPr marL="182880" marR="0" lvl="0" indent="-182880" algn="l" defTabSz="914400" rtl="0" eaLnBrk="1" fontAlgn="auto" latinLnBrk="0" hangingPunct="1">
                        <a:lnSpc>
                          <a:spcPct val="100000"/>
                        </a:lnSpc>
                        <a:spcBef>
                          <a:spcPts val="0"/>
                        </a:spcBef>
                        <a:spcAft>
                          <a:spcPts val="0"/>
                        </a:spcAft>
                        <a:buClr>
                          <a:srgbClr val="39C2D7"/>
                        </a:buClr>
                        <a:buSzTx/>
                        <a:buFont typeface="Arial" panose="020B0604020202020204" pitchFamily="34" charset="0"/>
                        <a:buChar char="•"/>
                        <a:tabLst/>
                        <a:defRPr/>
                      </a:pPr>
                      <a:r>
                        <a:rPr kumimoji="0" lang="en-US" sz="800" u="none" strike="noStrike" kern="1200" cap="none" spc="0" normalizeH="0" baseline="0">
                          <a:ln>
                            <a:noFill/>
                          </a:ln>
                          <a:solidFill>
                            <a:schemeClr val="tx1"/>
                          </a:solidFill>
                          <a:effectLst/>
                          <a:uLnTx/>
                          <a:uFillTx/>
                          <a:latin typeface="+mn-lt"/>
                          <a:ea typeface="+mn-ea"/>
                          <a:cs typeface="+mn-cs"/>
                        </a:rPr>
                        <a:t>Model -riven process with defined roles, security model, service levels Management portal integrated with document repository system. </a:t>
                      </a:r>
                    </a:p>
                  </a:txBody>
                  <a:tcPr marL="137160" marR="137160" marT="34290" marB="34290" anchor="ctr">
                    <a:lnR w="9525" cap="flat" cmpd="sng" algn="ctr">
                      <a:noFill/>
                      <a:prstDash val="solid"/>
                      <a:round/>
                      <a:headEnd type="none" w="med" len="med"/>
                      <a:tailEnd type="none" w="med" len="med"/>
                    </a:lnR>
                    <a:lnT w="12700" cap="flat" cmpd="sng" algn="ctr">
                      <a:solidFill>
                        <a:schemeClr val="bg2"/>
                      </a:solidFill>
                      <a:prstDash val="sysDot"/>
                      <a:round/>
                      <a:headEnd type="none" w="med" len="med"/>
                      <a:tailEnd type="none" w="med" len="med"/>
                    </a:lnT>
                    <a:lnB w="12700" cap="flat" cmpd="sng" algn="ctr">
                      <a:solidFill>
                        <a:schemeClr val="bg2"/>
                      </a:solidFill>
                      <a:prstDash val="sysDot"/>
                      <a:round/>
                      <a:headEnd type="none" w="med" len="med"/>
                      <a:tailEnd type="none" w="med" len="med"/>
                    </a:lnB>
                  </a:tcPr>
                </a:tc>
                <a:extLst>
                  <a:ext uri="{0D108BD9-81ED-4DB2-BD59-A6C34878D82A}">
                    <a16:rowId xmlns:a16="http://schemas.microsoft.com/office/drawing/2014/main" val="303583168"/>
                  </a:ext>
                </a:extLst>
              </a:tr>
              <a:tr h="569300">
                <a:tc>
                  <a:txBody>
                    <a:bodyPr/>
                    <a:lstStyle/>
                    <a:p>
                      <a:pPr algn="ctr"/>
                      <a:endParaRPr lang="en-US" sz="1050"/>
                    </a:p>
                  </a:txBody>
                  <a:tcPr marL="51435" marR="51435" marT="25718" marB="25718" anchor="ctr" anchorCtr="1">
                    <a:lnL w="9525" cap="flat" cmpd="sng" algn="ctr">
                      <a:noFill/>
                      <a:prstDash val="solid"/>
                      <a:round/>
                      <a:headEnd type="none" w="med" len="med"/>
                      <a:tailEnd type="none" w="med" len="med"/>
                    </a:lnL>
                    <a:lnT w="12700" cap="flat" cmpd="sng" algn="ctr">
                      <a:solidFill>
                        <a:schemeClr val="bg2"/>
                      </a:solidFill>
                      <a:prstDash val="sysDot"/>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pPr algn="l"/>
                      <a:r>
                        <a:rPr lang="en-GB" sz="800">
                          <a:latin typeface="+mn-lt"/>
                        </a:rPr>
                        <a:t>Client Service Events Management system.</a:t>
                      </a:r>
                    </a:p>
                  </a:txBody>
                  <a:tcPr marL="137160" marR="137160" marT="34290" marB="34290" anchor="ctr">
                    <a:lnT w="12700" cap="flat" cmpd="sng" algn="ctr">
                      <a:solidFill>
                        <a:schemeClr val="bg2"/>
                      </a:solidFill>
                      <a:prstDash val="sysDot"/>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pPr marL="0" algn="ctr" defTabSz="914400" rtl="0" eaLnBrk="1" latinLnBrk="0" hangingPunct="1"/>
                      <a:endParaRPr lang="en-US" sz="1050" b="0" kern="1200">
                        <a:solidFill>
                          <a:schemeClr val="tx2"/>
                        </a:solidFill>
                        <a:latin typeface="+mn-lt"/>
                        <a:ea typeface="+mn-ea"/>
                        <a:cs typeface="+mn-cs"/>
                      </a:endParaRPr>
                    </a:p>
                  </a:txBody>
                  <a:tcPr marL="34290" marR="68580" marT="34290" marB="34290" anchor="ctr" anchorCtr="1">
                    <a:lnT w="12700" cap="flat" cmpd="sng" algn="ctr">
                      <a:solidFill>
                        <a:schemeClr val="bg2"/>
                      </a:solidFill>
                      <a:prstDash val="sysDot"/>
                      <a:round/>
                      <a:headEnd type="none" w="med" len="med"/>
                      <a:tailEnd type="none" w="med" len="med"/>
                    </a:lnT>
                    <a:lnB w="6350" cap="flat" cmpd="sng" algn="ctr">
                      <a:solidFill>
                        <a:schemeClr val="bg2"/>
                      </a:solidFill>
                      <a:prstDash val="solid"/>
                      <a:round/>
                      <a:headEnd type="none" w="med" len="med"/>
                      <a:tailEnd type="none" w="med" len="med"/>
                    </a:lnB>
                  </a:tcPr>
                </a:tc>
                <a:tc>
                  <a:txBody>
                    <a:bodyPr/>
                    <a:lstStyle/>
                    <a:p>
                      <a:pPr marL="182880" marR="0" lvl="0" indent="-182880" algn="l" defTabSz="914400" rtl="0" eaLnBrk="1" fontAlgn="auto" latinLnBrk="0" hangingPunct="1">
                        <a:lnSpc>
                          <a:spcPct val="100000"/>
                        </a:lnSpc>
                        <a:spcBef>
                          <a:spcPts val="0"/>
                        </a:spcBef>
                        <a:spcAft>
                          <a:spcPts val="0"/>
                        </a:spcAft>
                        <a:buClr>
                          <a:srgbClr val="39C2D7"/>
                        </a:buClr>
                        <a:buSzTx/>
                        <a:buFont typeface="Arial" panose="020B0604020202020204" pitchFamily="34" charset="0"/>
                        <a:buChar char="•"/>
                        <a:tabLst/>
                        <a:defRPr/>
                      </a:pPr>
                      <a:r>
                        <a:rPr kumimoji="0" lang="en-US" sz="800" u="none" strike="noStrike" kern="1200" cap="none" spc="0" normalizeH="0" baseline="0">
                          <a:ln>
                            <a:noFill/>
                          </a:ln>
                          <a:solidFill>
                            <a:schemeClr val="tx1"/>
                          </a:solidFill>
                          <a:effectLst/>
                          <a:uLnTx/>
                          <a:uFillTx/>
                          <a:latin typeface="+mn-lt"/>
                          <a:ea typeface="+mn-ea"/>
                          <a:cs typeface="+mn-cs"/>
                        </a:rPr>
                        <a:t>40% development time saving over previous solution</a:t>
                      </a:r>
                    </a:p>
                    <a:p>
                      <a:pPr marL="182880" marR="0" lvl="0" indent="-182880" algn="l" defTabSz="914400" rtl="0" eaLnBrk="1" fontAlgn="auto" latinLnBrk="0" hangingPunct="1">
                        <a:lnSpc>
                          <a:spcPct val="100000"/>
                        </a:lnSpc>
                        <a:spcBef>
                          <a:spcPts val="0"/>
                        </a:spcBef>
                        <a:spcAft>
                          <a:spcPts val="0"/>
                        </a:spcAft>
                        <a:buClr>
                          <a:srgbClr val="39C2D7"/>
                        </a:buClr>
                        <a:buSzTx/>
                        <a:buFont typeface="Arial" panose="020B0604020202020204" pitchFamily="34" charset="0"/>
                        <a:buChar char="•"/>
                        <a:tabLst/>
                        <a:defRPr/>
                      </a:pPr>
                      <a:r>
                        <a:rPr kumimoji="0" lang="en-US" sz="800" u="none" strike="noStrike" kern="1200" cap="none" spc="0" normalizeH="0" baseline="0">
                          <a:ln>
                            <a:noFill/>
                          </a:ln>
                          <a:solidFill>
                            <a:schemeClr val="tx1"/>
                          </a:solidFill>
                          <a:effectLst/>
                          <a:uLnTx/>
                          <a:uFillTx/>
                          <a:latin typeface="+mn-lt"/>
                          <a:ea typeface="+mn-ea"/>
                          <a:cs typeface="+mn-cs"/>
                        </a:rPr>
                        <a:t>Multi-dimensional automation: Client Advisors can concentrate on decision making instead of routine tasks</a:t>
                      </a:r>
                    </a:p>
                    <a:p>
                      <a:pPr marL="182880" marR="0" lvl="0" indent="-182880" algn="l" defTabSz="914400" rtl="0" eaLnBrk="1" fontAlgn="auto" latinLnBrk="0" hangingPunct="1">
                        <a:lnSpc>
                          <a:spcPct val="100000"/>
                        </a:lnSpc>
                        <a:spcBef>
                          <a:spcPts val="0"/>
                        </a:spcBef>
                        <a:spcAft>
                          <a:spcPts val="0"/>
                        </a:spcAft>
                        <a:buClr>
                          <a:srgbClr val="39C2D7"/>
                        </a:buClr>
                        <a:buSzTx/>
                        <a:buFont typeface="Arial" panose="020B0604020202020204" pitchFamily="34" charset="0"/>
                        <a:buChar char="•"/>
                        <a:tabLst/>
                        <a:defRPr/>
                      </a:pPr>
                      <a:r>
                        <a:rPr kumimoji="0" lang="en-US" sz="800" u="none" strike="noStrike" kern="1200" cap="none" spc="0" normalizeH="0" baseline="0">
                          <a:ln>
                            <a:noFill/>
                          </a:ln>
                          <a:solidFill>
                            <a:schemeClr val="tx1"/>
                          </a:solidFill>
                          <a:effectLst/>
                          <a:uLnTx/>
                          <a:uFillTx/>
                          <a:latin typeface="+mn-lt"/>
                          <a:ea typeface="+mn-ea"/>
                          <a:cs typeface="+mn-cs"/>
                        </a:rPr>
                        <a:t>60% increase in maintainability stemming from a unified  platform allowing to quickly create new Pending Items</a:t>
                      </a:r>
                    </a:p>
                  </a:txBody>
                  <a:tcPr marL="137160" marR="137160" marT="34290" marB="34290" anchor="ctr">
                    <a:lnR w="9525" cap="flat" cmpd="sng" algn="ctr">
                      <a:noFill/>
                      <a:prstDash val="solid"/>
                      <a:round/>
                      <a:headEnd type="none" w="med" len="med"/>
                      <a:tailEnd type="none" w="med" len="med"/>
                    </a:lnR>
                    <a:lnT w="12700" cap="flat" cmpd="sng" algn="ctr">
                      <a:solidFill>
                        <a:schemeClr val="bg2"/>
                      </a:solidFill>
                      <a:prstDash val="sysDot"/>
                      <a:round/>
                      <a:headEnd type="none" w="med" len="med"/>
                      <a:tailEnd type="none" w="med" len="med"/>
                    </a:lnT>
                    <a:lnB w="6350" cap="flat" cmpd="sng" algn="ctr">
                      <a:solidFill>
                        <a:schemeClr val="bg2"/>
                      </a:solidFill>
                      <a:prstDash val="solid"/>
                      <a:round/>
                      <a:headEnd type="none" w="med" len="med"/>
                      <a:tailEnd type="none" w="med" len="med"/>
                    </a:lnB>
                  </a:tcPr>
                </a:tc>
                <a:extLst>
                  <a:ext uri="{0D108BD9-81ED-4DB2-BD59-A6C34878D82A}">
                    <a16:rowId xmlns:a16="http://schemas.microsoft.com/office/drawing/2014/main" val="832075993"/>
                  </a:ext>
                </a:extLst>
              </a:tr>
            </a:tbl>
          </a:graphicData>
        </a:graphic>
      </p:graphicFrame>
      <p:sp>
        <p:nvSpPr>
          <p:cNvPr id="4" name="Title 3"/>
          <p:cNvSpPr>
            <a:spLocks noGrp="1"/>
          </p:cNvSpPr>
          <p:nvPr>
            <p:ph type="title"/>
          </p:nvPr>
        </p:nvSpPr>
        <p:spPr>
          <a:xfrm>
            <a:off x="360365" y="225589"/>
            <a:ext cx="8426449" cy="307825"/>
          </a:xfrm>
        </p:spPr>
        <p:txBody>
          <a:bodyPr/>
          <a:lstStyle/>
          <a:p>
            <a:r>
              <a:rPr lang="en-US"/>
              <a:t>Helping our Key Clients to solve BPM Challenges</a:t>
            </a:r>
          </a:p>
        </p:txBody>
      </p:sp>
      <p:pic>
        <p:nvPicPr>
          <p:cNvPr id="17" name="Рисунок 10">
            <a:extLst>
              <a:ext uri="{FF2B5EF4-FFF2-40B4-BE49-F238E27FC236}">
                <a16:creationId xmlns:a16="http://schemas.microsoft.com/office/drawing/2014/main" id="{499DC88B-F666-4F6B-BFB7-F0CAB24A4991}"/>
              </a:ext>
            </a:extLst>
          </p:cNvPr>
          <p:cNvPicPr>
            <a:picLocks noChangeAspect="1"/>
          </p:cNvPicPr>
          <p:nvPr/>
        </p:nvPicPr>
        <p:blipFill rotWithShape="1">
          <a:blip r:embed="rId3" cstate="print">
            <a:extLst>
              <a:ext uri="{28A0092B-C50C-407E-A947-70E740481C1C}">
                <a14:useLocalDpi xmlns:a14="http://schemas.microsoft.com/office/drawing/2010/main" val="0"/>
              </a:ext>
            </a:extLst>
          </a:blip>
          <a:srcRect t="18477" b="19123"/>
          <a:stretch/>
        </p:blipFill>
        <p:spPr>
          <a:xfrm>
            <a:off x="412189" y="1776966"/>
            <a:ext cx="666181" cy="304846"/>
          </a:xfrm>
          <a:prstGeom prst="rect">
            <a:avLst/>
          </a:prstGeom>
        </p:spPr>
      </p:pic>
      <p:pic>
        <p:nvPicPr>
          <p:cNvPr id="15" name="Picture 12" descr="ÐÐ°ÑÑÐ¸Ð½ÐºÐ¸ Ð¿Ð¾ Ð·Ð°Ð¿ÑÐ¾ÑÑ CoreLogic">
            <a:extLst>
              <a:ext uri="{FF2B5EF4-FFF2-40B4-BE49-F238E27FC236}">
                <a16:creationId xmlns:a16="http://schemas.microsoft.com/office/drawing/2014/main" id="{A2B4BF17-2FB5-4EE3-8D5C-5D5F41A7DA4C}"/>
              </a:ext>
            </a:extLst>
          </p:cNvPr>
          <p:cNvPicPr>
            <a:picLocks noChangeAspect="1" noChangeArrowheads="1"/>
          </p:cNvPicPr>
          <p:nvPr/>
        </p:nvPicPr>
        <p:blipFill>
          <a:blip r:embed="rId4" cstate="print">
            <a:extLst>
              <a:ext uri="{28A0092B-C50C-407E-A947-70E740481C1C}">
                <a14:useLocalDpi xmlns:a14="http://schemas.microsoft.com/office/drawing/2010/main" val="0"/>
              </a:ext>
            </a:extLst>
          </a:blip>
          <a:stretch>
            <a:fillRect/>
          </a:stretch>
        </p:blipFill>
        <p:spPr bwMode="auto">
          <a:xfrm>
            <a:off x="432802" y="2802350"/>
            <a:ext cx="624954" cy="255190"/>
          </a:xfrm>
          <a:prstGeom prst="rect">
            <a:avLst/>
          </a:prstGeom>
          <a:noFill/>
          <a:extLst>
            <a:ext uri="{909E8E84-426E-40DD-AFC4-6F175D3DCCD1}">
              <a14:hiddenFill xmlns:a14="http://schemas.microsoft.com/office/drawing/2010/main">
                <a:solidFill>
                  <a:srgbClr val="FFFFFF"/>
                </a:solidFill>
              </a14:hiddenFill>
            </a:ext>
          </a:extLst>
        </p:spPr>
      </p:pic>
      <p:pic>
        <p:nvPicPr>
          <p:cNvPr id="22" name="Graphic 21">
            <a:extLst>
              <a:ext uri="{FF2B5EF4-FFF2-40B4-BE49-F238E27FC236}">
                <a16:creationId xmlns:a16="http://schemas.microsoft.com/office/drawing/2014/main" id="{412A62F5-51B8-49EC-8E38-3C5075AFEFA7}"/>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p:blipFill>
        <p:spPr>
          <a:xfrm>
            <a:off x="3804972" y="1747384"/>
            <a:ext cx="576963" cy="144242"/>
          </a:xfrm>
          <a:prstGeom prst="rect">
            <a:avLst/>
          </a:prstGeom>
        </p:spPr>
      </p:pic>
      <p:pic>
        <p:nvPicPr>
          <p:cNvPr id="27" name="Picture 26" descr="Image result for workfusion logo">
            <a:extLst>
              <a:ext uri="{FF2B5EF4-FFF2-40B4-BE49-F238E27FC236}">
                <a16:creationId xmlns:a16="http://schemas.microsoft.com/office/drawing/2014/main" id="{E0F227E0-6B07-4807-B39E-9155B910733D}"/>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tretch>
            <a:fillRect/>
          </a:stretch>
        </p:blipFill>
        <p:spPr bwMode="auto">
          <a:xfrm>
            <a:off x="3772970" y="1953174"/>
            <a:ext cx="640967" cy="151311"/>
          </a:xfrm>
          <a:prstGeom prst="rect">
            <a:avLst/>
          </a:prstGeom>
          <a:noFill/>
          <a:extLst>
            <a:ext uri="{909E8E84-426E-40DD-AFC4-6F175D3DCCD1}">
              <a14:hiddenFill xmlns:a14="http://schemas.microsoft.com/office/drawing/2010/main">
                <a:solidFill>
                  <a:srgbClr val="FFFFFF"/>
                </a:solidFill>
              </a14:hiddenFill>
            </a:ext>
          </a:extLst>
        </p:spPr>
      </p:pic>
      <p:pic>
        <p:nvPicPr>
          <p:cNvPr id="28" name="Picture 4" descr="http://logonoid.com/images/pegasystems-logo.png">
            <a:extLst>
              <a:ext uri="{FF2B5EF4-FFF2-40B4-BE49-F238E27FC236}">
                <a16:creationId xmlns:a16="http://schemas.microsoft.com/office/drawing/2014/main" id="{B50BACB1-AB50-4B8F-B625-2543188809E5}"/>
              </a:ext>
            </a:extLst>
          </p:cNvPr>
          <p:cNvPicPr>
            <a:picLocks noChangeAspect="1" noChangeArrowheads="1"/>
          </p:cNvPicPr>
          <p:nvPr/>
        </p:nvPicPr>
        <p:blipFill>
          <a:blip r:embed="rId8" cstate="print">
            <a:extLst>
              <a:ext uri="{28A0092B-C50C-407E-A947-70E740481C1C}">
                <a14:useLocalDpi xmlns:a14="http://schemas.microsoft.com/office/drawing/2010/main"/>
              </a:ext>
            </a:extLst>
          </a:blip>
          <a:stretch>
            <a:fillRect/>
          </a:stretch>
        </p:blipFill>
        <p:spPr bwMode="auto">
          <a:xfrm>
            <a:off x="3861859" y="1167904"/>
            <a:ext cx="463188" cy="22073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Image result for Alfresco">
            <a:extLst>
              <a:ext uri="{FF2B5EF4-FFF2-40B4-BE49-F238E27FC236}">
                <a16:creationId xmlns:a16="http://schemas.microsoft.com/office/drawing/2014/main" id="{8AA03465-2A96-40FF-A147-B1F60C40E38C}"/>
              </a:ext>
            </a:extLst>
          </p:cNvPr>
          <p:cNvPicPr>
            <a:picLocks noChangeAspect="1" noChangeArrowheads="1"/>
          </p:cNvPicPr>
          <p:nvPr/>
        </p:nvPicPr>
        <p:blipFill rotWithShape="1">
          <a:blip r:embed="rId9" cstate="print">
            <a:extLst>
              <a:ext uri="{28A0092B-C50C-407E-A947-70E740481C1C}">
                <a14:useLocalDpi xmlns:a14="http://schemas.microsoft.com/office/drawing/2010/main" val="0"/>
              </a:ext>
            </a:extLst>
          </a:blip>
          <a:stretch/>
        </p:blipFill>
        <p:spPr bwMode="auto">
          <a:xfrm>
            <a:off x="3793471" y="2846555"/>
            <a:ext cx="599964" cy="162849"/>
          </a:xfrm>
          <a:prstGeom prst="rect">
            <a:avLst/>
          </a:prstGeom>
          <a:noFill/>
          <a:extLst>
            <a:ext uri="{909E8E84-426E-40DD-AFC4-6F175D3DCCD1}">
              <a14:hiddenFill xmlns:a14="http://schemas.microsoft.com/office/drawing/2010/main">
                <a:solidFill>
                  <a:srgbClr val="FFFFFF"/>
                </a:solidFill>
              </a14:hiddenFill>
            </a:ext>
          </a:extLst>
        </p:spPr>
      </p:pic>
      <p:pic>
        <p:nvPicPr>
          <p:cNvPr id="5" name="Picture 2" descr="Image result for ubs">
            <a:extLst>
              <a:ext uri="{FF2B5EF4-FFF2-40B4-BE49-F238E27FC236}">
                <a16:creationId xmlns:a16="http://schemas.microsoft.com/office/drawing/2014/main" id="{1185AF4A-3C05-49DB-B972-C178573FB750}"/>
              </a:ext>
            </a:extLst>
          </p:cNvPr>
          <p:cNvPicPr>
            <a:picLocks noChangeAspect="1" noChangeArrowheads="1"/>
          </p:cNvPicPr>
          <p:nvPr/>
        </p:nvPicPr>
        <p:blipFill>
          <a:blip r:embed="rId10" cstate="print">
            <a:extLst>
              <a:ext uri="{28A0092B-C50C-407E-A947-70E740481C1C}">
                <a14:useLocalDpi xmlns:a14="http://schemas.microsoft.com/office/drawing/2010/main" val="0"/>
              </a:ext>
            </a:extLst>
          </a:blip>
          <a:stretch>
            <a:fillRect/>
          </a:stretch>
        </p:blipFill>
        <p:spPr bwMode="auto">
          <a:xfrm>
            <a:off x="465978" y="4289819"/>
            <a:ext cx="550404" cy="330027"/>
          </a:xfrm>
          <a:prstGeom prst="rect">
            <a:avLst/>
          </a:prstGeom>
          <a:noFill/>
          <a:extLst>
            <a:ext uri="{909E8E84-426E-40DD-AFC4-6F175D3DCCD1}">
              <a14:hiddenFill xmlns:a14="http://schemas.microsoft.com/office/drawing/2010/main">
                <a:solidFill>
                  <a:srgbClr val="FFFFFF"/>
                </a:solidFill>
              </a14:hiddenFill>
            </a:ext>
          </a:extLst>
        </p:spPr>
      </p:pic>
      <p:pic>
        <p:nvPicPr>
          <p:cNvPr id="16" name="Picture 2" descr="Image result for sanofi">
            <a:extLst>
              <a:ext uri="{FF2B5EF4-FFF2-40B4-BE49-F238E27FC236}">
                <a16:creationId xmlns:a16="http://schemas.microsoft.com/office/drawing/2014/main" id="{12B8CC2B-4AF3-45D1-A100-62BBC61B0B74}"/>
              </a:ext>
            </a:extLst>
          </p:cNvPr>
          <p:cNvPicPr>
            <a:picLocks noChangeAspect="1" noChangeArrowheads="1"/>
          </p:cNvPicPr>
          <p:nvPr/>
        </p:nvPicPr>
        <p:blipFill rotWithShape="1">
          <a:blip r:embed="rId11" cstate="print">
            <a:extLst>
              <a:ext uri="{28A0092B-C50C-407E-A947-70E740481C1C}">
                <a14:useLocalDpi xmlns:a14="http://schemas.microsoft.com/office/drawing/2010/main" val="0"/>
              </a:ext>
            </a:extLst>
          </a:blip>
          <a:stretch/>
        </p:blipFill>
        <p:spPr bwMode="auto">
          <a:xfrm>
            <a:off x="469779" y="2371850"/>
            <a:ext cx="551000" cy="133472"/>
          </a:xfrm>
          <a:prstGeom prst="rect">
            <a:avLst/>
          </a:prstGeom>
          <a:noFill/>
          <a:extLst>
            <a:ext uri="{909E8E84-426E-40DD-AFC4-6F175D3DCCD1}">
              <a14:hiddenFill xmlns:a14="http://schemas.microsoft.com/office/drawing/2010/main">
                <a:solidFill>
                  <a:srgbClr val="FFFFFF"/>
                </a:solidFill>
              </a14:hiddenFill>
            </a:ext>
          </a:extLst>
        </p:spPr>
      </p:pic>
      <p:pic>
        <p:nvPicPr>
          <p:cNvPr id="18" name="Picture 2" descr="Image result for appian">
            <a:extLst>
              <a:ext uri="{FF2B5EF4-FFF2-40B4-BE49-F238E27FC236}">
                <a16:creationId xmlns:a16="http://schemas.microsoft.com/office/drawing/2014/main" id="{7D04E099-4474-476F-83B4-8A03C2369397}"/>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3889225" y="2331793"/>
            <a:ext cx="408456" cy="181804"/>
          </a:xfrm>
          <a:prstGeom prst="rect">
            <a:avLst/>
          </a:prstGeom>
          <a:noFill/>
          <a:extLst>
            <a:ext uri="{909E8E84-426E-40DD-AFC4-6F175D3DCCD1}">
              <a14:hiddenFill xmlns:a14="http://schemas.microsoft.com/office/drawing/2010/main">
                <a:solidFill>
                  <a:srgbClr val="FFFFFF"/>
                </a:solidFill>
              </a14:hiddenFill>
            </a:ext>
          </a:extLst>
        </p:spPr>
      </p:pic>
      <p:pic>
        <p:nvPicPr>
          <p:cNvPr id="13" name="Picture 12">
            <a:extLst>
              <a:ext uri="{FF2B5EF4-FFF2-40B4-BE49-F238E27FC236}">
                <a16:creationId xmlns:a16="http://schemas.microsoft.com/office/drawing/2014/main" id="{FD0F443D-69C4-4D01-A913-598B89C68543}"/>
              </a:ext>
            </a:extLst>
          </p:cNvPr>
          <p:cNvPicPr/>
          <p:nvPr/>
        </p:nvPicPr>
        <p:blipFill>
          <a:blip r:embed="rId13" cstate="print">
            <a:extLst>
              <a:ext uri="{28A0092B-C50C-407E-A947-70E740481C1C}">
                <a14:useLocalDpi xmlns:a14="http://schemas.microsoft.com/office/drawing/2010/main" val="0"/>
              </a:ext>
            </a:extLst>
          </a:blip>
          <a:stretch>
            <a:fillRect/>
          </a:stretch>
        </p:blipFill>
        <p:spPr>
          <a:xfrm>
            <a:off x="600993" y="3333451"/>
            <a:ext cx="288573" cy="267551"/>
          </a:xfrm>
          <a:prstGeom prst="rect">
            <a:avLst/>
          </a:prstGeom>
        </p:spPr>
      </p:pic>
      <p:pic>
        <p:nvPicPr>
          <p:cNvPr id="19" name="Picture Placeholder 1">
            <a:extLst>
              <a:ext uri="{FF2B5EF4-FFF2-40B4-BE49-F238E27FC236}">
                <a16:creationId xmlns:a16="http://schemas.microsoft.com/office/drawing/2014/main" id="{5A08BFAF-4FBA-45F0-ACB3-06EDFF635A33}"/>
              </a:ext>
            </a:extLst>
          </p:cNvPr>
          <p:cNvPicPr>
            <a:picLocks noChangeAspect="1"/>
          </p:cNvPicPr>
          <p:nvPr/>
        </p:nvPicPr>
        <p:blipFill>
          <a:blip r:embed="rId14" cstate="print">
            <a:extLst>
              <a:ext uri="{28A0092B-C50C-407E-A947-70E740481C1C}">
                <a14:useLocalDpi xmlns:a14="http://schemas.microsoft.com/office/drawing/2010/main" val="0"/>
              </a:ext>
            </a:extLst>
          </a:blip>
          <a:stretch>
            <a:fillRect/>
          </a:stretch>
        </p:blipFill>
        <p:spPr>
          <a:xfrm>
            <a:off x="412189" y="3882284"/>
            <a:ext cx="666181" cy="219217"/>
          </a:xfrm>
          <a:prstGeom prst="rect">
            <a:avLst/>
          </a:prstGeom>
        </p:spPr>
      </p:pic>
      <p:pic>
        <p:nvPicPr>
          <p:cNvPr id="21" name="Picture 4" descr="http://logonoid.com/images/pegasystems-logo.png">
            <a:extLst>
              <a:ext uri="{FF2B5EF4-FFF2-40B4-BE49-F238E27FC236}">
                <a16:creationId xmlns:a16="http://schemas.microsoft.com/office/drawing/2014/main" id="{C69C63AD-70CE-46C3-B571-71679E5A7A3A}"/>
              </a:ext>
            </a:extLst>
          </p:cNvPr>
          <p:cNvPicPr>
            <a:picLocks noChangeAspect="1" noChangeArrowheads="1"/>
          </p:cNvPicPr>
          <p:nvPr/>
        </p:nvPicPr>
        <p:blipFill>
          <a:blip r:embed="rId8" cstate="print">
            <a:extLst>
              <a:ext uri="{28A0092B-C50C-407E-A947-70E740481C1C}">
                <a14:useLocalDpi xmlns:a14="http://schemas.microsoft.com/office/drawing/2010/main"/>
              </a:ext>
            </a:extLst>
          </a:blip>
          <a:stretch>
            <a:fillRect/>
          </a:stretch>
        </p:blipFill>
        <p:spPr bwMode="auto">
          <a:xfrm>
            <a:off x="3861859" y="3375512"/>
            <a:ext cx="463188" cy="220739"/>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22">
            <a:extLst>
              <a:ext uri="{FF2B5EF4-FFF2-40B4-BE49-F238E27FC236}">
                <a16:creationId xmlns:a16="http://schemas.microsoft.com/office/drawing/2014/main" id="{B69F9520-930C-4C86-AC63-7C07156C0334}"/>
              </a:ext>
            </a:extLst>
          </p:cNvPr>
          <p:cNvPicPr>
            <a:picLocks noChangeAspect="1"/>
          </p:cNvPicPr>
          <p:nvPr/>
        </p:nvPicPr>
        <p:blipFill rotWithShape="1">
          <a:blip r:embed="rId15"/>
          <a:srcRect r="3150"/>
          <a:stretch/>
        </p:blipFill>
        <p:spPr>
          <a:xfrm>
            <a:off x="563885" y="1155657"/>
            <a:ext cx="354590" cy="232986"/>
          </a:xfrm>
          <a:prstGeom prst="rect">
            <a:avLst/>
          </a:prstGeom>
        </p:spPr>
      </p:pic>
      <p:pic>
        <p:nvPicPr>
          <p:cNvPr id="25" name="Picture 2" descr="Image result for appian">
            <a:extLst>
              <a:ext uri="{FF2B5EF4-FFF2-40B4-BE49-F238E27FC236}">
                <a16:creationId xmlns:a16="http://schemas.microsoft.com/office/drawing/2014/main" id="{A48D2272-B047-49B1-82ED-8882B08F179F}"/>
              </a:ext>
            </a:extLst>
          </p:cNvPr>
          <p:cNvPicPr>
            <a:picLocks noChangeAspect="1" noChangeArrowheads="1"/>
          </p:cNvPicPr>
          <p:nvPr/>
        </p:nvPicPr>
        <p:blipFill>
          <a:blip r:embed="rId12" cstate="print">
            <a:extLst>
              <a:ext uri="{28A0092B-C50C-407E-A947-70E740481C1C}">
                <a14:useLocalDpi xmlns:a14="http://schemas.microsoft.com/office/drawing/2010/main" val="0"/>
              </a:ext>
            </a:extLst>
          </a:blip>
          <a:srcRect/>
          <a:stretch>
            <a:fillRect/>
          </a:stretch>
        </p:blipFill>
        <p:spPr bwMode="auto">
          <a:xfrm>
            <a:off x="3889225" y="3865467"/>
            <a:ext cx="408456" cy="181804"/>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4" descr="http://logonoid.com/images/pegasystems-logo.png">
            <a:extLst>
              <a:ext uri="{FF2B5EF4-FFF2-40B4-BE49-F238E27FC236}">
                <a16:creationId xmlns:a16="http://schemas.microsoft.com/office/drawing/2014/main" id="{3EB542BA-15B1-4449-9D94-07BD09D4269E}"/>
              </a:ext>
            </a:extLst>
          </p:cNvPr>
          <p:cNvPicPr>
            <a:picLocks noChangeAspect="1" noChangeArrowheads="1"/>
          </p:cNvPicPr>
          <p:nvPr/>
        </p:nvPicPr>
        <p:blipFill>
          <a:blip r:embed="rId8" cstate="print">
            <a:extLst>
              <a:ext uri="{28A0092B-C50C-407E-A947-70E740481C1C}">
                <a14:useLocalDpi xmlns:a14="http://schemas.microsoft.com/office/drawing/2010/main"/>
              </a:ext>
            </a:extLst>
          </a:blip>
          <a:stretch>
            <a:fillRect/>
          </a:stretch>
        </p:blipFill>
        <p:spPr bwMode="auto">
          <a:xfrm>
            <a:off x="3834493" y="4350010"/>
            <a:ext cx="463188" cy="22073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4198400644"/>
      </p:ext>
    </p:extLst>
  </p:cSld>
  <p:clrMapOvr>
    <a:masterClrMapping/>
  </p:clrMapOvr>
  <p:transition spd="slow"/>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p:cNvSpPr>
            <a:spLocks noGrp="1"/>
          </p:cNvSpPr>
          <p:nvPr>
            <p:ph type="title"/>
          </p:nvPr>
        </p:nvSpPr>
        <p:spPr/>
        <p:txBody>
          <a:bodyPr/>
          <a:lstStyle/>
          <a:p>
            <a:r>
              <a:rPr lang="en-US"/>
              <a:t>Partnerships and Solutions </a:t>
            </a:r>
          </a:p>
        </p:txBody>
      </p:sp>
      <p:pic>
        <p:nvPicPr>
          <p:cNvPr id="13" name="Picture 4" descr="http://logonoid.com/images/pegasystems-logo.png">
            <a:extLst>
              <a:ext uri="{FF2B5EF4-FFF2-40B4-BE49-F238E27FC236}">
                <a16:creationId xmlns:a16="http://schemas.microsoft.com/office/drawing/2014/main" id="{9F94C88D-6651-461F-8F0E-8F9BD6D1248F}"/>
              </a:ext>
            </a:extLst>
          </p:cNvPr>
          <p:cNvPicPr>
            <a:picLocks noChangeAspect="1" noChangeArrowheads="1"/>
          </p:cNvPicPr>
          <p:nvPr/>
        </p:nvPicPr>
        <p:blipFill>
          <a:blip r:embed="rId3" cstate="print">
            <a:extLst>
              <a:ext uri="{28A0092B-C50C-407E-A947-70E740481C1C}">
                <a14:useLocalDpi xmlns:a14="http://schemas.microsoft.com/office/drawing/2010/main"/>
              </a:ext>
            </a:extLst>
          </a:blip>
          <a:stretch>
            <a:fillRect/>
          </a:stretch>
        </p:blipFill>
        <p:spPr bwMode="auto">
          <a:xfrm>
            <a:off x="730116" y="1127497"/>
            <a:ext cx="754246" cy="359446"/>
          </a:xfrm>
          <a:prstGeom prst="rect">
            <a:avLst/>
          </a:prstGeom>
          <a:noFill/>
          <a:extLst>
            <a:ext uri="{909E8E84-426E-40DD-AFC4-6F175D3DCCD1}">
              <a14:hiddenFill xmlns:a14="http://schemas.microsoft.com/office/drawing/2010/main">
                <a:solidFill>
                  <a:srgbClr val="FFFFFF"/>
                </a:solidFill>
              </a14:hiddenFill>
            </a:ext>
          </a:extLst>
        </p:spPr>
      </p:pic>
      <p:pic>
        <p:nvPicPr>
          <p:cNvPr id="19" name="Picture 9">
            <a:extLst>
              <a:ext uri="{FF2B5EF4-FFF2-40B4-BE49-F238E27FC236}">
                <a16:creationId xmlns:a16="http://schemas.microsoft.com/office/drawing/2014/main" id="{ADAD915C-6DB8-49A8-9BB1-C0357CDA99F2}"/>
              </a:ext>
            </a:extLst>
          </p:cNvPr>
          <p:cNvPicPr>
            <a:picLocks noChangeAspect="1" noChangeArrowheads="1"/>
          </p:cNvPicPr>
          <p:nvPr/>
        </p:nvPicPr>
        <p:blipFill>
          <a:blip r:embed="rId4" cstate="print">
            <a:extLst>
              <a:ext uri="{28A0092B-C50C-407E-A947-70E740481C1C}">
                <a14:useLocalDpi xmlns:a14="http://schemas.microsoft.com/office/drawing/2010/main"/>
              </a:ext>
            </a:extLst>
          </a:blip>
          <a:stretch>
            <a:fillRect/>
          </a:stretch>
        </p:blipFill>
        <p:spPr bwMode="auto">
          <a:xfrm>
            <a:off x="2973039" y="3157043"/>
            <a:ext cx="1225206" cy="220338"/>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pic>
      <p:pic>
        <p:nvPicPr>
          <p:cNvPr id="20" name="Graphic 19">
            <a:extLst>
              <a:ext uri="{FF2B5EF4-FFF2-40B4-BE49-F238E27FC236}">
                <a16:creationId xmlns:a16="http://schemas.microsoft.com/office/drawing/2014/main" id="{821739C0-2494-4A8C-A2FB-FA7348D147A5}"/>
              </a:ext>
            </a:extLst>
          </p:cNvPr>
          <p:cNvPicPr>
            <a:picLocks noChangeAspect="1"/>
          </p:cNvPicPr>
          <p:nvPr/>
        </p:nvPicPr>
        <p:blipFill>
          <a:blip r:embed="rId5" cstate="print">
            <a:extLst>
              <a:ext uri="{28A0092B-C50C-407E-A947-70E740481C1C}">
                <a14:useLocalDpi xmlns:a14="http://schemas.microsoft.com/office/drawing/2010/main" val="0"/>
              </a:ext>
              <a:ext uri="{96DAC541-7B7A-43D3-8B79-37D633B846F1}">
                <asvg:svgBlip xmlns:asvg="http://schemas.microsoft.com/office/drawing/2016/SVG/main" xmlns="" r:embed="rId6"/>
              </a:ext>
            </a:extLst>
          </a:blip>
          <a:stretch>
            <a:fillRect/>
          </a:stretch>
        </p:blipFill>
        <p:spPr>
          <a:xfrm>
            <a:off x="7436216" y="2027339"/>
            <a:ext cx="1013326" cy="253332"/>
          </a:xfrm>
          <a:prstGeom prst="rect">
            <a:avLst/>
          </a:prstGeom>
        </p:spPr>
      </p:pic>
      <p:pic>
        <p:nvPicPr>
          <p:cNvPr id="21" name="Picture 6" descr="Image result for oracle BPM logo">
            <a:extLst>
              <a:ext uri="{FF2B5EF4-FFF2-40B4-BE49-F238E27FC236}">
                <a16:creationId xmlns:a16="http://schemas.microsoft.com/office/drawing/2014/main" id="{C8EBAFB0-08D8-4A60-B10E-0C5274B76FBD}"/>
              </a:ext>
            </a:extLst>
          </p:cNvPr>
          <p:cNvPicPr>
            <a:picLocks noChangeAspect="1" noChangeArrowheads="1"/>
          </p:cNvPicPr>
          <p:nvPr/>
        </p:nvPicPr>
        <p:blipFill>
          <a:blip r:embed="rId7" cstate="print">
            <a:extLst>
              <a:ext uri="{28A0092B-C50C-407E-A947-70E740481C1C}">
                <a14:useLocalDpi xmlns:a14="http://schemas.microsoft.com/office/drawing/2010/main" val="0"/>
              </a:ext>
            </a:extLst>
          </a:blip>
          <a:stretch>
            <a:fillRect/>
          </a:stretch>
        </p:blipFill>
        <p:spPr bwMode="auto">
          <a:xfrm>
            <a:off x="2950370" y="1018894"/>
            <a:ext cx="1296144" cy="492974"/>
          </a:xfrm>
          <a:prstGeom prst="rect">
            <a:avLst/>
          </a:prstGeom>
          <a:noFill/>
          <a:extLst>
            <a:ext uri="{909E8E84-426E-40DD-AFC4-6F175D3DCCD1}">
              <a14:hiddenFill xmlns:a14="http://schemas.microsoft.com/office/drawing/2010/main">
                <a:solidFill>
                  <a:srgbClr val="FFFFFF"/>
                </a:solidFill>
              </a14:hiddenFill>
            </a:ext>
          </a:extLst>
        </p:spPr>
      </p:pic>
      <p:pic>
        <p:nvPicPr>
          <p:cNvPr id="23" name="Picture 8" descr="Image result for tibco bpm logo">
            <a:extLst>
              <a:ext uri="{FF2B5EF4-FFF2-40B4-BE49-F238E27FC236}">
                <a16:creationId xmlns:a16="http://schemas.microsoft.com/office/drawing/2014/main" id="{2639FDEB-D83E-40DF-8116-7C08D8C3ECBA}"/>
              </a:ext>
            </a:extLst>
          </p:cNvPr>
          <p:cNvPicPr>
            <a:picLocks noChangeAspect="1" noChangeArrowheads="1"/>
          </p:cNvPicPr>
          <p:nvPr/>
        </p:nvPicPr>
        <p:blipFill>
          <a:blip r:embed="rId8" cstate="print">
            <a:extLst>
              <a:ext uri="{28A0092B-C50C-407E-A947-70E740481C1C}">
                <a14:useLocalDpi xmlns:a14="http://schemas.microsoft.com/office/drawing/2010/main" val="0"/>
              </a:ext>
            </a:extLst>
          </a:blip>
          <a:stretch>
            <a:fillRect/>
          </a:stretch>
        </p:blipFill>
        <p:spPr bwMode="auto">
          <a:xfrm>
            <a:off x="7661365" y="1007094"/>
            <a:ext cx="889656" cy="516574"/>
          </a:xfrm>
          <a:prstGeom prst="rect">
            <a:avLst/>
          </a:prstGeom>
          <a:noFill/>
          <a:extLst>
            <a:ext uri="{909E8E84-426E-40DD-AFC4-6F175D3DCCD1}">
              <a14:hiddenFill xmlns:a14="http://schemas.microsoft.com/office/drawing/2010/main">
                <a:solidFill>
                  <a:srgbClr val="FFFFFF"/>
                </a:solidFill>
              </a14:hiddenFill>
            </a:ext>
          </a:extLst>
        </p:spPr>
      </p:pic>
      <p:pic>
        <p:nvPicPr>
          <p:cNvPr id="24" name="Picture 10" descr="Image result for drools logo">
            <a:extLst>
              <a:ext uri="{FF2B5EF4-FFF2-40B4-BE49-F238E27FC236}">
                <a16:creationId xmlns:a16="http://schemas.microsoft.com/office/drawing/2014/main" id="{87D7E03B-8F58-4D82-8C90-BA4F1E4FD9C6}"/>
              </a:ext>
            </a:extLst>
          </p:cNvPr>
          <p:cNvPicPr>
            <a:picLocks noChangeAspect="1" noChangeArrowheads="1"/>
          </p:cNvPicPr>
          <p:nvPr/>
        </p:nvPicPr>
        <p:blipFill>
          <a:blip r:embed="rId9" cstate="print">
            <a:extLst>
              <a:ext uri="{28A0092B-C50C-407E-A947-70E740481C1C}">
                <a14:useLocalDpi xmlns:a14="http://schemas.microsoft.com/office/drawing/2010/main" val="0"/>
              </a:ext>
            </a:extLst>
          </a:blip>
          <a:stretch>
            <a:fillRect/>
          </a:stretch>
        </p:blipFill>
        <p:spPr bwMode="auto">
          <a:xfrm>
            <a:off x="561293" y="1962938"/>
            <a:ext cx="1125448" cy="337634"/>
          </a:xfrm>
          <a:prstGeom prst="rect">
            <a:avLst/>
          </a:prstGeom>
          <a:noFill/>
          <a:extLst>
            <a:ext uri="{909E8E84-426E-40DD-AFC4-6F175D3DCCD1}">
              <a14:hiddenFill xmlns:a14="http://schemas.microsoft.com/office/drawing/2010/main">
                <a:solidFill>
                  <a:srgbClr val="FFFFFF"/>
                </a:solidFill>
              </a14:hiddenFill>
            </a:ext>
          </a:extLst>
        </p:spPr>
      </p:pic>
      <p:pic>
        <p:nvPicPr>
          <p:cNvPr id="25" name="Picture 14" descr="Image result for alfresco logo">
            <a:extLst>
              <a:ext uri="{FF2B5EF4-FFF2-40B4-BE49-F238E27FC236}">
                <a16:creationId xmlns:a16="http://schemas.microsoft.com/office/drawing/2014/main" id="{6D882A5D-0E5E-42D6-86E6-F443B4256131}"/>
              </a:ext>
            </a:extLst>
          </p:cNvPr>
          <p:cNvPicPr>
            <a:picLocks noChangeAspect="1" noChangeArrowheads="1"/>
          </p:cNvPicPr>
          <p:nvPr/>
        </p:nvPicPr>
        <p:blipFill>
          <a:blip r:embed="rId10">
            <a:extLst>
              <a:ext uri="{28A0092B-C50C-407E-A947-70E740481C1C}">
                <a14:useLocalDpi xmlns:a14="http://schemas.microsoft.com/office/drawing/2010/main" val="0"/>
              </a:ext>
            </a:extLst>
          </a:blip>
          <a:stretch>
            <a:fillRect/>
          </a:stretch>
        </p:blipFill>
        <p:spPr bwMode="auto">
          <a:xfrm>
            <a:off x="470273" y="2994818"/>
            <a:ext cx="1307488" cy="544788"/>
          </a:xfrm>
          <a:prstGeom prst="rect">
            <a:avLst/>
          </a:prstGeom>
          <a:noFill/>
          <a:extLst>
            <a:ext uri="{909E8E84-426E-40DD-AFC4-6F175D3DCCD1}">
              <a14:hiddenFill xmlns:a14="http://schemas.microsoft.com/office/drawing/2010/main">
                <a:solidFill>
                  <a:srgbClr val="FFFFFF"/>
                </a:solidFill>
              </a14:hiddenFill>
            </a:ext>
          </a:extLst>
        </p:spPr>
      </p:pic>
      <p:pic>
        <p:nvPicPr>
          <p:cNvPr id="29" name="Picture 18" descr="Image result for sap  logo">
            <a:extLst>
              <a:ext uri="{FF2B5EF4-FFF2-40B4-BE49-F238E27FC236}">
                <a16:creationId xmlns:a16="http://schemas.microsoft.com/office/drawing/2014/main" id="{561CBE80-CD36-46D7-AFAA-38547534B4ED}"/>
              </a:ext>
            </a:extLst>
          </p:cNvPr>
          <p:cNvPicPr>
            <a:picLocks noChangeAspect="1" noChangeArrowheads="1"/>
          </p:cNvPicPr>
          <p:nvPr/>
        </p:nvPicPr>
        <p:blipFill>
          <a:blip r:embed="rId11" cstate="print">
            <a:extLst>
              <a:ext uri="{28A0092B-C50C-407E-A947-70E740481C1C}">
                <a14:useLocalDpi xmlns:a14="http://schemas.microsoft.com/office/drawing/2010/main" val="0"/>
              </a:ext>
            </a:extLst>
          </a:blip>
          <a:stretch>
            <a:fillRect/>
          </a:stretch>
        </p:blipFill>
        <p:spPr bwMode="auto">
          <a:xfrm>
            <a:off x="2911297" y="2020674"/>
            <a:ext cx="786326" cy="314528"/>
          </a:xfrm>
          <a:prstGeom prst="rect">
            <a:avLst/>
          </a:prstGeom>
          <a:noFill/>
          <a:extLst>
            <a:ext uri="{909E8E84-426E-40DD-AFC4-6F175D3DCCD1}">
              <a14:hiddenFill xmlns:a14="http://schemas.microsoft.com/office/drawing/2010/main">
                <a:solidFill>
                  <a:srgbClr val="FFFFFF"/>
                </a:solidFill>
              </a14:hiddenFill>
            </a:ext>
          </a:extLst>
        </p:spPr>
      </p:pic>
      <p:pic>
        <p:nvPicPr>
          <p:cNvPr id="30" name="Picture 20" descr="Image result for jbpm  logo">
            <a:extLst>
              <a:ext uri="{FF2B5EF4-FFF2-40B4-BE49-F238E27FC236}">
                <a16:creationId xmlns:a16="http://schemas.microsoft.com/office/drawing/2014/main" id="{B635B468-CC3F-41C7-8AD3-57E970F10F1E}"/>
              </a:ext>
            </a:extLst>
          </p:cNvPr>
          <p:cNvPicPr>
            <a:picLocks noChangeAspect="1" noChangeArrowheads="1"/>
          </p:cNvPicPr>
          <p:nvPr/>
        </p:nvPicPr>
        <p:blipFill>
          <a:blip r:embed="rId12">
            <a:extLst>
              <a:ext uri="{28A0092B-C50C-407E-A947-70E740481C1C}">
                <a14:useLocalDpi xmlns:a14="http://schemas.microsoft.com/office/drawing/2010/main" val="0"/>
              </a:ext>
            </a:extLst>
          </a:blip>
          <a:stretch>
            <a:fillRect/>
          </a:stretch>
        </p:blipFill>
        <p:spPr bwMode="auto">
          <a:xfrm>
            <a:off x="5107780" y="1997025"/>
            <a:ext cx="964876" cy="361826"/>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24" descr="Image result for activevos logo">
            <a:extLst>
              <a:ext uri="{FF2B5EF4-FFF2-40B4-BE49-F238E27FC236}">
                <a16:creationId xmlns:a16="http://schemas.microsoft.com/office/drawing/2014/main" id="{13701A11-E8ED-4EE3-80FF-F898B410AB17}"/>
              </a:ext>
            </a:extLst>
          </p:cNvPr>
          <p:cNvPicPr>
            <a:picLocks noChangeAspect="1" noChangeArrowheads="1"/>
          </p:cNvPicPr>
          <p:nvPr/>
        </p:nvPicPr>
        <p:blipFill>
          <a:blip r:embed="rId13" cstate="print">
            <a:extLst>
              <a:ext uri="{28A0092B-C50C-407E-A947-70E740481C1C}">
                <a14:useLocalDpi xmlns:a14="http://schemas.microsoft.com/office/drawing/2010/main" val="0"/>
              </a:ext>
            </a:extLst>
          </a:blip>
          <a:stretch>
            <a:fillRect/>
          </a:stretch>
        </p:blipFill>
        <p:spPr bwMode="auto">
          <a:xfrm>
            <a:off x="7561226" y="2989495"/>
            <a:ext cx="988414" cy="555434"/>
          </a:xfrm>
          <a:prstGeom prst="rect">
            <a:avLst/>
          </a:prstGeom>
          <a:noFill/>
          <a:extLst>
            <a:ext uri="{909E8E84-426E-40DD-AFC4-6F175D3DCCD1}">
              <a14:hiddenFill xmlns:a14="http://schemas.microsoft.com/office/drawing/2010/main">
                <a:solidFill>
                  <a:srgbClr val="FFFFFF"/>
                </a:solidFill>
              </a14:hiddenFill>
            </a:ext>
          </a:extLst>
        </p:spPr>
      </p:pic>
      <p:pic>
        <p:nvPicPr>
          <p:cNvPr id="32" name="Picture 26" descr="Image result for workfusion logo">
            <a:extLst>
              <a:ext uri="{FF2B5EF4-FFF2-40B4-BE49-F238E27FC236}">
                <a16:creationId xmlns:a16="http://schemas.microsoft.com/office/drawing/2014/main" id="{1D2F683E-6D92-4D8A-AD4C-EA975B17B77F}"/>
              </a:ext>
            </a:extLst>
          </p:cNvPr>
          <p:cNvPicPr>
            <a:picLocks noChangeAspect="1" noChangeArrowheads="1"/>
          </p:cNvPicPr>
          <p:nvPr/>
        </p:nvPicPr>
        <p:blipFill>
          <a:blip r:embed="rId14" cstate="print">
            <a:extLst>
              <a:ext uri="{28A0092B-C50C-407E-A947-70E740481C1C}">
                <a14:useLocalDpi xmlns:a14="http://schemas.microsoft.com/office/drawing/2010/main" val="0"/>
              </a:ext>
            </a:extLst>
          </a:blip>
          <a:stretch>
            <a:fillRect/>
          </a:stretch>
        </p:blipFill>
        <p:spPr bwMode="auto">
          <a:xfrm>
            <a:off x="464954" y="4233852"/>
            <a:ext cx="1318126" cy="311168"/>
          </a:xfrm>
          <a:prstGeom prst="rect">
            <a:avLst/>
          </a:prstGeom>
          <a:noFill/>
          <a:extLst>
            <a:ext uri="{909E8E84-426E-40DD-AFC4-6F175D3DCCD1}">
              <a14:hiddenFill xmlns:a14="http://schemas.microsoft.com/office/drawing/2010/main">
                <a:solidFill>
                  <a:srgbClr val="FFFFFF"/>
                </a:solidFill>
              </a14:hiddenFill>
            </a:ext>
          </a:extLst>
        </p:spPr>
      </p:pic>
      <p:pic>
        <p:nvPicPr>
          <p:cNvPr id="33" name="Picture 28" descr="Image result for uipath logo">
            <a:extLst>
              <a:ext uri="{FF2B5EF4-FFF2-40B4-BE49-F238E27FC236}">
                <a16:creationId xmlns:a16="http://schemas.microsoft.com/office/drawing/2014/main" id="{083BB5E2-F9F1-40F7-9E43-68C416C903C5}"/>
              </a:ext>
            </a:extLst>
          </p:cNvPr>
          <p:cNvPicPr>
            <a:picLocks noChangeAspect="1" noChangeArrowheads="1"/>
          </p:cNvPicPr>
          <p:nvPr/>
        </p:nvPicPr>
        <p:blipFill rotWithShape="1">
          <a:blip r:embed="rId15" cstate="print">
            <a:extLst>
              <a:ext uri="{28A0092B-C50C-407E-A947-70E740481C1C}">
                <a14:useLocalDpi xmlns:a14="http://schemas.microsoft.com/office/drawing/2010/main" val="0"/>
              </a:ext>
            </a:extLst>
          </a:blip>
          <a:stretch/>
        </p:blipFill>
        <p:spPr bwMode="auto">
          <a:xfrm>
            <a:off x="3085005" y="4228741"/>
            <a:ext cx="742768" cy="321390"/>
          </a:xfrm>
          <a:prstGeom prst="rect">
            <a:avLst/>
          </a:prstGeom>
          <a:noFill/>
          <a:extLst>
            <a:ext uri="{909E8E84-426E-40DD-AFC4-6F175D3DCCD1}">
              <a14:hiddenFill xmlns:a14="http://schemas.microsoft.com/office/drawing/2010/main">
                <a:solidFill>
                  <a:srgbClr val="FFFFFF"/>
                </a:solidFill>
              </a14:hiddenFill>
            </a:ext>
          </a:extLst>
        </p:spPr>
      </p:pic>
      <p:pic>
        <p:nvPicPr>
          <p:cNvPr id="34" name="Picture 30" descr="Image result for blue prism logo">
            <a:extLst>
              <a:ext uri="{FF2B5EF4-FFF2-40B4-BE49-F238E27FC236}">
                <a16:creationId xmlns:a16="http://schemas.microsoft.com/office/drawing/2014/main" id="{93943C40-A49E-42D8-AF5E-54B4DD3DAF93}"/>
              </a:ext>
            </a:extLst>
          </p:cNvPr>
          <p:cNvPicPr>
            <a:picLocks noChangeAspect="1" noChangeArrowheads="1"/>
          </p:cNvPicPr>
          <p:nvPr/>
        </p:nvPicPr>
        <p:blipFill rotWithShape="1">
          <a:blip r:embed="rId16" cstate="print">
            <a:extLst>
              <a:ext uri="{28A0092B-C50C-407E-A947-70E740481C1C}">
                <a14:useLocalDpi xmlns:a14="http://schemas.microsoft.com/office/drawing/2010/main" val="0"/>
              </a:ext>
            </a:extLst>
          </a:blip>
          <a:stretch/>
        </p:blipFill>
        <p:spPr bwMode="auto">
          <a:xfrm>
            <a:off x="5129698" y="4270638"/>
            <a:ext cx="1056894" cy="237596"/>
          </a:xfrm>
          <a:prstGeom prst="rect">
            <a:avLst/>
          </a:prstGeom>
          <a:noFill/>
          <a:extLst>
            <a:ext uri="{909E8E84-426E-40DD-AFC4-6F175D3DCCD1}">
              <a14:hiddenFill xmlns:a14="http://schemas.microsoft.com/office/drawing/2010/main">
                <a:solidFill>
                  <a:srgbClr val="FFFFFF"/>
                </a:solidFill>
              </a14:hiddenFill>
            </a:ext>
          </a:extLst>
        </p:spPr>
      </p:pic>
      <p:pic>
        <p:nvPicPr>
          <p:cNvPr id="35" name="Picture 32" descr="Image result for kofax">
            <a:extLst>
              <a:ext uri="{FF2B5EF4-FFF2-40B4-BE49-F238E27FC236}">
                <a16:creationId xmlns:a16="http://schemas.microsoft.com/office/drawing/2014/main" id="{E0782DB6-DE60-496A-938C-315F88EFC156}"/>
              </a:ext>
            </a:extLst>
          </p:cNvPr>
          <p:cNvPicPr>
            <a:picLocks noChangeAspect="1" noChangeArrowheads="1"/>
          </p:cNvPicPr>
          <p:nvPr/>
        </p:nvPicPr>
        <p:blipFill>
          <a:blip r:embed="rId17" cstate="print">
            <a:extLst>
              <a:ext uri="{28A0092B-C50C-407E-A947-70E740481C1C}">
                <a14:useLocalDpi xmlns:a14="http://schemas.microsoft.com/office/drawing/2010/main" val="0"/>
              </a:ext>
            </a:extLst>
          </a:blip>
          <a:stretch>
            <a:fillRect/>
          </a:stretch>
        </p:blipFill>
        <p:spPr bwMode="auto">
          <a:xfrm>
            <a:off x="5393523" y="3181518"/>
            <a:ext cx="972424" cy="171388"/>
          </a:xfrm>
          <a:prstGeom prst="rect">
            <a:avLst/>
          </a:prstGeom>
          <a:noFill/>
          <a:extLst>
            <a:ext uri="{909E8E84-426E-40DD-AFC4-6F175D3DCCD1}">
              <a14:hiddenFill xmlns:a14="http://schemas.microsoft.com/office/drawing/2010/main">
                <a:solidFill>
                  <a:srgbClr val="FFFFFF"/>
                </a:solidFill>
              </a14:hiddenFill>
            </a:ext>
          </a:extLst>
        </p:spPr>
      </p:pic>
      <p:pic>
        <p:nvPicPr>
          <p:cNvPr id="36" name="Picture 36" descr="Image result for automation anywhere">
            <a:extLst>
              <a:ext uri="{FF2B5EF4-FFF2-40B4-BE49-F238E27FC236}">
                <a16:creationId xmlns:a16="http://schemas.microsoft.com/office/drawing/2014/main" id="{A50C6E8E-0C00-4CA2-A4DA-393124944ED9}"/>
              </a:ext>
            </a:extLst>
          </p:cNvPr>
          <p:cNvPicPr>
            <a:picLocks noChangeAspect="1" noChangeArrowheads="1"/>
          </p:cNvPicPr>
          <p:nvPr/>
        </p:nvPicPr>
        <p:blipFill rotWithShape="1">
          <a:blip r:embed="rId18">
            <a:extLst>
              <a:ext uri="{28A0092B-C50C-407E-A947-70E740481C1C}">
                <a14:useLocalDpi xmlns:a14="http://schemas.microsoft.com/office/drawing/2010/main" val="0"/>
              </a:ext>
            </a:extLst>
          </a:blip>
          <a:stretch/>
        </p:blipFill>
        <p:spPr bwMode="auto">
          <a:xfrm>
            <a:off x="7488518" y="4227790"/>
            <a:ext cx="908722" cy="323292"/>
          </a:xfrm>
          <a:prstGeom prst="rect">
            <a:avLst/>
          </a:prstGeom>
          <a:noFill/>
          <a:extLst>
            <a:ext uri="{909E8E84-426E-40DD-AFC4-6F175D3DCCD1}">
              <a14:hiddenFill xmlns:a14="http://schemas.microsoft.com/office/drawing/2010/main">
                <a:solidFill>
                  <a:srgbClr val="FFFFFF"/>
                </a:solidFill>
              </a14:hiddenFill>
            </a:ext>
          </a:extLst>
        </p:spPr>
      </p:pic>
      <p:pic>
        <p:nvPicPr>
          <p:cNvPr id="14" name="Picture 2" descr="Image result for appian bpm logo">
            <a:extLst>
              <a:ext uri="{FF2B5EF4-FFF2-40B4-BE49-F238E27FC236}">
                <a16:creationId xmlns:a16="http://schemas.microsoft.com/office/drawing/2014/main" id="{AFA7322F-8162-4AA3-A812-5236A5D6258B}"/>
              </a:ext>
            </a:extLst>
          </p:cNvPr>
          <p:cNvPicPr>
            <a:picLocks noChangeAspect="1" noChangeArrowheads="1"/>
          </p:cNvPicPr>
          <p:nvPr/>
        </p:nvPicPr>
        <p:blipFill>
          <a:blip r:embed="rId19" cstate="print">
            <a:extLst>
              <a:ext uri="{28A0092B-C50C-407E-A947-70E740481C1C}">
                <a14:useLocalDpi xmlns:a14="http://schemas.microsoft.com/office/drawing/2010/main"/>
              </a:ext>
            </a:extLst>
          </a:blip>
          <a:srcRect/>
          <a:stretch>
            <a:fillRect/>
          </a:stretch>
        </p:blipFill>
        <p:spPr bwMode="auto">
          <a:xfrm>
            <a:off x="5566204" y="1043819"/>
            <a:ext cx="775470" cy="443124"/>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48031450"/>
      </p:ext>
    </p:extLst>
  </p:cSld>
  <p:clrMapOvr>
    <a:masterClrMapping/>
  </p:clrMapOvr>
  <p:transition spd="slow"/>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pSp>
        <p:nvGrpSpPr>
          <p:cNvPr id="19" name="Group 18">
            <a:extLst>
              <a:ext uri="{FF2B5EF4-FFF2-40B4-BE49-F238E27FC236}">
                <a16:creationId xmlns:a16="http://schemas.microsoft.com/office/drawing/2014/main" id="{05C1D05C-7D51-4DD7-A54F-168A1BC76D48}"/>
              </a:ext>
            </a:extLst>
          </p:cNvPr>
          <p:cNvGrpSpPr/>
          <p:nvPr/>
        </p:nvGrpSpPr>
        <p:grpSpPr>
          <a:xfrm>
            <a:off x="1136002" y="861029"/>
            <a:ext cx="7650812" cy="3772570"/>
            <a:chOff x="215599" y="515227"/>
            <a:chExt cx="8632536" cy="4256652"/>
          </a:xfrm>
        </p:grpSpPr>
        <p:grpSp>
          <p:nvGrpSpPr>
            <p:cNvPr id="20" name="Group 19">
              <a:extLst>
                <a:ext uri="{FF2B5EF4-FFF2-40B4-BE49-F238E27FC236}">
                  <a16:creationId xmlns:a16="http://schemas.microsoft.com/office/drawing/2014/main" id="{68560A91-F7B6-48DD-A2AF-318DF4B3F5A6}"/>
                </a:ext>
              </a:extLst>
            </p:cNvPr>
            <p:cNvGrpSpPr/>
            <p:nvPr/>
          </p:nvGrpSpPr>
          <p:grpSpPr>
            <a:xfrm>
              <a:off x="215599" y="540290"/>
              <a:ext cx="8607851" cy="3965253"/>
              <a:chOff x="215599" y="5893454"/>
              <a:chExt cx="8607851" cy="3965253"/>
            </a:xfrm>
            <a:solidFill>
              <a:schemeClr val="bg1">
                <a:lumMod val="85000"/>
              </a:schemeClr>
            </a:solidFill>
          </p:grpSpPr>
          <p:sp>
            <p:nvSpPr>
              <p:cNvPr id="183" name="Freeform: Shape 182">
                <a:extLst>
                  <a:ext uri="{FF2B5EF4-FFF2-40B4-BE49-F238E27FC236}">
                    <a16:creationId xmlns:a16="http://schemas.microsoft.com/office/drawing/2014/main" id="{B1E55C06-BC94-4EFA-98EE-B4C6EDC88AEA}"/>
                  </a:ext>
                </a:extLst>
              </p:cNvPr>
              <p:cNvSpPr/>
              <p:nvPr/>
            </p:nvSpPr>
            <p:spPr>
              <a:xfrm>
                <a:off x="4669249" y="7308388"/>
                <a:ext cx="133778" cy="54968"/>
              </a:xfrm>
              <a:custGeom>
                <a:avLst/>
                <a:gdLst>
                  <a:gd name="connsiteX0" fmla="*/ 99645 w 133778"/>
                  <a:gd name="connsiteY0" fmla="*/ 5244 h 54968"/>
                  <a:gd name="connsiteX1" fmla="*/ 81409 w 133778"/>
                  <a:gd name="connsiteY1" fmla="*/ 3695 h 54968"/>
                  <a:gd name="connsiteX2" fmla="*/ 60788 w 133778"/>
                  <a:gd name="connsiteY2" fmla="*/ 1311 h 54968"/>
                  <a:gd name="connsiteX3" fmla="*/ 46604 w 133778"/>
                  <a:gd name="connsiteY3" fmla="*/ 2861 h 54968"/>
                  <a:gd name="connsiteX4" fmla="*/ 43386 w 133778"/>
                  <a:gd name="connsiteY4" fmla="*/ 0 h 54968"/>
                  <a:gd name="connsiteX5" fmla="*/ 29560 w 133778"/>
                  <a:gd name="connsiteY5" fmla="*/ 11919 h 54968"/>
                  <a:gd name="connsiteX6" fmla="*/ 6675 w 133778"/>
                  <a:gd name="connsiteY6" fmla="*/ 23838 h 54968"/>
                  <a:gd name="connsiteX7" fmla="*/ 0 w 133778"/>
                  <a:gd name="connsiteY7" fmla="*/ 31586 h 54968"/>
                  <a:gd name="connsiteX8" fmla="*/ 10966 w 133778"/>
                  <a:gd name="connsiteY8" fmla="*/ 50538 h 54968"/>
                  <a:gd name="connsiteX9" fmla="*/ 43386 w 133778"/>
                  <a:gd name="connsiteY9" fmla="*/ 50538 h 54968"/>
                  <a:gd name="connsiteX10" fmla="*/ 68655 w 133778"/>
                  <a:gd name="connsiteY10" fmla="*/ 42671 h 54968"/>
                  <a:gd name="connsiteX11" fmla="*/ 90825 w 133778"/>
                  <a:gd name="connsiteY11" fmla="*/ 28368 h 54968"/>
                  <a:gd name="connsiteX12" fmla="*/ 112995 w 133778"/>
                  <a:gd name="connsiteY12" fmla="*/ 35519 h 54968"/>
                  <a:gd name="connsiteX13" fmla="*/ 128132 w 133778"/>
                  <a:gd name="connsiteY13" fmla="*/ 40883 h 54968"/>
                  <a:gd name="connsiteX14" fmla="*/ 123126 w 133778"/>
                  <a:gd name="connsiteY14" fmla="*/ 32659 h 54968"/>
                  <a:gd name="connsiteX15" fmla="*/ 133734 w 133778"/>
                  <a:gd name="connsiteY15" fmla="*/ 15137 h 54968"/>
                  <a:gd name="connsiteX16" fmla="*/ 133734 w 133778"/>
                  <a:gd name="connsiteY16" fmla="*/ 14303 h 54968"/>
                  <a:gd name="connsiteX17" fmla="*/ 119669 w 133778"/>
                  <a:gd name="connsiteY17" fmla="*/ 10966 h 54968"/>
                  <a:gd name="connsiteX18" fmla="*/ 99645 w 133778"/>
                  <a:gd name="connsiteY18" fmla="*/ 5244 h 549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33778" h="54968">
                    <a:moveTo>
                      <a:pt x="99645" y="5244"/>
                    </a:moveTo>
                    <a:cubicBezTo>
                      <a:pt x="91659" y="6079"/>
                      <a:pt x="87726" y="1311"/>
                      <a:pt x="81409" y="3695"/>
                    </a:cubicBezTo>
                    <a:cubicBezTo>
                      <a:pt x="74472" y="5435"/>
                      <a:pt x="67141" y="4577"/>
                      <a:pt x="60788" y="1311"/>
                    </a:cubicBezTo>
                    <a:cubicBezTo>
                      <a:pt x="56855" y="-1073"/>
                      <a:pt x="52087" y="6079"/>
                      <a:pt x="46604" y="2861"/>
                    </a:cubicBezTo>
                    <a:cubicBezTo>
                      <a:pt x="45341" y="2146"/>
                      <a:pt x="44244" y="1168"/>
                      <a:pt x="43386" y="0"/>
                    </a:cubicBezTo>
                    <a:cubicBezTo>
                      <a:pt x="37963" y="2908"/>
                      <a:pt x="33243" y="6985"/>
                      <a:pt x="29560" y="11919"/>
                    </a:cubicBezTo>
                    <a:cubicBezTo>
                      <a:pt x="24160" y="19190"/>
                      <a:pt x="15721" y="23576"/>
                      <a:pt x="6675" y="23838"/>
                    </a:cubicBezTo>
                    <a:cubicBezTo>
                      <a:pt x="3934" y="23838"/>
                      <a:pt x="1669" y="27653"/>
                      <a:pt x="0" y="31586"/>
                    </a:cubicBezTo>
                    <a:cubicBezTo>
                      <a:pt x="2348" y="38571"/>
                      <a:pt x="6079" y="45019"/>
                      <a:pt x="10966" y="50538"/>
                    </a:cubicBezTo>
                    <a:cubicBezTo>
                      <a:pt x="18117" y="56855"/>
                      <a:pt x="43386" y="56021"/>
                      <a:pt x="43386" y="50538"/>
                    </a:cubicBezTo>
                    <a:cubicBezTo>
                      <a:pt x="43386" y="45055"/>
                      <a:pt x="64007" y="42671"/>
                      <a:pt x="68655" y="42671"/>
                    </a:cubicBezTo>
                    <a:cubicBezTo>
                      <a:pt x="73304" y="42671"/>
                      <a:pt x="88560" y="27534"/>
                      <a:pt x="90825" y="28368"/>
                    </a:cubicBezTo>
                    <a:cubicBezTo>
                      <a:pt x="98548" y="29548"/>
                      <a:pt x="106034" y="31967"/>
                      <a:pt x="112995" y="35519"/>
                    </a:cubicBezTo>
                    <a:cubicBezTo>
                      <a:pt x="117643" y="38273"/>
                      <a:pt x="122792" y="40096"/>
                      <a:pt x="128132" y="40883"/>
                    </a:cubicBezTo>
                    <a:cubicBezTo>
                      <a:pt x="125438" y="38904"/>
                      <a:pt x="123638" y="35948"/>
                      <a:pt x="123126" y="32659"/>
                    </a:cubicBezTo>
                    <a:cubicBezTo>
                      <a:pt x="125176" y="26044"/>
                      <a:pt x="128811" y="20024"/>
                      <a:pt x="133734" y="15137"/>
                    </a:cubicBezTo>
                    <a:cubicBezTo>
                      <a:pt x="133794" y="14863"/>
                      <a:pt x="133794" y="14577"/>
                      <a:pt x="133734" y="14303"/>
                    </a:cubicBezTo>
                    <a:cubicBezTo>
                      <a:pt x="128895" y="13946"/>
                      <a:pt x="124151" y="12813"/>
                      <a:pt x="119669" y="10966"/>
                    </a:cubicBezTo>
                    <a:cubicBezTo>
                      <a:pt x="113769" y="6997"/>
                      <a:pt x="106761" y="4994"/>
                      <a:pt x="99645" y="5244"/>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84" name="Freeform: Shape 183">
                <a:extLst>
                  <a:ext uri="{FF2B5EF4-FFF2-40B4-BE49-F238E27FC236}">
                    <a16:creationId xmlns:a16="http://schemas.microsoft.com/office/drawing/2014/main" id="{E419471B-3612-4595-B9FD-AE0E4DA38B42}"/>
                  </a:ext>
                </a:extLst>
              </p:cNvPr>
              <p:cNvSpPr/>
              <p:nvPr/>
            </p:nvSpPr>
            <p:spPr>
              <a:xfrm>
                <a:off x="4418438" y="7367016"/>
                <a:ext cx="107899" cy="56750"/>
              </a:xfrm>
              <a:custGeom>
                <a:avLst/>
                <a:gdLst>
                  <a:gd name="connsiteX0" fmla="*/ 94908 w 107899"/>
                  <a:gd name="connsiteY0" fmla="*/ 24091 h 56750"/>
                  <a:gd name="connsiteX1" fmla="*/ 82988 w 107899"/>
                  <a:gd name="connsiteY1" fmla="*/ 17655 h 56750"/>
                  <a:gd name="connsiteX2" fmla="*/ 82988 w 107899"/>
                  <a:gd name="connsiteY2" fmla="*/ 7643 h 56750"/>
                  <a:gd name="connsiteX3" fmla="*/ 69162 w 107899"/>
                  <a:gd name="connsiteY3" fmla="*/ 1564 h 56750"/>
                  <a:gd name="connsiteX4" fmla="*/ 52833 w 107899"/>
                  <a:gd name="connsiteY4" fmla="*/ 2279 h 56750"/>
                  <a:gd name="connsiteX5" fmla="*/ 32451 w 107899"/>
                  <a:gd name="connsiteY5" fmla="*/ 2995 h 56750"/>
                  <a:gd name="connsiteX6" fmla="*/ 29233 w 107899"/>
                  <a:gd name="connsiteY6" fmla="*/ 6570 h 56750"/>
                  <a:gd name="connsiteX7" fmla="*/ 17313 w 107899"/>
                  <a:gd name="connsiteY7" fmla="*/ 16582 h 56750"/>
                  <a:gd name="connsiteX8" fmla="*/ 1818 w 107899"/>
                  <a:gd name="connsiteY8" fmla="*/ 35772 h 56750"/>
                  <a:gd name="connsiteX9" fmla="*/ 5036 w 107899"/>
                  <a:gd name="connsiteY9" fmla="*/ 43758 h 56750"/>
                  <a:gd name="connsiteX10" fmla="*/ 15645 w 107899"/>
                  <a:gd name="connsiteY10" fmla="*/ 44831 h 56750"/>
                  <a:gd name="connsiteX11" fmla="*/ 19936 w 107899"/>
                  <a:gd name="connsiteY11" fmla="*/ 56750 h 56750"/>
                  <a:gd name="connsiteX12" fmla="*/ 19936 w 107899"/>
                  <a:gd name="connsiteY12" fmla="*/ 56750 h 56750"/>
                  <a:gd name="connsiteX13" fmla="*/ 40437 w 107899"/>
                  <a:gd name="connsiteY13" fmla="*/ 55320 h 56750"/>
                  <a:gd name="connsiteX14" fmla="*/ 52356 w 107899"/>
                  <a:gd name="connsiteY14" fmla="*/ 38275 h 56750"/>
                  <a:gd name="connsiteX15" fmla="*/ 65825 w 107899"/>
                  <a:gd name="connsiteY15" fmla="*/ 54605 h 56750"/>
                  <a:gd name="connsiteX16" fmla="*/ 72142 w 107899"/>
                  <a:gd name="connsiteY16" fmla="*/ 46142 h 56750"/>
                  <a:gd name="connsiteX17" fmla="*/ 80724 w 107899"/>
                  <a:gd name="connsiteY17" fmla="*/ 41136 h 56750"/>
                  <a:gd name="connsiteX18" fmla="*/ 92643 w 107899"/>
                  <a:gd name="connsiteY18" fmla="*/ 38275 h 56750"/>
                  <a:gd name="connsiteX19" fmla="*/ 99675 w 107899"/>
                  <a:gd name="connsiteY19" fmla="*/ 35534 h 56750"/>
                  <a:gd name="connsiteX20" fmla="*/ 103251 w 107899"/>
                  <a:gd name="connsiteY20" fmla="*/ 29813 h 56750"/>
                  <a:gd name="connsiteX21" fmla="*/ 107900 w 107899"/>
                  <a:gd name="connsiteY21" fmla="*/ 25522 h 56750"/>
                  <a:gd name="connsiteX22" fmla="*/ 94908 w 107899"/>
                  <a:gd name="connsiteY22" fmla="*/ 24091 h 567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07899" h="56750">
                    <a:moveTo>
                      <a:pt x="94908" y="24091"/>
                    </a:moveTo>
                    <a:cubicBezTo>
                      <a:pt x="90140" y="26237"/>
                      <a:pt x="82988" y="19801"/>
                      <a:pt x="82988" y="17655"/>
                    </a:cubicBezTo>
                    <a:cubicBezTo>
                      <a:pt x="82440" y="14342"/>
                      <a:pt x="82440" y="10957"/>
                      <a:pt x="82988" y="7643"/>
                    </a:cubicBezTo>
                    <a:cubicBezTo>
                      <a:pt x="78543" y="5271"/>
                      <a:pt x="73918" y="3245"/>
                      <a:pt x="69162" y="1564"/>
                    </a:cubicBezTo>
                    <a:cubicBezTo>
                      <a:pt x="63906" y="-748"/>
                      <a:pt x="57863" y="-486"/>
                      <a:pt x="52833" y="2279"/>
                    </a:cubicBezTo>
                    <a:cubicBezTo>
                      <a:pt x="46146" y="3781"/>
                      <a:pt x="39233" y="4020"/>
                      <a:pt x="32451" y="2995"/>
                    </a:cubicBezTo>
                    <a:cubicBezTo>
                      <a:pt x="31855" y="5140"/>
                      <a:pt x="30901" y="6570"/>
                      <a:pt x="29233" y="6570"/>
                    </a:cubicBezTo>
                    <a:cubicBezTo>
                      <a:pt x="23607" y="7202"/>
                      <a:pt x="18910" y="11147"/>
                      <a:pt x="17313" y="16582"/>
                    </a:cubicBezTo>
                    <a:cubicBezTo>
                      <a:pt x="16241" y="21946"/>
                      <a:pt x="5394" y="26237"/>
                      <a:pt x="1818" y="35772"/>
                    </a:cubicBezTo>
                    <a:cubicBezTo>
                      <a:pt x="-1757" y="45308"/>
                      <a:pt x="269" y="49599"/>
                      <a:pt x="5036" y="43758"/>
                    </a:cubicBezTo>
                    <a:cubicBezTo>
                      <a:pt x="9804" y="37918"/>
                      <a:pt x="15645" y="40063"/>
                      <a:pt x="15645" y="44831"/>
                    </a:cubicBezTo>
                    <a:cubicBezTo>
                      <a:pt x="15645" y="49599"/>
                      <a:pt x="22081" y="50076"/>
                      <a:pt x="19936" y="56750"/>
                    </a:cubicBezTo>
                    <a:lnTo>
                      <a:pt x="19936" y="56750"/>
                    </a:lnTo>
                    <a:cubicBezTo>
                      <a:pt x="27206" y="56154"/>
                      <a:pt x="37338" y="55320"/>
                      <a:pt x="40437" y="55320"/>
                    </a:cubicBezTo>
                    <a:cubicBezTo>
                      <a:pt x="45443" y="55320"/>
                      <a:pt x="50330" y="39706"/>
                      <a:pt x="52356" y="38275"/>
                    </a:cubicBezTo>
                    <a:cubicBezTo>
                      <a:pt x="54382" y="36845"/>
                      <a:pt x="60103" y="50195"/>
                      <a:pt x="65825" y="54605"/>
                    </a:cubicBezTo>
                    <a:cubicBezTo>
                      <a:pt x="71546" y="59015"/>
                      <a:pt x="72142" y="50314"/>
                      <a:pt x="72142" y="46142"/>
                    </a:cubicBezTo>
                    <a:cubicBezTo>
                      <a:pt x="72142" y="41970"/>
                      <a:pt x="77148" y="40421"/>
                      <a:pt x="80724" y="41136"/>
                    </a:cubicBezTo>
                    <a:cubicBezTo>
                      <a:pt x="84299" y="41851"/>
                      <a:pt x="92643" y="43281"/>
                      <a:pt x="92643" y="38275"/>
                    </a:cubicBezTo>
                    <a:cubicBezTo>
                      <a:pt x="92643" y="33269"/>
                      <a:pt x="96934" y="35534"/>
                      <a:pt x="99675" y="35534"/>
                    </a:cubicBezTo>
                    <a:cubicBezTo>
                      <a:pt x="102417" y="35534"/>
                      <a:pt x="103251" y="29813"/>
                      <a:pt x="103251" y="29813"/>
                    </a:cubicBezTo>
                    <a:lnTo>
                      <a:pt x="107900" y="25522"/>
                    </a:lnTo>
                    <a:cubicBezTo>
                      <a:pt x="104062" y="22959"/>
                      <a:pt x="99210" y="22423"/>
                      <a:pt x="94908" y="24091"/>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85" name="Freeform: Shape 184">
                <a:extLst>
                  <a:ext uri="{FF2B5EF4-FFF2-40B4-BE49-F238E27FC236}">
                    <a16:creationId xmlns:a16="http://schemas.microsoft.com/office/drawing/2014/main" id="{7DABFF62-7C13-4AE6-9C3F-269A11CEA733}"/>
                  </a:ext>
                </a:extLst>
              </p:cNvPr>
              <p:cNvSpPr/>
              <p:nvPr/>
            </p:nvSpPr>
            <p:spPr>
              <a:xfrm>
                <a:off x="5904679" y="7724014"/>
                <a:ext cx="664855" cy="702759"/>
              </a:xfrm>
              <a:custGeom>
                <a:avLst/>
                <a:gdLst>
                  <a:gd name="connsiteX0" fmla="*/ 475220 w 664855"/>
                  <a:gd name="connsiteY0" fmla="*/ 315860 h 702759"/>
                  <a:gd name="connsiteX1" fmla="*/ 469499 w 664855"/>
                  <a:gd name="connsiteY1" fmla="*/ 280102 h 702759"/>
                  <a:gd name="connsiteX2" fmla="*/ 482372 w 664855"/>
                  <a:gd name="connsiteY2" fmla="*/ 270090 h 702759"/>
                  <a:gd name="connsiteX3" fmla="*/ 466638 w 664855"/>
                  <a:gd name="connsiteY3" fmla="*/ 249946 h 702759"/>
                  <a:gd name="connsiteX4" fmla="*/ 486662 w 664855"/>
                  <a:gd name="connsiteY4" fmla="*/ 249946 h 702759"/>
                  <a:gd name="connsiteX5" fmla="*/ 502515 w 664855"/>
                  <a:gd name="connsiteY5" fmla="*/ 262938 h 702759"/>
                  <a:gd name="connsiteX6" fmla="*/ 514435 w 664855"/>
                  <a:gd name="connsiteY6" fmla="*/ 274858 h 702759"/>
                  <a:gd name="connsiteX7" fmla="*/ 541729 w 664855"/>
                  <a:gd name="connsiteY7" fmla="*/ 273427 h 702759"/>
                  <a:gd name="connsiteX8" fmla="*/ 559012 w 664855"/>
                  <a:gd name="connsiteY8" fmla="*/ 279149 h 702759"/>
                  <a:gd name="connsiteX9" fmla="*/ 540299 w 664855"/>
                  <a:gd name="connsiteY9" fmla="*/ 303583 h 702759"/>
                  <a:gd name="connsiteX10" fmla="*/ 538869 w 664855"/>
                  <a:gd name="connsiteY10" fmla="*/ 329448 h 702759"/>
                  <a:gd name="connsiteX11" fmla="*/ 556152 w 664855"/>
                  <a:gd name="connsiteY11" fmla="*/ 310735 h 702759"/>
                  <a:gd name="connsiteX12" fmla="*/ 565806 w 664855"/>
                  <a:gd name="connsiteY12" fmla="*/ 357100 h 702759"/>
                  <a:gd name="connsiteX13" fmla="*/ 569263 w 664855"/>
                  <a:gd name="connsiteY13" fmla="*/ 354716 h 702759"/>
                  <a:gd name="connsiteX14" fmla="*/ 575937 w 664855"/>
                  <a:gd name="connsiteY14" fmla="*/ 329209 h 702759"/>
                  <a:gd name="connsiteX15" fmla="*/ 580705 w 664855"/>
                  <a:gd name="connsiteY15" fmla="*/ 305371 h 702759"/>
                  <a:gd name="connsiteX16" fmla="*/ 599538 w 664855"/>
                  <a:gd name="connsiteY16" fmla="*/ 306324 h 702759"/>
                  <a:gd name="connsiteX17" fmla="*/ 608120 w 664855"/>
                  <a:gd name="connsiteY17" fmla="*/ 277003 h 702759"/>
                  <a:gd name="connsiteX18" fmla="*/ 614675 w 664855"/>
                  <a:gd name="connsiteY18" fmla="*/ 247682 h 702759"/>
                  <a:gd name="connsiteX19" fmla="*/ 630766 w 664855"/>
                  <a:gd name="connsiteY19" fmla="*/ 228730 h 702759"/>
                  <a:gd name="connsiteX20" fmla="*/ 650671 w 664855"/>
                  <a:gd name="connsiteY20" fmla="*/ 220148 h 702759"/>
                  <a:gd name="connsiteX21" fmla="*/ 661041 w 664855"/>
                  <a:gd name="connsiteY21" fmla="*/ 220148 h 702759"/>
                  <a:gd name="connsiteX22" fmla="*/ 659134 w 664855"/>
                  <a:gd name="connsiteY22" fmla="*/ 204057 h 702759"/>
                  <a:gd name="connsiteX23" fmla="*/ 664855 w 664855"/>
                  <a:gd name="connsiteY23" fmla="*/ 192734 h 702759"/>
                  <a:gd name="connsiteX24" fmla="*/ 650671 w 664855"/>
                  <a:gd name="connsiteY24" fmla="*/ 185225 h 702759"/>
                  <a:gd name="connsiteX25" fmla="*/ 641255 w 664855"/>
                  <a:gd name="connsiteY25" fmla="*/ 169134 h 702759"/>
                  <a:gd name="connsiteX26" fmla="*/ 629336 w 664855"/>
                  <a:gd name="connsiteY26" fmla="*/ 171041 h 702759"/>
                  <a:gd name="connsiteX27" fmla="*/ 600968 w 664855"/>
                  <a:gd name="connsiteY27" fmla="*/ 171994 h 702759"/>
                  <a:gd name="connsiteX28" fmla="*/ 579275 w 664855"/>
                  <a:gd name="connsiteY28" fmla="*/ 184748 h 702759"/>
                  <a:gd name="connsiteX29" fmla="*/ 569740 w 664855"/>
                  <a:gd name="connsiteY29" fmla="*/ 194164 h 702759"/>
                  <a:gd name="connsiteX30" fmla="*/ 558417 w 664855"/>
                  <a:gd name="connsiteY30" fmla="*/ 204534 h 702759"/>
                  <a:gd name="connsiteX31" fmla="*/ 546497 w 664855"/>
                  <a:gd name="connsiteY31" fmla="*/ 209302 h 702759"/>
                  <a:gd name="connsiteX32" fmla="*/ 549358 w 664855"/>
                  <a:gd name="connsiteY32" fmla="*/ 230160 h 702759"/>
                  <a:gd name="connsiteX33" fmla="*/ 525519 w 664855"/>
                  <a:gd name="connsiteY33" fmla="*/ 233021 h 702759"/>
                  <a:gd name="connsiteX34" fmla="*/ 502872 w 664855"/>
                  <a:gd name="connsiteY34" fmla="*/ 231114 h 702759"/>
                  <a:gd name="connsiteX35" fmla="*/ 486782 w 664855"/>
                  <a:gd name="connsiteY35" fmla="*/ 227300 h 702759"/>
                  <a:gd name="connsiteX36" fmla="*/ 479153 w 664855"/>
                  <a:gd name="connsiteY36" fmla="*/ 211209 h 702759"/>
                  <a:gd name="connsiteX37" fmla="*/ 471644 w 664855"/>
                  <a:gd name="connsiteY37" fmla="*/ 199290 h 702759"/>
                  <a:gd name="connsiteX38" fmla="*/ 462228 w 664855"/>
                  <a:gd name="connsiteY38" fmla="*/ 211209 h 702759"/>
                  <a:gd name="connsiteX39" fmla="*/ 461155 w 664855"/>
                  <a:gd name="connsiteY39" fmla="*/ 235762 h 702759"/>
                  <a:gd name="connsiteX40" fmla="*/ 419557 w 664855"/>
                  <a:gd name="connsiteY40" fmla="*/ 239577 h 702759"/>
                  <a:gd name="connsiteX41" fmla="*/ 388329 w 664855"/>
                  <a:gd name="connsiteY41" fmla="*/ 227657 h 702759"/>
                  <a:gd name="connsiteX42" fmla="*/ 375099 w 664855"/>
                  <a:gd name="connsiteY42" fmla="*/ 214427 h 702759"/>
                  <a:gd name="connsiteX43" fmla="*/ 352452 w 664855"/>
                  <a:gd name="connsiteY43" fmla="*/ 218122 h 702759"/>
                  <a:gd name="connsiteX44" fmla="*/ 332547 w 664855"/>
                  <a:gd name="connsiteY44" fmla="*/ 206799 h 702759"/>
                  <a:gd name="connsiteX45" fmla="*/ 314549 w 664855"/>
                  <a:gd name="connsiteY45" fmla="*/ 197383 h 702759"/>
                  <a:gd name="connsiteX46" fmla="*/ 295597 w 664855"/>
                  <a:gd name="connsiteY46" fmla="*/ 187847 h 702759"/>
                  <a:gd name="connsiteX47" fmla="*/ 283678 w 664855"/>
                  <a:gd name="connsiteY47" fmla="*/ 178431 h 702759"/>
                  <a:gd name="connsiteX48" fmla="*/ 287492 w 664855"/>
                  <a:gd name="connsiteY48" fmla="*/ 160433 h 702759"/>
                  <a:gd name="connsiteX49" fmla="*/ 299411 w 664855"/>
                  <a:gd name="connsiteY49" fmla="*/ 145296 h 702759"/>
                  <a:gd name="connsiteX50" fmla="*/ 289041 w 664855"/>
                  <a:gd name="connsiteY50" fmla="*/ 134926 h 702759"/>
                  <a:gd name="connsiteX51" fmla="*/ 274857 w 664855"/>
                  <a:gd name="connsiteY51" fmla="*/ 123007 h 702759"/>
                  <a:gd name="connsiteX52" fmla="*/ 254952 w 664855"/>
                  <a:gd name="connsiteY52" fmla="*/ 108823 h 702759"/>
                  <a:gd name="connsiteX53" fmla="*/ 246489 w 664855"/>
                  <a:gd name="connsiteY53" fmla="*/ 89871 h 702759"/>
                  <a:gd name="connsiteX54" fmla="*/ 252092 w 664855"/>
                  <a:gd name="connsiteY54" fmla="*/ 79501 h 702759"/>
                  <a:gd name="connsiteX55" fmla="*/ 266276 w 664855"/>
                  <a:gd name="connsiteY55" fmla="*/ 70919 h 702759"/>
                  <a:gd name="connsiteX56" fmla="*/ 253046 w 664855"/>
                  <a:gd name="connsiteY56" fmla="*/ 50180 h 702759"/>
                  <a:gd name="connsiteX57" fmla="*/ 252092 w 664855"/>
                  <a:gd name="connsiteY57" fmla="*/ 27414 h 702759"/>
                  <a:gd name="connsiteX58" fmla="*/ 237908 w 664855"/>
                  <a:gd name="connsiteY58" fmla="*/ 11323 h 702759"/>
                  <a:gd name="connsiteX59" fmla="*/ 228492 w 664855"/>
                  <a:gd name="connsiteY59" fmla="*/ 0 h 702759"/>
                  <a:gd name="connsiteX60" fmla="*/ 218956 w 664855"/>
                  <a:gd name="connsiteY60" fmla="*/ 954 h 702759"/>
                  <a:gd name="connsiteX61" fmla="*/ 209540 w 664855"/>
                  <a:gd name="connsiteY61" fmla="*/ 17998 h 702759"/>
                  <a:gd name="connsiteX62" fmla="*/ 185702 w 664855"/>
                  <a:gd name="connsiteY62" fmla="*/ 27414 h 702759"/>
                  <a:gd name="connsiteX63" fmla="*/ 149944 w 664855"/>
                  <a:gd name="connsiteY63" fmla="*/ 20740 h 702759"/>
                  <a:gd name="connsiteX64" fmla="*/ 138025 w 664855"/>
                  <a:gd name="connsiteY64" fmla="*/ 34089 h 702759"/>
                  <a:gd name="connsiteX65" fmla="*/ 141720 w 664855"/>
                  <a:gd name="connsiteY65" fmla="*/ 56735 h 702759"/>
                  <a:gd name="connsiteX66" fmla="*/ 156023 w 664855"/>
                  <a:gd name="connsiteY66" fmla="*/ 79501 h 702759"/>
                  <a:gd name="connsiteX67" fmla="*/ 167346 w 664855"/>
                  <a:gd name="connsiteY67" fmla="*/ 89871 h 702759"/>
                  <a:gd name="connsiteX68" fmla="*/ 155427 w 664855"/>
                  <a:gd name="connsiteY68" fmla="*/ 107869 h 702759"/>
                  <a:gd name="connsiteX69" fmla="*/ 150659 w 664855"/>
                  <a:gd name="connsiteY69" fmla="*/ 125867 h 702759"/>
                  <a:gd name="connsiteX70" fmla="*/ 138740 w 664855"/>
                  <a:gd name="connsiteY70" fmla="*/ 139097 h 702759"/>
                  <a:gd name="connsiteX71" fmla="*/ 124556 w 664855"/>
                  <a:gd name="connsiteY71" fmla="*/ 151017 h 702759"/>
                  <a:gd name="connsiteX72" fmla="*/ 115021 w 664855"/>
                  <a:gd name="connsiteY72" fmla="*/ 176524 h 702759"/>
                  <a:gd name="connsiteX73" fmla="*/ 95115 w 664855"/>
                  <a:gd name="connsiteY73" fmla="*/ 188443 h 702759"/>
                  <a:gd name="connsiteX74" fmla="*/ 81885 w 664855"/>
                  <a:gd name="connsiteY74" fmla="*/ 206322 h 702759"/>
                  <a:gd name="connsiteX75" fmla="*/ 65794 w 664855"/>
                  <a:gd name="connsiteY75" fmla="*/ 207276 h 702759"/>
                  <a:gd name="connsiteX76" fmla="*/ 47915 w 664855"/>
                  <a:gd name="connsiteY76" fmla="*/ 205368 h 702759"/>
                  <a:gd name="connsiteX77" fmla="*/ 29917 w 664855"/>
                  <a:gd name="connsiteY77" fmla="*/ 228134 h 702759"/>
                  <a:gd name="connsiteX78" fmla="*/ 45055 w 664855"/>
                  <a:gd name="connsiteY78" fmla="*/ 245179 h 702759"/>
                  <a:gd name="connsiteX79" fmla="*/ 55424 w 664855"/>
                  <a:gd name="connsiteY79" fmla="*/ 269732 h 702759"/>
                  <a:gd name="connsiteX80" fmla="*/ 63887 w 664855"/>
                  <a:gd name="connsiteY80" fmla="*/ 291545 h 702759"/>
                  <a:gd name="connsiteX81" fmla="*/ 46008 w 664855"/>
                  <a:gd name="connsiteY81" fmla="*/ 296193 h 702759"/>
                  <a:gd name="connsiteX82" fmla="*/ 23242 w 664855"/>
                  <a:gd name="connsiteY82" fmla="*/ 297146 h 702759"/>
                  <a:gd name="connsiteX83" fmla="*/ 1549 w 664855"/>
                  <a:gd name="connsiteY83" fmla="*/ 312284 h 702759"/>
                  <a:gd name="connsiteX84" fmla="*/ 0 w 664855"/>
                  <a:gd name="connsiteY84" fmla="*/ 314072 h 702759"/>
                  <a:gd name="connsiteX85" fmla="*/ 22050 w 664855"/>
                  <a:gd name="connsiteY85" fmla="*/ 334335 h 702759"/>
                  <a:gd name="connsiteX86" fmla="*/ 48273 w 664855"/>
                  <a:gd name="connsiteY86" fmla="*/ 335765 h 702759"/>
                  <a:gd name="connsiteX87" fmla="*/ 14899 w 664855"/>
                  <a:gd name="connsiteY87" fmla="*/ 347684 h 702759"/>
                  <a:gd name="connsiteX88" fmla="*/ 65913 w 664855"/>
                  <a:gd name="connsiteY88" fmla="*/ 389044 h 702759"/>
                  <a:gd name="connsiteX89" fmla="*/ 91063 w 664855"/>
                  <a:gd name="connsiteY89" fmla="*/ 364252 h 702759"/>
                  <a:gd name="connsiteX90" fmla="*/ 98572 w 664855"/>
                  <a:gd name="connsiteY90" fmla="*/ 352333 h 702759"/>
                  <a:gd name="connsiteX91" fmla="*/ 104532 w 664855"/>
                  <a:gd name="connsiteY91" fmla="*/ 377125 h 702759"/>
                  <a:gd name="connsiteX92" fmla="*/ 104532 w 664855"/>
                  <a:gd name="connsiteY92" fmla="*/ 399175 h 702759"/>
                  <a:gd name="connsiteX93" fmla="*/ 109180 w 664855"/>
                  <a:gd name="connsiteY93" fmla="*/ 439462 h 702759"/>
                  <a:gd name="connsiteX94" fmla="*/ 120146 w 664855"/>
                  <a:gd name="connsiteY94" fmla="*/ 482729 h 702759"/>
                  <a:gd name="connsiteX95" fmla="*/ 142435 w 664855"/>
                  <a:gd name="connsiteY95" fmla="*/ 546855 h 702759"/>
                  <a:gd name="connsiteX96" fmla="*/ 166273 w 664855"/>
                  <a:gd name="connsiteY96" fmla="*/ 608835 h 702759"/>
                  <a:gd name="connsiteX97" fmla="*/ 189039 w 664855"/>
                  <a:gd name="connsiteY97" fmla="*/ 659134 h 702759"/>
                  <a:gd name="connsiteX98" fmla="*/ 212878 w 664855"/>
                  <a:gd name="connsiteY98" fmla="*/ 701685 h 702759"/>
                  <a:gd name="connsiteX99" fmla="*/ 235167 w 664855"/>
                  <a:gd name="connsiteY99" fmla="*/ 686786 h 702759"/>
                  <a:gd name="connsiteX100" fmla="*/ 257456 w 664855"/>
                  <a:gd name="connsiteY100" fmla="*/ 664497 h 702759"/>
                  <a:gd name="connsiteX101" fmla="*/ 266752 w 664855"/>
                  <a:gd name="connsiteY101" fmla="*/ 648168 h 702759"/>
                  <a:gd name="connsiteX102" fmla="*/ 273070 w 664855"/>
                  <a:gd name="connsiteY102" fmla="*/ 631124 h 702759"/>
                  <a:gd name="connsiteX103" fmla="*/ 280221 w 664855"/>
                  <a:gd name="connsiteY103" fmla="*/ 600729 h 702759"/>
                  <a:gd name="connsiteX104" fmla="*/ 283678 w 664855"/>
                  <a:gd name="connsiteY104" fmla="*/ 561754 h 702759"/>
                  <a:gd name="connsiteX105" fmla="*/ 285466 w 664855"/>
                  <a:gd name="connsiteY105" fmla="*/ 531598 h 702759"/>
                  <a:gd name="connsiteX106" fmla="*/ 294405 w 664855"/>
                  <a:gd name="connsiteY106" fmla="*/ 511812 h 702759"/>
                  <a:gd name="connsiteX107" fmla="*/ 318244 w 664855"/>
                  <a:gd name="connsiteY107" fmla="*/ 495483 h 702759"/>
                  <a:gd name="connsiteX108" fmla="*/ 354716 w 664855"/>
                  <a:gd name="connsiteY108" fmla="*/ 466400 h 702759"/>
                  <a:gd name="connsiteX109" fmla="*/ 393335 w 664855"/>
                  <a:gd name="connsiteY109" fmla="*/ 427424 h 702759"/>
                  <a:gd name="connsiteX110" fmla="*/ 429807 w 664855"/>
                  <a:gd name="connsiteY110" fmla="*/ 402274 h 702759"/>
                  <a:gd name="connsiteX111" fmla="*/ 437197 w 664855"/>
                  <a:gd name="connsiteY111" fmla="*/ 377482 h 702759"/>
                  <a:gd name="connsiteX112" fmla="*/ 480107 w 664855"/>
                  <a:gd name="connsiteY112" fmla="*/ 362941 h 702759"/>
                  <a:gd name="connsiteX113" fmla="*/ 486067 w 664855"/>
                  <a:gd name="connsiteY113" fmla="*/ 362941 h 702759"/>
                  <a:gd name="connsiteX114" fmla="*/ 475220 w 664855"/>
                  <a:gd name="connsiteY114" fmla="*/ 315860 h 7027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Lst>
                <a:rect l="l" t="t" r="r" b="b"/>
                <a:pathLst>
                  <a:path w="664855" h="702759">
                    <a:moveTo>
                      <a:pt x="475220" y="315860"/>
                    </a:moveTo>
                    <a:cubicBezTo>
                      <a:pt x="470786" y="304489"/>
                      <a:pt x="468832" y="292295"/>
                      <a:pt x="469499" y="280102"/>
                    </a:cubicBezTo>
                    <a:cubicBezTo>
                      <a:pt x="470929" y="272950"/>
                      <a:pt x="479511" y="278672"/>
                      <a:pt x="482372" y="270090"/>
                    </a:cubicBezTo>
                    <a:cubicBezTo>
                      <a:pt x="485232" y="261508"/>
                      <a:pt x="458533" y="261508"/>
                      <a:pt x="466638" y="249946"/>
                    </a:cubicBezTo>
                    <a:cubicBezTo>
                      <a:pt x="474743" y="238385"/>
                      <a:pt x="475220" y="249946"/>
                      <a:pt x="486662" y="249946"/>
                    </a:cubicBezTo>
                    <a:cubicBezTo>
                      <a:pt x="498105" y="249946"/>
                      <a:pt x="502515" y="255787"/>
                      <a:pt x="502515" y="262938"/>
                    </a:cubicBezTo>
                    <a:cubicBezTo>
                      <a:pt x="502515" y="270090"/>
                      <a:pt x="514435" y="274858"/>
                      <a:pt x="514435" y="274858"/>
                    </a:cubicBezTo>
                    <a:cubicBezTo>
                      <a:pt x="514435" y="274858"/>
                      <a:pt x="533148" y="273427"/>
                      <a:pt x="541729" y="273427"/>
                    </a:cubicBezTo>
                    <a:cubicBezTo>
                      <a:pt x="550312" y="273427"/>
                      <a:pt x="559012" y="273427"/>
                      <a:pt x="559012" y="279149"/>
                    </a:cubicBezTo>
                    <a:cubicBezTo>
                      <a:pt x="559012" y="284870"/>
                      <a:pt x="548881" y="303583"/>
                      <a:pt x="540299" y="303583"/>
                    </a:cubicBezTo>
                    <a:cubicBezTo>
                      <a:pt x="531718" y="303583"/>
                      <a:pt x="531718" y="327421"/>
                      <a:pt x="538869" y="329448"/>
                    </a:cubicBezTo>
                    <a:cubicBezTo>
                      <a:pt x="546020" y="331474"/>
                      <a:pt x="551861" y="310735"/>
                      <a:pt x="556152" y="310735"/>
                    </a:cubicBezTo>
                    <a:cubicBezTo>
                      <a:pt x="560443" y="310735"/>
                      <a:pt x="561516" y="333619"/>
                      <a:pt x="565806" y="357100"/>
                    </a:cubicBezTo>
                    <a:cubicBezTo>
                      <a:pt x="566546" y="355825"/>
                      <a:pt x="567808" y="354955"/>
                      <a:pt x="569263" y="354716"/>
                    </a:cubicBezTo>
                    <a:cubicBezTo>
                      <a:pt x="574984" y="354716"/>
                      <a:pt x="572123" y="334931"/>
                      <a:pt x="575937" y="329209"/>
                    </a:cubicBezTo>
                    <a:cubicBezTo>
                      <a:pt x="579752" y="323488"/>
                      <a:pt x="577845" y="305371"/>
                      <a:pt x="580705" y="305371"/>
                    </a:cubicBezTo>
                    <a:cubicBezTo>
                      <a:pt x="583566" y="305371"/>
                      <a:pt x="600491" y="310973"/>
                      <a:pt x="599538" y="306324"/>
                    </a:cubicBezTo>
                    <a:cubicBezTo>
                      <a:pt x="598584" y="301676"/>
                      <a:pt x="610026" y="285466"/>
                      <a:pt x="608120" y="277003"/>
                    </a:cubicBezTo>
                    <a:cubicBezTo>
                      <a:pt x="606213" y="268540"/>
                      <a:pt x="614675" y="258051"/>
                      <a:pt x="614675" y="247682"/>
                    </a:cubicBezTo>
                    <a:cubicBezTo>
                      <a:pt x="614675" y="237312"/>
                      <a:pt x="624210" y="234332"/>
                      <a:pt x="630766" y="228730"/>
                    </a:cubicBezTo>
                    <a:cubicBezTo>
                      <a:pt x="637322" y="223128"/>
                      <a:pt x="648764" y="215500"/>
                      <a:pt x="650671" y="220148"/>
                    </a:cubicBezTo>
                    <a:cubicBezTo>
                      <a:pt x="652578" y="224797"/>
                      <a:pt x="666762" y="228730"/>
                      <a:pt x="661041" y="220148"/>
                    </a:cubicBezTo>
                    <a:cubicBezTo>
                      <a:pt x="655320" y="211566"/>
                      <a:pt x="655439" y="205964"/>
                      <a:pt x="659134" y="204057"/>
                    </a:cubicBezTo>
                    <a:cubicBezTo>
                      <a:pt x="662829" y="202150"/>
                      <a:pt x="664855" y="192734"/>
                      <a:pt x="664855" y="192734"/>
                    </a:cubicBezTo>
                    <a:cubicBezTo>
                      <a:pt x="664855" y="192734"/>
                      <a:pt x="652936" y="190827"/>
                      <a:pt x="650671" y="185225"/>
                    </a:cubicBezTo>
                    <a:cubicBezTo>
                      <a:pt x="648407" y="179623"/>
                      <a:pt x="641255" y="173306"/>
                      <a:pt x="641255" y="169134"/>
                    </a:cubicBezTo>
                    <a:cubicBezTo>
                      <a:pt x="641255" y="164962"/>
                      <a:pt x="634580" y="166273"/>
                      <a:pt x="629336" y="171041"/>
                    </a:cubicBezTo>
                    <a:cubicBezTo>
                      <a:pt x="624092" y="175809"/>
                      <a:pt x="613364" y="165320"/>
                      <a:pt x="600968" y="171994"/>
                    </a:cubicBezTo>
                    <a:cubicBezTo>
                      <a:pt x="588572" y="178669"/>
                      <a:pt x="584877" y="184748"/>
                      <a:pt x="579275" y="184748"/>
                    </a:cubicBezTo>
                    <a:cubicBezTo>
                      <a:pt x="573673" y="184748"/>
                      <a:pt x="574507" y="189397"/>
                      <a:pt x="569740" y="194164"/>
                    </a:cubicBezTo>
                    <a:cubicBezTo>
                      <a:pt x="564972" y="198932"/>
                      <a:pt x="561277" y="204534"/>
                      <a:pt x="558417" y="204534"/>
                    </a:cubicBezTo>
                    <a:cubicBezTo>
                      <a:pt x="554268" y="205654"/>
                      <a:pt x="550264" y="207252"/>
                      <a:pt x="546497" y="209302"/>
                    </a:cubicBezTo>
                    <a:cubicBezTo>
                      <a:pt x="546497" y="209302"/>
                      <a:pt x="553172" y="223486"/>
                      <a:pt x="549358" y="230160"/>
                    </a:cubicBezTo>
                    <a:cubicBezTo>
                      <a:pt x="545544" y="236835"/>
                      <a:pt x="536008" y="230160"/>
                      <a:pt x="525519" y="233021"/>
                    </a:cubicBezTo>
                    <a:cubicBezTo>
                      <a:pt x="515030" y="235882"/>
                      <a:pt x="510382" y="229207"/>
                      <a:pt x="502872" y="231114"/>
                    </a:cubicBezTo>
                    <a:cubicBezTo>
                      <a:pt x="495363" y="233021"/>
                      <a:pt x="490953" y="226346"/>
                      <a:pt x="486782" y="227300"/>
                    </a:cubicBezTo>
                    <a:cubicBezTo>
                      <a:pt x="482610" y="228253"/>
                      <a:pt x="477247" y="218718"/>
                      <a:pt x="479153" y="211209"/>
                    </a:cubicBezTo>
                    <a:cubicBezTo>
                      <a:pt x="481061" y="203700"/>
                      <a:pt x="475339" y="193211"/>
                      <a:pt x="471644" y="199290"/>
                    </a:cubicBezTo>
                    <a:cubicBezTo>
                      <a:pt x="467949" y="205368"/>
                      <a:pt x="462228" y="202150"/>
                      <a:pt x="462228" y="211209"/>
                    </a:cubicBezTo>
                    <a:cubicBezTo>
                      <a:pt x="462228" y="220267"/>
                      <a:pt x="466877" y="230160"/>
                      <a:pt x="461155" y="235762"/>
                    </a:cubicBezTo>
                    <a:cubicBezTo>
                      <a:pt x="448259" y="242199"/>
                      <a:pt x="433407" y="243558"/>
                      <a:pt x="419557" y="239577"/>
                    </a:cubicBezTo>
                    <a:cubicBezTo>
                      <a:pt x="413955" y="234809"/>
                      <a:pt x="389282" y="232068"/>
                      <a:pt x="388329" y="227657"/>
                    </a:cubicBezTo>
                    <a:cubicBezTo>
                      <a:pt x="387375" y="223247"/>
                      <a:pt x="379866" y="214427"/>
                      <a:pt x="375099" y="214427"/>
                    </a:cubicBezTo>
                    <a:cubicBezTo>
                      <a:pt x="370331" y="214427"/>
                      <a:pt x="356147" y="220983"/>
                      <a:pt x="352452" y="218122"/>
                    </a:cubicBezTo>
                    <a:cubicBezTo>
                      <a:pt x="346600" y="213116"/>
                      <a:pt x="339841" y="209266"/>
                      <a:pt x="332547" y="206799"/>
                    </a:cubicBezTo>
                    <a:cubicBezTo>
                      <a:pt x="325872" y="205845"/>
                      <a:pt x="315502" y="201197"/>
                      <a:pt x="314549" y="197383"/>
                    </a:cubicBezTo>
                    <a:cubicBezTo>
                      <a:pt x="313595" y="193568"/>
                      <a:pt x="298458" y="191661"/>
                      <a:pt x="295597" y="187847"/>
                    </a:cubicBezTo>
                    <a:cubicBezTo>
                      <a:pt x="292736" y="184033"/>
                      <a:pt x="283678" y="183199"/>
                      <a:pt x="283678" y="178431"/>
                    </a:cubicBezTo>
                    <a:cubicBezTo>
                      <a:pt x="283678" y="173663"/>
                      <a:pt x="287492" y="166512"/>
                      <a:pt x="287492" y="160433"/>
                    </a:cubicBezTo>
                    <a:cubicBezTo>
                      <a:pt x="287492" y="154354"/>
                      <a:pt x="299411" y="148514"/>
                      <a:pt x="299411" y="145296"/>
                    </a:cubicBezTo>
                    <a:cubicBezTo>
                      <a:pt x="299411" y="142077"/>
                      <a:pt x="289041" y="134926"/>
                      <a:pt x="289041" y="134926"/>
                    </a:cubicBezTo>
                    <a:cubicBezTo>
                      <a:pt x="289041" y="134926"/>
                      <a:pt x="282367" y="123007"/>
                      <a:pt x="274857" y="123007"/>
                    </a:cubicBezTo>
                    <a:cubicBezTo>
                      <a:pt x="267348" y="123007"/>
                      <a:pt x="261508" y="109776"/>
                      <a:pt x="254952" y="108823"/>
                    </a:cubicBezTo>
                    <a:cubicBezTo>
                      <a:pt x="248397" y="107869"/>
                      <a:pt x="250184" y="94639"/>
                      <a:pt x="246489" y="89871"/>
                    </a:cubicBezTo>
                    <a:cubicBezTo>
                      <a:pt x="242795" y="85103"/>
                      <a:pt x="245536" y="73780"/>
                      <a:pt x="252092" y="79501"/>
                    </a:cubicBezTo>
                    <a:cubicBezTo>
                      <a:pt x="258647" y="85222"/>
                      <a:pt x="271043" y="79501"/>
                      <a:pt x="266276" y="70919"/>
                    </a:cubicBezTo>
                    <a:cubicBezTo>
                      <a:pt x="261508" y="62338"/>
                      <a:pt x="253046" y="54829"/>
                      <a:pt x="253046" y="50180"/>
                    </a:cubicBezTo>
                    <a:cubicBezTo>
                      <a:pt x="253046" y="45532"/>
                      <a:pt x="258767" y="31228"/>
                      <a:pt x="252092" y="27414"/>
                    </a:cubicBezTo>
                    <a:cubicBezTo>
                      <a:pt x="245512" y="24029"/>
                      <a:pt x="240447" y="18284"/>
                      <a:pt x="237908" y="11323"/>
                    </a:cubicBezTo>
                    <a:cubicBezTo>
                      <a:pt x="236013" y="6675"/>
                      <a:pt x="232723" y="2718"/>
                      <a:pt x="228492" y="0"/>
                    </a:cubicBezTo>
                    <a:lnTo>
                      <a:pt x="218956" y="954"/>
                    </a:lnTo>
                    <a:cubicBezTo>
                      <a:pt x="218956" y="954"/>
                      <a:pt x="213354" y="16091"/>
                      <a:pt x="209540" y="17998"/>
                    </a:cubicBezTo>
                    <a:cubicBezTo>
                      <a:pt x="201280" y="20286"/>
                      <a:pt x="193294" y="23445"/>
                      <a:pt x="185702" y="27414"/>
                    </a:cubicBezTo>
                    <a:cubicBezTo>
                      <a:pt x="179027" y="32182"/>
                      <a:pt x="160075" y="20740"/>
                      <a:pt x="149944" y="20740"/>
                    </a:cubicBezTo>
                    <a:cubicBezTo>
                      <a:pt x="139813" y="20740"/>
                      <a:pt x="132899" y="31228"/>
                      <a:pt x="138025" y="34089"/>
                    </a:cubicBezTo>
                    <a:cubicBezTo>
                      <a:pt x="143150" y="36950"/>
                      <a:pt x="141720" y="56735"/>
                      <a:pt x="141720" y="56735"/>
                    </a:cubicBezTo>
                    <a:cubicBezTo>
                      <a:pt x="141720" y="56735"/>
                      <a:pt x="147441" y="81408"/>
                      <a:pt x="156023" y="79501"/>
                    </a:cubicBezTo>
                    <a:cubicBezTo>
                      <a:pt x="164604" y="77594"/>
                      <a:pt x="174855" y="87964"/>
                      <a:pt x="167346" y="89871"/>
                    </a:cubicBezTo>
                    <a:cubicBezTo>
                      <a:pt x="160159" y="92982"/>
                      <a:pt x="155487" y="100038"/>
                      <a:pt x="155427" y="107869"/>
                    </a:cubicBezTo>
                    <a:cubicBezTo>
                      <a:pt x="154473" y="115378"/>
                      <a:pt x="156380" y="124914"/>
                      <a:pt x="150659" y="125867"/>
                    </a:cubicBezTo>
                    <a:cubicBezTo>
                      <a:pt x="144938" y="126821"/>
                      <a:pt x="138740" y="128608"/>
                      <a:pt x="138740" y="139097"/>
                    </a:cubicBezTo>
                    <a:cubicBezTo>
                      <a:pt x="138740" y="149586"/>
                      <a:pt x="126821" y="146607"/>
                      <a:pt x="124556" y="151017"/>
                    </a:cubicBezTo>
                    <a:cubicBezTo>
                      <a:pt x="121981" y="159730"/>
                      <a:pt x="118787" y="168252"/>
                      <a:pt x="115021" y="176524"/>
                    </a:cubicBezTo>
                    <a:cubicBezTo>
                      <a:pt x="112160" y="179385"/>
                      <a:pt x="96069" y="180338"/>
                      <a:pt x="95115" y="188443"/>
                    </a:cubicBezTo>
                    <a:cubicBezTo>
                      <a:pt x="94162" y="196548"/>
                      <a:pt x="86653" y="207276"/>
                      <a:pt x="81885" y="206322"/>
                    </a:cubicBezTo>
                    <a:cubicBezTo>
                      <a:pt x="77118" y="205368"/>
                      <a:pt x="68655" y="201673"/>
                      <a:pt x="65794" y="207276"/>
                    </a:cubicBezTo>
                    <a:cubicBezTo>
                      <a:pt x="62934" y="212878"/>
                      <a:pt x="50657" y="202627"/>
                      <a:pt x="47915" y="205368"/>
                    </a:cubicBezTo>
                    <a:cubicBezTo>
                      <a:pt x="45174" y="208110"/>
                      <a:pt x="29917" y="220506"/>
                      <a:pt x="29917" y="228134"/>
                    </a:cubicBezTo>
                    <a:cubicBezTo>
                      <a:pt x="29917" y="235762"/>
                      <a:pt x="46008" y="235643"/>
                      <a:pt x="45055" y="245179"/>
                    </a:cubicBezTo>
                    <a:cubicBezTo>
                      <a:pt x="45078" y="254428"/>
                      <a:pt x="48809" y="263272"/>
                      <a:pt x="55424" y="269732"/>
                    </a:cubicBezTo>
                    <a:cubicBezTo>
                      <a:pt x="60192" y="274500"/>
                      <a:pt x="67344" y="285823"/>
                      <a:pt x="63887" y="291545"/>
                    </a:cubicBezTo>
                    <a:cubicBezTo>
                      <a:pt x="60430" y="297266"/>
                      <a:pt x="54471" y="298100"/>
                      <a:pt x="46008" y="296193"/>
                    </a:cubicBezTo>
                    <a:cubicBezTo>
                      <a:pt x="37546" y="294286"/>
                      <a:pt x="38380" y="300007"/>
                      <a:pt x="23242" y="297146"/>
                    </a:cubicBezTo>
                    <a:cubicBezTo>
                      <a:pt x="8105" y="294286"/>
                      <a:pt x="7151" y="305728"/>
                      <a:pt x="1549" y="312284"/>
                    </a:cubicBezTo>
                    <a:lnTo>
                      <a:pt x="0" y="314072"/>
                    </a:lnTo>
                    <a:cubicBezTo>
                      <a:pt x="7151" y="319674"/>
                      <a:pt x="10131" y="329805"/>
                      <a:pt x="22050" y="334335"/>
                    </a:cubicBezTo>
                    <a:cubicBezTo>
                      <a:pt x="35877" y="339698"/>
                      <a:pt x="48273" y="325514"/>
                      <a:pt x="48273" y="335765"/>
                    </a:cubicBezTo>
                    <a:cubicBezTo>
                      <a:pt x="48273" y="346015"/>
                      <a:pt x="15614" y="343989"/>
                      <a:pt x="14899" y="347684"/>
                    </a:cubicBezTo>
                    <a:cubicBezTo>
                      <a:pt x="14184" y="351379"/>
                      <a:pt x="48630" y="392262"/>
                      <a:pt x="65913" y="389044"/>
                    </a:cubicBezTo>
                    <a:cubicBezTo>
                      <a:pt x="83196" y="385826"/>
                      <a:pt x="96069" y="367113"/>
                      <a:pt x="91063" y="364252"/>
                    </a:cubicBezTo>
                    <a:cubicBezTo>
                      <a:pt x="86057" y="361391"/>
                      <a:pt x="93923" y="349710"/>
                      <a:pt x="98572" y="352333"/>
                    </a:cubicBezTo>
                    <a:cubicBezTo>
                      <a:pt x="103221" y="354955"/>
                      <a:pt x="99287" y="372834"/>
                      <a:pt x="104532" y="377125"/>
                    </a:cubicBezTo>
                    <a:cubicBezTo>
                      <a:pt x="109776" y="381416"/>
                      <a:pt x="108107" y="389044"/>
                      <a:pt x="104532" y="399175"/>
                    </a:cubicBezTo>
                    <a:cubicBezTo>
                      <a:pt x="100956" y="409307"/>
                      <a:pt x="108107" y="428497"/>
                      <a:pt x="109180" y="439462"/>
                    </a:cubicBezTo>
                    <a:cubicBezTo>
                      <a:pt x="110253" y="450428"/>
                      <a:pt x="117642" y="466400"/>
                      <a:pt x="120146" y="482729"/>
                    </a:cubicBezTo>
                    <a:cubicBezTo>
                      <a:pt x="124675" y="505006"/>
                      <a:pt x="132172" y="526568"/>
                      <a:pt x="142435" y="546855"/>
                    </a:cubicBezTo>
                    <a:cubicBezTo>
                      <a:pt x="152089" y="564972"/>
                      <a:pt x="159479" y="600372"/>
                      <a:pt x="166273" y="608835"/>
                    </a:cubicBezTo>
                    <a:cubicBezTo>
                      <a:pt x="173067" y="617297"/>
                      <a:pt x="189039" y="643162"/>
                      <a:pt x="189039" y="659134"/>
                    </a:cubicBezTo>
                    <a:cubicBezTo>
                      <a:pt x="191864" y="675630"/>
                      <a:pt x="200291" y="690660"/>
                      <a:pt x="212878" y="701685"/>
                    </a:cubicBezTo>
                    <a:cubicBezTo>
                      <a:pt x="218837" y="705976"/>
                      <a:pt x="231948" y="696679"/>
                      <a:pt x="235167" y="686786"/>
                    </a:cubicBezTo>
                    <a:cubicBezTo>
                      <a:pt x="238384" y="676893"/>
                      <a:pt x="256502" y="672960"/>
                      <a:pt x="257456" y="664497"/>
                    </a:cubicBezTo>
                    <a:cubicBezTo>
                      <a:pt x="258409" y="656035"/>
                      <a:pt x="260316" y="649241"/>
                      <a:pt x="266752" y="648168"/>
                    </a:cubicBezTo>
                    <a:cubicBezTo>
                      <a:pt x="273189" y="647095"/>
                      <a:pt x="273070" y="640421"/>
                      <a:pt x="273070" y="631124"/>
                    </a:cubicBezTo>
                    <a:cubicBezTo>
                      <a:pt x="272223" y="620492"/>
                      <a:pt x="274726" y="609872"/>
                      <a:pt x="280221" y="600729"/>
                    </a:cubicBezTo>
                    <a:cubicBezTo>
                      <a:pt x="286443" y="588691"/>
                      <a:pt x="287683" y="574698"/>
                      <a:pt x="283678" y="561754"/>
                    </a:cubicBezTo>
                    <a:cubicBezTo>
                      <a:pt x="280626" y="551813"/>
                      <a:pt x="281270" y="541109"/>
                      <a:pt x="285466" y="531598"/>
                    </a:cubicBezTo>
                    <a:cubicBezTo>
                      <a:pt x="289041" y="522778"/>
                      <a:pt x="287611" y="512527"/>
                      <a:pt x="294405" y="511812"/>
                    </a:cubicBezTo>
                    <a:cubicBezTo>
                      <a:pt x="304108" y="509524"/>
                      <a:pt x="312605" y="503707"/>
                      <a:pt x="318244" y="495483"/>
                    </a:cubicBezTo>
                    <a:cubicBezTo>
                      <a:pt x="329483" y="484684"/>
                      <a:pt x="341688" y="474946"/>
                      <a:pt x="354716" y="466400"/>
                    </a:cubicBezTo>
                    <a:cubicBezTo>
                      <a:pt x="369044" y="454933"/>
                      <a:pt x="382000" y="441858"/>
                      <a:pt x="393335" y="427424"/>
                    </a:cubicBezTo>
                    <a:cubicBezTo>
                      <a:pt x="400367" y="415505"/>
                      <a:pt x="420630" y="411929"/>
                      <a:pt x="429807" y="402274"/>
                    </a:cubicBezTo>
                    <a:cubicBezTo>
                      <a:pt x="438986" y="392620"/>
                      <a:pt x="435529" y="387733"/>
                      <a:pt x="437197" y="377482"/>
                    </a:cubicBezTo>
                    <a:cubicBezTo>
                      <a:pt x="438866" y="367232"/>
                      <a:pt x="468784" y="362941"/>
                      <a:pt x="480107" y="362941"/>
                    </a:cubicBezTo>
                    <a:cubicBezTo>
                      <a:pt x="482086" y="363155"/>
                      <a:pt x="484088" y="363155"/>
                      <a:pt x="486067" y="362941"/>
                    </a:cubicBezTo>
                    <a:cubicBezTo>
                      <a:pt x="485292" y="346731"/>
                      <a:pt x="481621" y="330783"/>
                      <a:pt x="475220" y="315860"/>
                    </a:cubicBezTo>
                    <a:close/>
                  </a:path>
                </a:pathLst>
              </a:custGeom>
              <a:solidFill>
                <a:schemeClr val="accent2">
                  <a:lumMod val="60000"/>
                  <a:lumOff val="40000"/>
                </a:schemeClr>
              </a:solid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86" name="Freeform: Shape 185">
                <a:extLst>
                  <a:ext uri="{FF2B5EF4-FFF2-40B4-BE49-F238E27FC236}">
                    <a16:creationId xmlns:a16="http://schemas.microsoft.com/office/drawing/2014/main" id="{286B6909-A272-48BF-9F11-F57D4073AFDA}"/>
                  </a:ext>
                </a:extLst>
              </p:cNvPr>
              <p:cNvSpPr/>
              <p:nvPr/>
            </p:nvSpPr>
            <p:spPr>
              <a:xfrm>
                <a:off x="4608440" y="7136294"/>
                <a:ext cx="227874" cy="185681"/>
              </a:xfrm>
              <a:custGeom>
                <a:avLst/>
                <a:gdLst>
                  <a:gd name="connsiteX0" fmla="*/ 2167 w 227874"/>
                  <a:gd name="connsiteY0" fmla="*/ 36930 h 185681"/>
                  <a:gd name="connsiteX1" fmla="*/ 2167 w 227874"/>
                  <a:gd name="connsiteY1" fmla="*/ 61841 h 185681"/>
                  <a:gd name="connsiteX2" fmla="*/ 3716 w 227874"/>
                  <a:gd name="connsiteY2" fmla="*/ 71496 h 185681"/>
                  <a:gd name="connsiteX3" fmla="*/ 9080 w 227874"/>
                  <a:gd name="connsiteY3" fmla="*/ 83415 h 185681"/>
                  <a:gd name="connsiteX4" fmla="*/ 12179 w 227874"/>
                  <a:gd name="connsiteY4" fmla="*/ 96168 h 185681"/>
                  <a:gd name="connsiteX5" fmla="*/ 18019 w 227874"/>
                  <a:gd name="connsiteY5" fmla="*/ 115239 h 185681"/>
                  <a:gd name="connsiteX6" fmla="*/ 18734 w 227874"/>
                  <a:gd name="connsiteY6" fmla="*/ 125966 h 185681"/>
                  <a:gd name="connsiteX7" fmla="*/ 32680 w 227874"/>
                  <a:gd name="connsiteY7" fmla="*/ 134072 h 185681"/>
                  <a:gd name="connsiteX8" fmla="*/ 48413 w 227874"/>
                  <a:gd name="connsiteY8" fmla="*/ 145156 h 185681"/>
                  <a:gd name="connsiteX9" fmla="*/ 61167 w 227874"/>
                  <a:gd name="connsiteY9" fmla="*/ 150639 h 185681"/>
                  <a:gd name="connsiteX10" fmla="*/ 74635 w 227874"/>
                  <a:gd name="connsiteY10" fmla="*/ 148255 h 185681"/>
                  <a:gd name="connsiteX11" fmla="*/ 80953 w 227874"/>
                  <a:gd name="connsiteY11" fmla="*/ 156956 h 185681"/>
                  <a:gd name="connsiteX12" fmla="*/ 96805 w 227874"/>
                  <a:gd name="connsiteY12" fmla="*/ 161009 h 185681"/>
                  <a:gd name="connsiteX13" fmla="*/ 107890 w 227874"/>
                  <a:gd name="connsiteY13" fmla="*/ 175193 h 185681"/>
                  <a:gd name="connsiteX14" fmla="*/ 122074 w 227874"/>
                  <a:gd name="connsiteY14" fmla="*/ 173643 h 185681"/>
                  <a:gd name="connsiteX15" fmla="*/ 142694 w 227874"/>
                  <a:gd name="connsiteY15" fmla="*/ 176027 h 185681"/>
                  <a:gd name="connsiteX16" fmla="*/ 160931 w 227874"/>
                  <a:gd name="connsiteY16" fmla="*/ 177577 h 185681"/>
                  <a:gd name="connsiteX17" fmla="*/ 181432 w 227874"/>
                  <a:gd name="connsiteY17" fmla="*/ 182344 h 185681"/>
                  <a:gd name="connsiteX18" fmla="*/ 195497 w 227874"/>
                  <a:gd name="connsiteY18" fmla="*/ 185682 h 185681"/>
                  <a:gd name="connsiteX19" fmla="*/ 194543 w 227874"/>
                  <a:gd name="connsiteY19" fmla="*/ 169948 h 185681"/>
                  <a:gd name="connsiteX20" fmla="*/ 216832 w 227874"/>
                  <a:gd name="connsiteY20" fmla="*/ 147183 h 185681"/>
                  <a:gd name="connsiteX21" fmla="*/ 227440 w 227874"/>
                  <a:gd name="connsiteY21" fmla="*/ 138601 h 185681"/>
                  <a:gd name="connsiteX22" fmla="*/ 217905 w 227874"/>
                  <a:gd name="connsiteY22" fmla="*/ 114762 h 185681"/>
                  <a:gd name="connsiteX23" fmla="*/ 216236 w 227874"/>
                  <a:gd name="connsiteY23" fmla="*/ 93546 h 185681"/>
                  <a:gd name="connsiteX24" fmla="*/ 208250 w 227874"/>
                  <a:gd name="connsiteY24" fmla="*/ 81627 h 185681"/>
                  <a:gd name="connsiteX25" fmla="*/ 222076 w 227874"/>
                  <a:gd name="connsiteY25" fmla="*/ 69708 h 185681"/>
                  <a:gd name="connsiteX26" fmla="*/ 221123 w 227874"/>
                  <a:gd name="connsiteY26" fmla="*/ 48968 h 185681"/>
                  <a:gd name="connsiteX27" fmla="*/ 217309 w 227874"/>
                  <a:gd name="connsiteY27" fmla="*/ 30851 h 185681"/>
                  <a:gd name="connsiteX28" fmla="*/ 198715 w 227874"/>
                  <a:gd name="connsiteY28" fmla="*/ 17621 h 185681"/>
                  <a:gd name="connsiteX29" fmla="*/ 197880 w 227874"/>
                  <a:gd name="connsiteY29" fmla="*/ 16548 h 185681"/>
                  <a:gd name="connsiteX30" fmla="*/ 135543 w 227874"/>
                  <a:gd name="connsiteY30" fmla="*/ 13926 h 185681"/>
                  <a:gd name="connsiteX31" fmla="*/ 123624 w 227874"/>
                  <a:gd name="connsiteY31" fmla="*/ 9396 h 185681"/>
                  <a:gd name="connsiteX32" fmla="*/ 110632 w 227874"/>
                  <a:gd name="connsiteY32" fmla="*/ 16190 h 185681"/>
                  <a:gd name="connsiteX33" fmla="*/ 98712 w 227874"/>
                  <a:gd name="connsiteY33" fmla="*/ 1291 h 185681"/>
                  <a:gd name="connsiteX34" fmla="*/ 46267 w 227874"/>
                  <a:gd name="connsiteY34" fmla="*/ 16190 h 185681"/>
                  <a:gd name="connsiteX35" fmla="*/ 9199 w 227874"/>
                  <a:gd name="connsiteY35" fmla="*/ 28944 h 185681"/>
                  <a:gd name="connsiteX36" fmla="*/ 2286 w 227874"/>
                  <a:gd name="connsiteY36" fmla="*/ 34307 h 185681"/>
                  <a:gd name="connsiteX37" fmla="*/ 2167 w 227874"/>
                  <a:gd name="connsiteY37" fmla="*/ 36930 h 18568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227874" h="185681">
                    <a:moveTo>
                      <a:pt x="2167" y="36930"/>
                    </a:moveTo>
                    <a:cubicBezTo>
                      <a:pt x="4777" y="45023"/>
                      <a:pt x="4777" y="53748"/>
                      <a:pt x="2167" y="61841"/>
                    </a:cubicBezTo>
                    <a:cubicBezTo>
                      <a:pt x="-1648" y="67681"/>
                      <a:pt x="21" y="69350"/>
                      <a:pt x="3716" y="71496"/>
                    </a:cubicBezTo>
                    <a:cubicBezTo>
                      <a:pt x="7423" y="74297"/>
                      <a:pt x="9449" y="78790"/>
                      <a:pt x="9080" y="83415"/>
                    </a:cubicBezTo>
                    <a:cubicBezTo>
                      <a:pt x="9080" y="87586"/>
                      <a:pt x="11702" y="87110"/>
                      <a:pt x="12179" y="96168"/>
                    </a:cubicBezTo>
                    <a:cubicBezTo>
                      <a:pt x="12131" y="102974"/>
                      <a:pt x="14169" y="109625"/>
                      <a:pt x="18019" y="115239"/>
                    </a:cubicBezTo>
                    <a:cubicBezTo>
                      <a:pt x="20165" y="118433"/>
                      <a:pt x="20439" y="122522"/>
                      <a:pt x="18734" y="125966"/>
                    </a:cubicBezTo>
                    <a:cubicBezTo>
                      <a:pt x="22990" y="129304"/>
                      <a:pt x="27674" y="132021"/>
                      <a:pt x="32680" y="134072"/>
                    </a:cubicBezTo>
                    <a:cubicBezTo>
                      <a:pt x="43765" y="138005"/>
                      <a:pt x="47698" y="141104"/>
                      <a:pt x="48413" y="145156"/>
                    </a:cubicBezTo>
                    <a:cubicBezTo>
                      <a:pt x="49128" y="149209"/>
                      <a:pt x="58783" y="156241"/>
                      <a:pt x="61167" y="150639"/>
                    </a:cubicBezTo>
                    <a:cubicBezTo>
                      <a:pt x="63551" y="145037"/>
                      <a:pt x="69868" y="148255"/>
                      <a:pt x="74635" y="148255"/>
                    </a:cubicBezTo>
                    <a:cubicBezTo>
                      <a:pt x="79403" y="148255"/>
                      <a:pt x="80118" y="153857"/>
                      <a:pt x="80953" y="156956"/>
                    </a:cubicBezTo>
                    <a:cubicBezTo>
                      <a:pt x="81787" y="160055"/>
                      <a:pt x="92872" y="158625"/>
                      <a:pt x="96805" y="161009"/>
                    </a:cubicBezTo>
                    <a:cubicBezTo>
                      <a:pt x="100739" y="163393"/>
                      <a:pt x="102288" y="172094"/>
                      <a:pt x="107890" y="175193"/>
                    </a:cubicBezTo>
                    <a:cubicBezTo>
                      <a:pt x="113492" y="178292"/>
                      <a:pt x="118141" y="171259"/>
                      <a:pt x="122074" y="173643"/>
                    </a:cubicBezTo>
                    <a:cubicBezTo>
                      <a:pt x="128427" y="176909"/>
                      <a:pt x="135757" y="177767"/>
                      <a:pt x="142694" y="176027"/>
                    </a:cubicBezTo>
                    <a:cubicBezTo>
                      <a:pt x="149012" y="173643"/>
                      <a:pt x="152945" y="178411"/>
                      <a:pt x="160931" y="177577"/>
                    </a:cubicBezTo>
                    <a:cubicBezTo>
                      <a:pt x="168094" y="176933"/>
                      <a:pt x="175281" y="178614"/>
                      <a:pt x="181432" y="182344"/>
                    </a:cubicBezTo>
                    <a:cubicBezTo>
                      <a:pt x="185913" y="184192"/>
                      <a:pt x="190657" y="185324"/>
                      <a:pt x="195497" y="185682"/>
                    </a:cubicBezTo>
                    <a:cubicBezTo>
                      <a:pt x="197046" y="182464"/>
                      <a:pt x="193947" y="172451"/>
                      <a:pt x="194543" y="169948"/>
                    </a:cubicBezTo>
                    <a:cubicBezTo>
                      <a:pt x="201528" y="161939"/>
                      <a:pt x="208977" y="154346"/>
                      <a:pt x="216832" y="147183"/>
                    </a:cubicBezTo>
                    <a:cubicBezTo>
                      <a:pt x="220050" y="143488"/>
                      <a:pt x="224818" y="143488"/>
                      <a:pt x="227440" y="138601"/>
                    </a:cubicBezTo>
                    <a:cubicBezTo>
                      <a:pt x="230062" y="133714"/>
                      <a:pt x="220050" y="118457"/>
                      <a:pt x="217905" y="114762"/>
                    </a:cubicBezTo>
                    <a:cubicBezTo>
                      <a:pt x="215438" y="107968"/>
                      <a:pt x="214853" y="100638"/>
                      <a:pt x="216236" y="93546"/>
                    </a:cubicBezTo>
                    <a:cubicBezTo>
                      <a:pt x="217905" y="88182"/>
                      <a:pt x="208250" y="84964"/>
                      <a:pt x="208250" y="81627"/>
                    </a:cubicBezTo>
                    <a:cubicBezTo>
                      <a:pt x="208250" y="78289"/>
                      <a:pt x="217309" y="71615"/>
                      <a:pt x="222076" y="69708"/>
                    </a:cubicBezTo>
                    <a:cubicBezTo>
                      <a:pt x="226844" y="67800"/>
                      <a:pt x="225295" y="52663"/>
                      <a:pt x="221123" y="48968"/>
                    </a:cubicBezTo>
                    <a:cubicBezTo>
                      <a:pt x="216248" y="44284"/>
                      <a:pt x="214734" y="37097"/>
                      <a:pt x="217309" y="30851"/>
                    </a:cubicBezTo>
                    <a:cubicBezTo>
                      <a:pt x="220050" y="23461"/>
                      <a:pt x="201456" y="17621"/>
                      <a:pt x="198715" y="17621"/>
                    </a:cubicBezTo>
                    <a:cubicBezTo>
                      <a:pt x="198715" y="17621"/>
                      <a:pt x="198000" y="17621"/>
                      <a:pt x="197880" y="16548"/>
                    </a:cubicBezTo>
                    <a:cubicBezTo>
                      <a:pt x="177070" y="18097"/>
                      <a:pt x="156151" y="17215"/>
                      <a:pt x="135543" y="13926"/>
                    </a:cubicBezTo>
                    <a:cubicBezTo>
                      <a:pt x="133397" y="12972"/>
                      <a:pt x="128034" y="11065"/>
                      <a:pt x="123624" y="9396"/>
                    </a:cubicBezTo>
                    <a:cubicBezTo>
                      <a:pt x="120858" y="13854"/>
                      <a:pt x="115876" y="16464"/>
                      <a:pt x="110632" y="16190"/>
                    </a:cubicBezTo>
                    <a:cubicBezTo>
                      <a:pt x="100262" y="16190"/>
                      <a:pt x="99547" y="5940"/>
                      <a:pt x="98712" y="1291"/>
                    </a:cubicBezTo>
                    <a:cubicBezTo>
                      <a:pt x="97878" y="-3357"/>
                      <a:pt x="57353" y="5224"/>
                      <a:pt x="46267" y="16190"/>
                    </a:cubicBezTo>
                    <a:cubicBezTo>
                      <a:pt x="35183" y="27156"/>
                      <a:pt x="9795" y="22865"/>
                      <a:pt x="9199" y="28944"/>
                    </a:cubicBezTo>
                    <a:cubicBezTo>
                      <a:pt x="8603" y="35022"/>
                      <a:pt x="4789" y="35618"/>
                      <a:pt x="2286" y="34307"/>
                    </a:cubicBezTo>
                    <a:cubicBezTo>
                      <a:pt x="2059" y="35166"/>
                      <a:pt x="2024" y="36060"/>
                      <a:pt x="2167" y="36930"/>
                    </a:cubicBezTo>
                    <a:close/>
                  </a:path>
                </a:pathLst>
              </a:custGeom>
              <a:solidFill>
                <a:srgbClr val="88DAE7"/>
              </a:solid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87" name="Freeform: Shape 186">
                <a:extLst>
                  <a:ext uri="{FF2B5EF4-FFF2-40B4-BE49-F238E27FC236}">
                    <a16:creationId xmlns:a16="http://schemas.microsoft.com/office/drawing/2014/main" id="{38AF641C-BF05-4489-9A88-79040097B4B5}"/>
                  </a:ext>
                </a:extLst>
              </p:cNvPr>
              <p:cNvSpPr/>
              <p:nvPr/>
            </p:nvSpPr>
            <p:spPr>
              <a:xfrm>
                <a:off x="4501303" y="7324711"/>
                <a:ext cx="175932" cy="80223"/>
              </a:xfrm>
              <a:custGeom>
                <a:avLst/>
                <a:gdLst>
                  <a:gd name="connsiteX0" fmla="*/ 148042 w 175932"/>
                  <a:gd name="connsiteY0" fmla="*/ 7158 h 80223"/>
                  <a:gd name="connsiteX1" fmla="*/ 125872 w 175932"/>
                  <a:gd name="connsiteY1" fmla="*/ 7 h 80223"/>
                  <a:gd name="connsiteX2" fmla="*/ 121938 w 175932"/>
                  <a:gd name="connsiteY2" fmla="*/ 11092 h 80223"/>
                  <a:gd name="connsiteX3" fmla="*/ 101080 w 175932"/>
                  <a:gd name="connsiteY3" fmla="*/ 12403 h 80223"/>
                  <a:gd name="connsiteX4" fmla="*/ 88088 w 175932"/>
                  <a:gd name="connsiteY4" fmla="*/ 21223 h 80223"/>
                  <a:gd name="connsiteX5" fmla="*/ 78433 w 175932"/>
                  <a:gd name="connsiteY5" fmla="*/ 36122 h 80223"/>
                  <a:gd name="connsiteX6" fmla="*/ 68898 w 175932"/>
                  <a:gd name="connsiteY6" fmla="*/ 43035 h 80223"/>
                  <a:gd name="connsiteX7" fmla="*/ 45059 w 175932"/>
                  <a:gd name="connsiteY7" fmla="*/ 47803 h 80223"/>
                  <a:gd name="connsiteX8" fmla="*/ 31233 w 175932"/>
                  <a:gd name="connsiteY8" fmla="*/ 48876 h 80223"/>
                  <a:gd name="connsiteX9" fmla="*/ 16930 w 175932"/>
                  <a:gd name="connsiteY9" fmla="*/ 50902 h 80223"/>
                  <a:gd name="connsiteX10" fmla="*/ 3104 w 175932"/>
                  <a:gd name="connsiteY10" fmla="*/ 47207 h 80223"/>
                  <a:gd name="connsiteX11" fmla="*/ 481 w 175932"/>
                  <a:gd name="connsiteY11" fmla="*/ 59960 h 80223"/>
                  <a:gd name="connsiteX12" fmla="*/ 12401 w 175932"/>
                  <a:gd name="connsiteY12" fmla="*/ 66397 h 80223"/>
                  <a:gd name="connsiteX13" fmla="*/ 27300 w 175932"/>
                  <a:gd name="connsiteY13" fmla="*/ 69615 h 80223"/>
                  <a:gd name="connsiteX14" fmla="*/ 42199 w 175932"/>
                  <a:gd name="connsiteY14" fmla="*/ 64728 h 80223"/>
                  <a:gd name="connsiteX15" fmla="*/ 61270 w 175932"/>
                  <a:gd name="connsiteY15" fmla="*/ 62106 h 80223"/>
                  <a:gd name="connsiteX16" fmla="*/ 66037 w 175932"/>
                  <a:gd name="connsiteY16" fmla="*/ 72237 h 80223"/>
                  <a:gd name="connsiteX17" fmla="*/ 87849 w 175932"/>
                  <a:gd name="connsiteY17" fmla="*/ 75456 h 80223"/>
                  <a:gd name="connsiteX18" fmla="*/ 114429 w 175932"/>
                  <a:gd name="connsiteY18" fmla="*/ 80223 h 80223"/>
                  <a:gd name="connsiteX19" fmla="*/ 135169 w 175932"/>
                  <a:gd name="connsiteY19" fmla="*/ 72714 h 80223"/>
                  <a:gd name="connsiteX20" fmla="*/ 151617 w 175932"/>
                  <a:gd name="connsiteY20" fmla="*/ 67470 h 80223"/>
                  <a:gd name="connsiteX21" fmla="*/ 151617 w 175932"/>
                  <a:gd name="connsiteY21" fmla="*/ 67470 h 80223"/>
                  <a:gd name="connsiteX22" fmla="*/ 155551 w 175932"/>
                  <a:gd name="connsiteY22" fmla="*/ 61868 h 80223"/>
                  <a:gd name="connsiteX23" fmla="*/ 159365 w 175932"/>
                  <a:gd name="connsiteY23" fmla="*/ 51379 h 80223"/>
                  <a:gd name="connsiteX24" fmla="*/ 162106 w 175932"/>
                  <a:gd name="connsiteY24" fmla="*/ 41963 h 80223"/>
                  <a:gd name="connsiteX25" fmla="*/ 172715 w 175932"/>
                  <a:gd name="connsiteY25" fmla="*/ 35764 h 80223"/>
                  <a:gd name="connsiteX26" fmla="*/ 175933 w 175932"/>
                  <a:gd name="connsiteY26" fmla="*/ 29447 h 80223"/>
                  <a:gd name="connsiteX27" fmla="*/ 166516 w 175932"/>
                  <a:gd name="connsiteY27" fmla="*/ 9542 h 80223"/>
                  <a:gd name="connsiteX28" fmla="*/ 148042 w 175932"/>
                  <a:gd name="connsiteY28" fmla="*/ 7158 h 802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175932" h="80223">
                    <a:moveTo>
                      <a:pt x="148042" y="7158"/>
                    </a:moveTo>
                    <a:cubicBezTo>
                      <a:pt x="141653" y="2367"/>
                      <a:pt x="133858" y="-148"/>
                      <a:pt x="125872" y="7"/>
                    </a:cubicBezTo>
                    <a:cubicBezTo>
                      <a:pt x="125049" y="3857"/>
                      <a:pt x="123726" y="7587"/>
                      <a:pt x="121938" y="11092"/>
                    </a:cubicBezTo>
                    <a:cubicBezTo>
                      <a:pt x="119912" y="14429"/>
                      <a:pt x="108350" y="14310"/>
                      <a:pt x="101080" y="12403"/>
                    </a:cubicBezTo>
                    <a:cubicBezTo>
                      <a:pt x="98934" y="15144"/>
                      <a:pt x="89161" y="17290"/>
                      <a:pt x="88088" y="21223"/>
                    </a:cubicBezTo>
                    <a:cubicBezTo>
                      <a:pt x="87015" y="25156"/>
                      <a:pt x="74738" y="23368"/>
                      <a:pt x="78433" y="36122"/>
                    </a:cubicBezTo>
                    <a:cubicBezTo>
                      <a:pt x="82128" y="48876"/>
                      <a:pt x="72593" y="44585"/>
                      <a:pt x="68898" y="43035"/>
                    </a:cubicBezTo>
                    <a:cubicBezTo>
                      <a:pt x="60638" y="41891"/>
                      <a:pt x="52235" y="43572"/>
                      <a:pt x="45059" y="47803"/>
                    </a:cubicBezTo>
                    <a:cubicBezTo>
                      <a:pt x="41150" y="51081"/>
                      <a:pt x="35596" y="51510"/>
                      <a:pt x="31233" y="48876"/>
                    </a:cubicBezTo>
                    <a:cubicBezTo>
                      <a:pt x="26644" y="45812"/>
                      <a:pt x="20494" y="46682"/>
                      <a:pt x="16930" y="50902"/>
                    </a:cubicBezTo>
                    <a:cubicBezTo>
                      <a:pt x="13712" y="56266"/>
                      <a:pt x="7871" y="46730"/>
                      <a:pt x="3104" y="47207"/>
                    </a:cubicBezTo>
                    <a:cubicBezTo>
                      <a:pt x="-1664" y="47684"/>
                      <a:pt x="481" y="57815"/>
                      <a:pt x="481" y="59960"/>
                    </a:cubicBezTo>
                    <a:cubicBezTo>
                      <a:pt x="481" y="62106"/>
                      <a:pt x="7871" y="68542"/>
                      <a:pt x="12401" y="66397"/>
                    </a:cubicBezTo>
                    <a:cubicBezTo>
                      <a:pt x="17597" y="65026"/>
                      <a:pt x="23128" y="66218"/>
                      <a:pt x="27300" y="69615"/>
                    </a:cubicBezTo>
                    <a:cubicBezTo>
                      <a:pt x="31591" y="72237"/>
                      <a:pt x="39219" y="67470"/>
                      <a:pt x="42199" y="64728"/>
                    </a:cubicBezTo>
                    <a:cubicBezTo>
                      <a:pt x="45179" y="61987"/>
                      <a:pt x="59720" y="62106"/>
                      <a:pt x="61270" y="62106"/>
                    </a:cubicBezTo>
                    <a:cubicBezTo>
                      <a:pt x="62819" y="62106"/>
                      <a:pt x="63415" y="70569"/>
                      <a:pt x="66037" y="72237"/>
                    </a:cubicBezTo>
                    <a:cubicBezTo>
                      <a:pt x="73129" y="74276"/>
                      <a:pt x="80471" y="75348"/>
                      <a:pt x="87849" y="75456"/>
                    </a:cubicBezTo>
                    <a:cubicBezTo>
                      <a:pt x="96908" y="75456"/>
                      <a:pt x="110139" y="80223"/>
                      <a:pt x="114429" y="80223"/>
                    </a:cubicBezTo>
                    <a:cubicBezTo>
                      <a:pt x="118720" y="80223"/>
                      <a:pt x="125633" y="72714"/>
                      <a:pt x="135169" y="72714"/>
                    </a:cubicBezTo>
                    <a:cubicBezTo>
                      <a:pt x="144704" y="72714"/>
                      <a:pt x="150068" y="66874"/>
                      <a:pt x="151617" y="67470"/>
                    </a:cubicBezTo>
                    <a:lnTo>
                      <a:pt x="151617" y="67470"/>
                    </a:lnTo>
                    <a:cubicBezTo>
                      <a:pt x="152332" y="64609"/>
                      <a:pt x="153405" y="62106"/>
                      <a:pt x="155551" y="61868"/>
                    </a:cubicBezTo>
                    <a:cubicBezTo>
                      <a:pt x="157696" y="61629"/>
                      <a:pt x="156624" y="54716"/>
                      <a:pt x="159365" y="51379"/>
                    </a:cubicBezTo>
                    <a:cubicBezTo>
                      <a:pt x="162106" y="48041"/>
                      <a:pt x="157100" y="41367"/>
                      <a:pt x="162106" y="41963"/>
                    </a:cubicBezTo>
                    <a:cubicBezTo>
                      <a:pt x="167112" y="42558"/>
                      <a:pt x="172715" y="43035"/>
                      <a:pt x="172715" y="35764"/>
                    </a:cubicBezTo>
                    <a:cubicBezTo>
                      <a:pt x="172858" y="33297"/>
                      <a:pt x="174025" y="31009"/>
                      <a:pt x="175933" y="29447"/>
                    </a:cubicBezTo>
                    <a:cubicBezTo>
                      <a:pt x="171951" y="23237"/>
                      <a:pt x="168793" y="16551"/>
                      <a:pt x="166516" y="9542"/>
                    </a:cubicBezTo>
                    <a:cubicBezTo>
                      <a:pt x="166516" y="9542"/>
                      <a:pt x="154359" y="14310"/>
                      <a:pt x="148042" y="7158"/>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88" name="Freeform: Shape 187">
                <a:extLst>
                  <a:ext uri="{FF2B5EF4-FFF2-40B4-BE49-F238E27FC236}">
                    <a16:creationId xmlns:a16="http://schemas.microsoft.com/office/drawing/2014/main" id="{678D97CC-E974-4F3B-99C9-D0AB36986641}"/>
                  </a:ext>
                </a:extLst>
              </p:cNvPr>
              <p:cNvSpPr/>
              <p:nvPr/>
            </p:nvSpPr>
            <p:spPr>
              <a:xfrm>
                <a:off x="4652682" y="7335769"/>
                <a:ext cx="154687" cy="86678"/>
              </a:xfrm>
              <a:custGeom>
                <a:avLst/>
                <a:gdLst>
                  <a:gd name="connsiteX0" fmla="*/ 150301 w 154687"/>
                  <a:gd name="connsiteY0" fmla="*/ 16005 h 86678"/>
                  <a:gd name="connsiteX1" fmla="*/ 144699 w 154687"/>
                  <a:gd name="connsiteY1" fmla="*/ 12548 h 86678"/>
                  <a:gd name="connsiteX2" fmla="*/ 129562 w 154687"/>
                  <a:gd name="connsiteY2" fmla="*/ 7185 h 86678"/>
                  <a:gd name="connsiteX3" fmla="*/ 107392 w 154687"/>
                  <a:gd name="connsiteY3" fmla="*/ 33 h 86678"/>
                  <a:gd name="connsiteX4" fmla="*/ 85223 w 154687"/>
                  <a:gd name="connsiteY4" fmla="*/ 14336 h 86678"/>
                  <a:gd name="connsiteX5" fmla="*/ 59954 w 154687"/>
                  <a:gd name="connsiteY5" fmla="*/ 22203 h 86678"/>
                  <a:gd name="connsiteX6" fmla="*/ 27533 w 154687"/>
                  <a:gd name="connsiteY6" fmla="*/ 22203 h 86678"/>
                  <a:gd name="connsiteX7" fmla="*/ 24315 w 154687"/>
                  <a:gd name="connsiteY7" fmla="*/ 18389 h 86678"/>
                  <a:gd name="connsiteX8" fmla="*/ 21097 w 154687"/>
                  <a:gd name="connsiteY8" fmla="*/ 24706 h 86678"/>
                  <a:gd name="connsiteX9" fmla="*/ 10489 w 154687"/>
                  <a:gd name="connsiteY9" fmla="*/ 30904 h 86678"/>
                  <a:gd name="connsiteX10" fmla="*/ 7747 w 154687"/>
                  <a:gd name="connsiteY10" fmla="*/ 40320 h 86678"/>
                  <a:gd name="connsiteX11" fmla="*/ 3933 w 154687"/>
                  <a:gd name="connsiteY11" fmla="*/ 50809 h 86678"/>
                  <a:gd name="connsiteX12" fmla="*/ 0 w 154687"/>
                  <a:gd name="connsiteY12" fmla="*/ 56411 h 86678"/>
                  <a:gd name="connsiteX13" fmla="*/ 5721 w 154687"/>
                  <a:gd name="connsiteY13" fmla="*/ 65470 h 86678"/>
                  <a:gd name="connsiteX14" fmla="*/ 25626 w 154687"/>
                  <a:gd name="connsiteY14" fmla="*/ 80250 h 86678"/>
                  <a:gd name="connsiteX15" fmla="*/ 50180 w 154687"/>
                  <a:gd name="connsiteY15" fmla="*/ 85852 h 86678"/>
                  <a:gd name="connsiteX16" fmla="*/ 83435 w 154687"/>
                  <a:gd name="connsiteY16" fmla="*/ 75482 h 86678"/>
                  <a:gd name="connsiteX17" fmla="*/ 93685 w 154687"/>
                  <a:gd name="connsiteY17" fmla="*/ 78700 h 86678"/>
                  <a:gd name="connsiteX18" fmla="*/ 100360 w 154687"/>
                  <a:gd name="connsiteY18" fmla="*/ 79773 h 86678"/>
                  <a:gd name="connsiteX19" fmla="*/ 114663 w 154687"/>
                  <a:gd name="connsiteY19" fmla="*/ 69761 h 86678"/>
                  <a:gd name="connsiteX20" fmla="*/ 136475 w 154687"/>
                  <a:gd name="connsiteY20" fmla="*/ 34003 h 86678"/>
                  <a:gd name="connsiteX21" fmla="*/ 152328 w 154687"/>
                  <a:gd name="connsiteY21" fmla="*/ 23872 h 86678"/>
                  <a:gd name="connsiteX22" fmla="*/ 150301 w 154687"/>
                  <a:gd name="connsiteY22" fmla="*/ 16005 h 866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54687" h="86678">
                    <a:moveTo>
                      <a:pt x="150301" y="16005"/>
                    </a:moveTo>
                    <a:cubicBezTo>
                      <a:pt x="148240" y="15207"/>
                      <a:pt x="146333" y="14038"/>
                      <a:pt x="144699" y="12548"/>
                    </a:cubicBezTo>
                    <a:cubicBezTo>
                      <a:pt x="139360" y="11762"/>
                      <a:pt x="134211" y="9938"/>
                      <a:pt x="129562" y="7185"/>
                    </a:cubicBezTo>
                    <a:cubicBezTo>
                      <a:pt x="122601" y="3633"/>
                      <a:pt x="115116" y="1213"/>
                      <a:pt x="107392" y="33"/>
                    </a:cubicBezTo>
                    <a:cubicBezTo>
                      <a:pt x="105128" y="-801"/>
                      <a:pt x="89990" y="14336"/>
                      <a:pt x="85223" y="14336"/>
                    </a:cubicBezTo>
                    <a:cubicBezTo>
                      <a:pt x="80455" y="14336"/>
                      <a:pt x="59954" y="16601"/>
                      <a:pt x="59954" y="22203"/>
                    </a:cubicBezTo>
                    <a:cubicBezTo>
                      <a:pt x="59954" y="27805"/>
                      <a:pt x="34685" y="28520"/>
                      <a:pt x="27533" y="22203"/>
                    </a:cubicBezTo>
                    <a:cubicBezTo>
                      <a:pt x="26306" y="21071"/>
                      <a:pt x="25221" y="19783"/>
                      <a:pt x="24315" y="18389"/>
                    </a:cubicBezTo>
                    <a:cubicBezTo>
                      <a:pt x="22408" y="19950"/>
                      <a:pt x="21240" y="22239"/>
                      <a:pt x="21097" y="24706"/>
                    </a:cubicBezTo>
                    <a:cubicBezTo>
                      <a:pt x="21097" y="31977"/>
                      <a:pt x="15495" y="31381"/>
                      <a:pt x="10489" y="30904"/>
                    </a:cubicBezTo>
                    <a:cubicBezTo>
                      <a:pt x="5483" y="30427"/>
                      <a:pt x="10489" y="36983"/>
                      <a:pt x="7747" y="40320"/>
                    </a:cubicBezTo>
                    <a:cubicBezTo>
                      <a:pt x="5006" y="43658"/>
                      <a:pt x="7747" y="50213"/>
                      <a:pt x="3933" y="50809"/>
                    </a:cubicBezTo>
                    <a:cubicBezTo>
                      <a:pt x="119" y="51405"/>
                      <a:pt x="715" y="53551"/>
                      <a:pt x="0" y="56411"/>
                    </a:cubicBezTo>
                    <a:cubicBezTo>
                      <a:pt x="2312" y="59153"/>
                      <a:pt x="4231" y="62204"/>
                      <a:pt x="5721" y="65470"/>
                    </a:cubicBezTo>
                    <a:cubicBezTo>
                      <a:pt x="12992" y="69487"/>
                      <a:pt x="19679" y="74457"/>
                      <a:pt x="25626" y="80250"/>
                    </a:cubicBezTo>
                    <a:cubicBezTo>
                      <a:pt x="32456" y="85911"/>
                      <a:pt x="41574" y="87997"/>
                      <a:pt x="50180" y="85852"/>
                    </a:cubicBezTo>
                    <a:cubicBezTo>
                      <a:pt x="56497" y="84302"/>
                      <a:pt x="83435" y="75482"/>
                      <a:pt x="83435" y="75482"/>
                    </a:cubicBezTo>
                    <a:cubicBezTo>
                      <a:pt x="86784" y="76758"/>
                      <a:pt x="90205" y="77830"/>
                      <a:pt x="93685" y="78700"/>
                    </a:cubicBezTo>
                    <a:lnTo>
                      <a:pt x="100360" y="79773"/>
                    </a:lnTo>
                    <a:cubicBezTo>
                      <a:pt x="105438" y="76900"/>
                      <a:pt x="110229" y="73551"/>
                      <a:pt x="114663" y="69761"/>
                    </a:cubicBezTo>
                    <a:cubicBezTo>
                      <a:pt x="122053" y="62252"/>
                      <a:pt x="133257" y="35672"/>
                      <a:pt x="136475" y="34003"/>
                    </a:cubicBezTo>
                    <a:cubicBezTo>
                      <a:pt x="139694" y="32334"/>
                      <a:pt x="148395" y="27090"/>
                      <a:pt x="152328" y="23872"/>
                    </a:cubicBezTo>
                    <a:cubicBezTo>
                      <a:pt x="156261" y="20654"/>
                      <a:pt x="155069" y="17555"/>
                      <a:pt x="150301" y="16005"/>
                    </a:cubicBezTo>
                    <a:close/>
                  </a:path>
                </a:pathLst>
              </a:custGeom>
              <a:solidFill>
                <a:srgbClr val="D9D9D9"/>
              </a:solid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89" name="Freeform: Shape 188">
                <a:extLst>
                  <a:ext uri="{FF2B5EF4-FFF2-40B4-BE49-F238E27FC236}">
                    <a16:creationId xmlns:a16="http://schemas.microsoft.com/office/drawing/2014/main" id="{AFAB3000-FD8F-4CD9-89AA-21AB473C4781}"/>
                  </a:ext>
                </a:extLst>
              </p:cNvPr>
              <p:cNvSpPr/>
              <p:nvPr/>
            </p:nvSpPr>
            <p:spPr>
              <a:xfrm>
                <a:off x="4564803" y="7262022"/>
                <a:ext cx="148070" cy="76521"/>
              </a:xfrm>
              <a:custGeom>
                <a:avLst/>
                <a:gdLst>
                  <a:gd name="connsiteX0" fmla="*/ 139966 w 148070"/>
                  <a:gd name="connsiteY0" fmla="*/ 35043 h 76521"/>
                  <a:gd name="connsiteX1" fmla="*/ 124113 w 148070"/>
                  <a:gd name="connsiteY1" fmla="*/ 30990 h 76521"/>
                  <a:gd name="connsiteX2" fmla="*/ 117796 w 148070"/>
                  <a:gd name="connsiteY2" fmla="*/ 22289 h 76521"/>
                  <a:gd name="connsiteX3" fmla="*/ 104327 w 148070"/>
                  <a:gd name="connsiteY3" fmla="*/ 24673 h 76521"/>
                  <a:gd name="connsiteX4" fmla="*/ 91574 w 148070"/>
                  <a:gd name="connsiteY4" fmla="*/ 19190 h 76521"/>
                  <a:gd name="connsiteX5" fmla="*/ 75840 w 148070"/>
                  <a:gd name="connsiteY5" fmla="*/ 8105 h 76521"/>
                  <a:gd name="connsiteX6" fmla="*/ 61895 w 148070"/>
                  <a:gd name="connsiteY6" fmla="*/ 0 h 76521"/>
                  <a:gd name="connsiteX7" fmla="*/ 60703 w 148070"/>
                  <a:gd name="connsiteY7" fmla="*/ 2622 h 76521"/>
                  <a:gd name="connsiteX8" fmla="*/ 47949 w 148070"/>
                  <a:gd name="connsiteY8" fmla="*/ 2622 h 76521"/>
                  <a:gd name="connsiteX9" fmla="*/ 28282 w 148070"/>
                  <a:gd name="connsiteY9" fmla="*/ 11681 h 76521"/>
                  <a:gd name="connsiteX10" fmla="*/ 3252 w 148070"/>
                  <a:gd name="connsiteY10" fmla="*/ 21216 h 76521"/>
                  <a:gd name="connsiteX11" fmla="*/ 4921 w 148070"/>
                  <a:gd name="connsiteY11" fmla="*/ 33970 h 76521"/>
                  <a:gd name="connsiteX12" fmla="*/ 12907 w 148070"/>
                  <a:gd name="connsiteY12" fmla="*/ 54233 h 76521"/>
                  <a:gd name="connsiteX13" fmla="*/ 37818 w 148070"/>
                  <a:gd name="connsiteY13" fmla="*/ 72827 h 76521"/>
                  <a:gd name="connsiteX14" fmla="*/ 37818 w 148070"/>
                  <a:gd name="connsiteY14" fmla="*/ 74615 h 76521"/>
                  <a:gd name="connsiteX15" fmla="*/ 58676 w 148070"/>
                  <a:gd name="connsiteY15" fmla="*/ 73303 h 76521"/>
                  <a:gd name="connsiteX16" fmla="*/ 62610 w 148070"/>
                  <a:gd name="connsiteY16" fmla="*/ 62218 h 76521"/>
                  <a:gd name="connsiteX17" fmla="*/ 84780 w 148070"/>
                  <a:gd name="connsiteY17" fmla="*/ 69370 h 76521"/>
                  <a:gd name="connsiteX18" fmla="*/ 103016 w 148070"/>
                  <a:gd name="connsiteY18" fmla="*/ 71754 h 76521"/>
                  <a:gd name="connsiteX19" fmla="*/ 104685 w 148070"/>
                  <a:gd name="connsiteY19" fmla="*/ 76522 h 76521"/>
                  <a:gd name="connsiteX20" fmla="*/ 111360 w 148070"/>
                  <a:gd name="connsiteY20" fmla="*/ 68774 h 76521"/>
                  <a:gd name="connsiteX21" fmla="*/ 134244 w 148070"/>
                  <a:gd name="connsiteY21" fmla="*/ 56855 h 76521"/>
                  <a:gd name="connsiteX22" fmla="*/ 148071 w 148070"/>
                  <a:gd name="connsiteY22" fmla="*/ 44936 h 76521"/>
                  <a:gd name="connsiteX23" fmla="*/ 139966 w 148070"/>
                  <a:gd name="connsiteY23" fmla="*/ 35043 h 765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48070" h="76521">
                    <a:moveTo>
                      <a:pt x="139966" y="35043"/>
                    </a:moveTo>
                    <a:cubicBezTo>
                      <a:pt x="135913" y="32659"/>
                      <a:pt x="124828" y="34208"/>
                      <a:pt x="124113" y="30990"/>
                    </a:cubicBezTo>
                    <a:cubicBezTo>
                      <a:pt x="123398" y="27772"/>
                      <a:pt x="122564" y="22289"/>
                      <a:pt x="117796" y="22289"/>
                    </a:cubicBezTo>
                    <a:cubicBezTo>
                      <a:pt x="113028" y="22289"/>
                      <a:pt x="106711" y="19190"/>
                      <a:pt x="104327" y="24673"/>
                    </a:cubicBezTo>
                    <a:cubicBezTo>
                      <a:pt x="101943" y="30156"/>
                      <a:pt x="92408" y="23123"/>
                      <a:pt x="91574" y="19190"/>
                    </a:cubicBezTo>
                    <a:cubicBezTo>
                      <a:pt x="90739" y="15257"/>
                      <a:pt x="86925" y="12039"/>
                      <a:pt x="75840" y="8105"/>
                    </a:cubicBezTo>
                    <a:cubicBezTo>
                      <a:pt x="70834" y="6055"/>
                      <a:pt x="66150" y="3338"/>
                      <a:pt x="61895" y="0"/>
                    </a:cubicBezTo>
                    <a:cubicBezTo>
                      <a:pt x="61597" y="918"/>
                      <a:pt x="61191" y="1788"/>
                      <a:pt x="60703" y="2622"/>
                    </a:cubicBezTo>
                    <a:cubicBezTo>
                      <a:pt x="58557" y="5721"/>
                      <a:pt x="51167" y="-119"/>
                      <a:pt x="47949" y="2622"/>
                    </a:cubicBezTo>
                    <a:cubicBezTo>
                      <a:pt x="44731" y="5364"/>
                      <a:pt x="34123" y="6317"/>
                      <a:pt x="28282" y="11681"/>
                    </a:cubicBezTo>
                    <a:cubicBezTo>
                      <a:pt x="20738" y="16663"/>
                      <a:pt x="12191" y="19917"/>
                      <a:pt x="3252" y="21216"/>
                    </a:cubicBezTo>
                    <a:cubicBezTo>
                      <a:pt x="-3661" y="22885"/>
                      <a:pt x="2179" y="29202"/>
                      <a:pt x="4921" y="33970"/>
                    </a:cubicBezTo>
                    <a:cubicBezTo>
                      <a:pt x="7662" y="38738"/>
                      <a:pt x="7543" y="50419"/>
                      <a:pt x="12907" y="54233"/>
                    </a:cubicBezTo>
                    <a:cubicBezTo>
                      <a:pt x="21775" y="59632"/>
                      <a:pt x="30118" y="65854"/>
                      <a:pt x="37818" y="72827"/>
                    </a:cubicBezTo>
                    <a:cubicBezTo>
                      <a:pt x="38164" y="73375"/>
                      <a:pt x="38164" y="74066"/>
                      <a:pt x="37818" y="74615"/>
                    </a:cubicBezTo>
                    <a:cubicBezTo>
                      <a:pt x="45089" y="76522"/>
                      <a:pt x="56650" y="76641"/>
                      <a:pt x="58676" y="73303"/>
                    </a:cubicBezTo>
                    <a:cubicBezTo>
                      <a:pt x="60465" y="69799"/>
                      <a:pt x="61788" y="66068"/>
                      <a:pt x="62610" y="62218"/>
                    </a:cubicBezTo>
                    <a:cubicBezTo>
                      <a:pt x="70596" y="62063"/>
                      <a:pt x="78391" y="64578"/>
                      <a:pt x="84780" y="69370"/>
                    </a:cubicBezTo>
                    <a:cubicBezTo>
                      <a:pt x="91097" y="76522"/>
                      <a:pt x="103016" y="71754"/>
                      <a:pt x="103016" y="71754"/>
                    </a:cubicBezTo>
                    <a:cubicBezTo>
                      <a:pt x="103016" y="71754"/>
                      <a:pt x="103612" y="73780"/>
                      <a:pt x="104685" y="76522"/>
                    </a:cubicBezTo>
                    <a:cubicBezTo>
                      <a:pt x="106353" y="72588"/>
                      <a:pt x="108618" y="69251"/>
                      <a:pt x="111360" y="68774"/>
                    </a:cubicBezTo>
                    <a:cubicBezTo>
                      <a:pt x="120406" y="68512"/>
                      <a:pt x="128845" y="64126"/>
                      <a:pt x="134244" y="56855"/>
                    </a:cubicBezTo>
                    <a:cubicBezTo>
                      <a:pt x="137928" y="51920"/>
                      <a:pt x="142648" y="47844"/>
                      <a:pt x="148071" y="44936"/>
                    </a:cubicBezTo>
                    <a:cubicBezTo>
                      <a:pt x="144614" y="42552"/>
                      <a:pt x="143065" y="36831"/>
                      <a:pt x="139966" y="35043"/>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90" name="Freeform: Shape 189">
                <a:extLst>
                  <a:ext uri="{FF2B5EF4-FFF2-40B4-BE49-F238E27FC236}">
                    <a16:creationId xmlns:a16="http://schemas.microsoft.com/office/drawing/2014/main" id="{EB94C651-DD57-4A81-9059-89EBF2B86A39}"/>
                  </a:ext>
                </a:extLst>
              </p:cNvPr>
              <p:cNvSpPr/>
              <p:nvPr/>
            </p:nvSpPr>
            <p:spPr>
              <a:xfrm>
                <a:off x="4793839" y="7472754"/>
                <a:ext cx="150029" cy="82123"/>
              </a:xfrm>
              <a:custGeom>
                <a:avLst/>
                <a:gdLst>
                  <a:gd name="connsiteX0" fmla="*/ 115822 w 150029"/>
                  <a:gd name="connsiteY0" fmla="*/ 715 h 82123"/>
                  <a:gd name="connsiteX1" fmla="*/ 87454 w 150029"/>
                  <a:gd name="connsiteY1" fmla="*/ 5721 h 82123"/>
                  <a:gd name="connsiteX2" fmla="*/ 70409 w 150029"/>
                  <a:gd name="connsiteY2" fmla="*/ 12753 h 82123"/>
                  <a:gd name="connsiteX3" fmla="*/ 44902 w 150029"/>
                  <a:gd name="connsiteY3" fmla="*/ 12038 h 82123"/>
                  <a:gd name="connsiteX4" fmla="*/ 19395 w 150029"/>
                  <a:gd name="connsiteY4" fmla="*/ 9178 h 82123"/>
                  <a:gd name="connsiteX5" fmla="*/ 5807 w 150029"/>
                  <a:gd name="connsiteY5" fmla="*/ 0 h 82123"/>
                  <a:gd name="connsiteX6" fmla="*/ 3781 w 150029"/>
                  <a:gd name="connsiteY6" fmla="*/ 2265 h 82123"/>
                  <a:gd name="connsiteX7" fmla="*/ 2684 w 150029"/>
                  <a:gd name="connsiteY7" fmla="*/ 17736 h 82123"/>
                  <a:gd name="connsiteX8" fmla="*/ 3781 w 150029"/>
                  <a:gd name="connsiteY8" fmla="*/ 18832 h 82123"/>
                  <a:gd name="connsiteX9" fmla="*/ 11290 w 150029"/>
                  <a:gd name="connsiteY9" fmla="*/ 34208 h 82123"/>
                  <a:gd name="connsiteX10" fmla="*/ 3304 w 150029"/>
                  <a:gd name="connsiteY10" fmla="*/ 43744 h 82123"/>
                  <a:gd name="connsiteX11" fmla="*/ 3304 w 150029"/>
                  <a:gd name="connsiteY11" fmla="*/ 55663 h 82123"/>
                  <a:gd name="connsiteX12" fmla="*/ 16534 w 150029"/>
                  <a:gd name="connsiteY12" fmla="*/ 71039 h 82123"/>
                  <a:gd name="connsiteX13" fmla="*/ 21302 w 150029"/>
                  <a:gd name="connsiteY13" fmla="*/ 77833 h 82123"/>
                  <a:gd name="connsiteX14" fmla="*/ 53484 w 150029"/>
                  <a:gd name="connsiteY14" fmla="*/ 77833 h 82123"/>
                  <a:gd name="connsiteX15" fmla="*/ 78991 w 150029"/>
                  <a:gd name="connsiteY15" fmla="*/ 82124 h 82123"/>
                  <a:gd name="connsiteX16" fmla="*/ 88169 w 150029"/>
                  <a:gd name="connsiteY16" fmla="*/ 76402 h 82123"/>
                  <a:gd name="connsiteX17" fmla="*/ 100088 w 150029"/>
                  <a:gd name="connsiteY17" fmla="*/ 70919 h 82123"/>
                  <a:gd name="connsiteX18" fmla="*/ 100088 w 150029"/>
                  <a:gd name="connsiteY18" fmla="*/ 64364 h 82123"/>
                  <a:gd name="connsiteX19" fmla="*/ 124523 w 150029"/>
                  <a:gd name="connsiteY19" fmla="*/ 64364 h 82123"/>
                  <a:gd name="connsiteX20" fmla="*/ 134177 w 150029"/>
                  <a:gd name="connsiteY20" fmla="*/ 62576 h 82123"/>
                  <a:gd name="connsiteX21" fmla="*/ 130959 w 150029"/>
                  <a:gd name="connsiteY21" fmla="*/ 56974 h 82123"/>
                  <a:gd name="connsiteX22" fmla="*/ 125953 w 150029"/>
                  <a:gd name="connsiteY22" fmla="*/ 38857 h 82123"/>
                  <a:gd name="connsiteX23" fmla="*/ 145024 w 150029"/>
                  <a:gd name="connsiteY23" fmla="*/ 18356 h 82123"/>
                  <a:gd name="connsiteX24" fmla="*/ 150030 w 150029"/>
                  <a:gd name="connsiteY24" fmla="*/ 13111 h 82123"/>
                  <a:gd name="connsiteX25" fmla="*/ 135488 w 150029"/>
                  <a:gd name="connsiteY25" fmla="*/ 6317 h 82123"/>
                  <a:gd name="connsiteX26" fmla="*/ 115822 w 150029"/>
                  <a:gd name="connsiteY26" fmla="*/ 715 h 8212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50029" h="82123">
                    <a:moveTo>
                      <a:pt x="115822" y="715"/>
                    </a:moveTo>
                    <a:cubicBezTo>
                      <a:pt x="106084" y="-489"/>
                      <a:pt x="96202" y="1251"/>
                      <a:pt x="87454" y="5721"/>
                    </a:cubicBezTo>
                    <a:cubicBezTo>
                      <a:pt x="83103" y="10489"/>
                      <a:pt x="76857" y="13063"/>
                      <a:pt x="70409" y="12753"/>
                    </a:cubicBezTo>
                    <a:cubicBezTo>
                      <a:pt x="61935" y="11824"/>
                      <a:pt x="53412" y="11585"/>
                      <a:pt x="44902" y="12038"/>
                    </a:cubicBezTo>
                    <a:cubicBezTo>
                      <a:pt x="41446" y="12753"/>
                      <a:pt x="22255" y="8463"/>
                      <a:pt x="19395" y="9178"/>
                    </a:cubicBezTo>
                    <a:cubicBezTo>
                      <a:pt x="16534" y="9893"/>
                      <a:pt x="12243" y="1073"/>
                      <a:pt x="5807" y="0"/>
                    </a:cubicBezTo>
                    <a:cubicBezTo>
                      <a:pt x="5378" y="942"/>
                      <a:pt x="4674" y="1728"/>
                      <a:pt x="3781" y="2265"/>
                    </a:cubicBezTo>
                    <a:cubicBezTo>
                      <a:pt x="-796" y="6234"/>
                      <a:pt x="-1285" y="13159"/>
                      <a:pt x="2684" y="17736"/>
                    </a:cubicBezTo>
                    <a:cubicBezTo>
                      <a:pt x="3018" y="18129"/>
                      <a:pt x="3387" y="18487"/>
                      <a:pt x="3781" y="18832"/>
                    </a:cubicBezTo>
                    <a:cubicBezTo>
                      <a:pt x="9144" y="23600"/>
                      <a:pt x="15700" y="34208"/>
                      <a:pt x="11290" y="34208"/>
                    </a:cubicBezTo>
                    <a:cubicBezTo>
                      <a:pt x="6641" y="34971"/>
                      <a:pt x="3244" y="39024"/>
                      <a:pt x="3304" y="43744"/>
                    </a:cubicBezTo>
                    <a:cubicBezTo>
                      <a:pt x="3304" y="46962"/>
                      <a:pt x="1754" y="53875"/>
                      <a:pt x="3304" y="55663"/>
                    </a:cubicBezTo>
                    <a:cubicBezTo>
                      <a:pt x="4853" y="57451"/>
                      <a:pt x="16058" y="67582"/>
                      <a:pt x="16534" y="71039"/>
                    </a:cubicBezTo>
                    <a:cubicBezTo>
                      <a:pt x="17011" y="74495"/>
                      <a:pt x="21660" y="75329"/>
                      <a:pt x="21302" y="77833"/>
                    </a:cubicBezTo>
                    <a:cubicBezTo>
                      <a:pt x="31982" y="76367"/>
                      <a:pt x="42804" y="76367"/>
                      <a:pt x="53484" y="77833"/>
                    </a:cubicBezTo>
                    <a:cubicBezTo>
                      <a:pt x="61792" y="80216"/>
                      <a:pt x="70350" y="81659"/>
                      <a:pt x="78991" y="82124"/>
                    </a:cubicBezTo>
                    <a:cubicBezTo>
                      <a:pt x="84593" y="82124"/>
                      <a:pt x="89599" y="79978"/>
                      <a:pt x="88169" y="76402"/>
                    </a:cubicBezTo>
                    <a:cubicBezTo>
                      <a:pt x="86739" y="72827"/>
                      <a:pt x="94367" y="71396"/>
                      <a:pt x="100088" y="70919"/>
                    </a:cubicBezTo>
                    <a:cubicBezTo>
                      <a:pt x="99135" y="67582"/>
                      <a:pt x="98420" y="64960"/>
                      <a:pt x="100088" y="64364"/>
                    </a:cubicBezTo>
                    <a:cubicBezTo>
                      <a:pt x="108086" y="62195"/>
                      <a:pt x="116525" y="62195"/>
                      <a:pt x="124523" y="64364"/>
                    </a:cubicBezTo>
                    <a:cubicBezTo>
                      <a:pt x="127824" y="65603"/>
                      <a:pt x="131531" y="64912"/>
                      <a:pt x="134177" y="62576"/>
                    </a:cubicBezTo>
                    <a:cubicBezTo>
                      <a:pt x="133343" y="59596"/>
                      <a:pt x="132508" y="57212"/>
                      <a:pt x="130959" y="56974"/>
                    </a:cubicBezTo>
                    <a:cubicBezTo>
                      <a:pt x="127026" y="56259"/>
                      <a:pt x="120947" y="39930"/>
                      <a:pt x="125953" y="38857"/>
                    </a:cubicBezTo>
                    <a:cubicBezTo>
                      <a:pt x="130959" y="37784"/>
                      <a:pt x="137276" y="20740"/>
                      <a:pt x="145024" y="18356"/>
                    </a:cubicBezTo>
                    <a:cubicBezTo>
                      <a:pt x="147562" y="17724"/>
                      <a:pt x="149517" y="15674"/>
                      <a:pt x="150030" y="13111"/>
                    </a:cubicBezTo>
                    <a:cubicBezTo>
                      <a:pt x="144797" y="11776"/>
                      <a:pt x="139863" y="9476"/>
                      <a:pt x="135488" y="6317"/>
                    </a:cubicBezTo>
                    <a:cubicBezTo>
                      <a:pt x="132747" y="2861"/>
                      <a:pt x="121424" y="1430"/>
                      <a:pt x="115822" y="715"/>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91" name="Freeform: Shape 190">
                <a:extLst>
                  <a:ext uri="{FF2B5EF4-FFF2-40B4-BE49-F238E27FC236}">
                    <a16:creationId xmlns:a16="http://schemas.microsoft.com/office/drawing/2014/main" id="{72F4F541-2019-40D6-BAFE-11955952D22B}"/>
                  </a:ext>
                </a:extLst>
              </p:cNvPr>
              <p:cNvSpPr/>
              <p:nvPr/>
            </p:nvSpPr>
            <p:spPr>
              <a:xfrm>
                <a:off x="4791898" y="7218254"/>
                <a:ext cx="427219" cy="245717"/>
              </a:xfrm>
              <a:custGeom>
                <a:avLst/>
                <a:gdLst>
                  <a:gd name="connsiteX0" fmla="*/ 380462 w 427219"/>
                  <a:gd name="connsiteY0" fmla="*/ 153664 h 245717"/>
                  <a:gd name="connsiteX1" fmla="*/ 399056 w 427219"/>
                  <a:gd name="connsiteY1" fmla="*/ 140910 h 245717"/>
                  <a:gd name="connsiteX2" fmla="*/ 418723 w 427219"/>
                  <a:gd name="connsiteY2" fmla="*/ 141506 h 245717"/>
                  <a:gd name="connsiteX3" fmla="*/ 422895 w 427219"/>
                  <a:gd name="connsiteY3" fmla="*/ 127084 h 245717"/>
                  <a:gd name="connsiteX4" fmla="*/ 417650 w 427219"/>
                  <a:gd name="connsiteY4" fmla="*/ 118144 h 245717"/>
                  <a:gd name="connsiteX5" fmla="*/ 426113 w 427219"/>
                  <a:gd name="connsiteY5" fmla="*/ 112304 h 245717"/>
                  <a:gd name="connsiteX6" fmla="*/ 420273 w 427219"/>
                  <a:gd name="connsiteY6" fmla="*/ 105391 h 245717"/>
                  <a:gd name="connsiteX7" fmla="*/ 427186 w 427219"/>
                  <a:gd name="connsiteY7" fmla="*/ 95259 h 245717"/>
                  <a:gd name="connsiteX8" fmla="*/ 413359 w 427219"/>
                  <a:gd name="connsiteY8" fmla="*/ 86797 h 245717"/>
                  <a:gd name="connsiteX9" fmla="*/ 393216 w 427219"/>
                  <a:gd name="connsiteY9" fmla="*/ 81433 h 245717"/>
                  <a:gd name="connsiteX10" fmla="*/ 373549 w 427219"/>
                  <a:gd name="connsiteY10" fmla="*/ 78215 h 245717"/>
                  <a:gd name="connsiteX11" fmla="*/ 362941 w 427219"/>
                  <a:gd name="connsiteY11" fmla="*/ 65461 h 245717"/>
                  <a:gd name="connsiteX12" fmla="*/ 349592 w 427219"/>
                  <a:gd name="connsiteY12" fmla="*/ 66534 h 245717"/>
                  <a:gd name="connsiteX13" fmla="*/ 337672 w 427219"/>
                  <a:gd name="connsiteY13" fmla="*/ 67607 h 245717"/>
                  <a:gd name="connsiteX14" fmla="*/ 325753 w 427219"/>
                  <a:gd name="connsiteY14" fmla="*/ 62243 h 245717"/>
                  <a:gd name="connsiteX15" fmla="*/ 316694 w 427219"/>
                  <a:gd name="connsiteY15" fmla="*/ 57475 h 245717"/>
                  <a:gd name="connsiteX16" fmla="*/ 306086 w 427219"/>
                  <a:gd name="connsiteY16" fmla="*/ 38881 h 245717"/>
                  <a:gd name="connsiteX17" fmla="*/ 288446 w 427219"/>
                  <a:gd name="connsiteY17" fmla="*/ 34710 h 245717"/>
                  <a:gd name="connsiteX18" fmla="*/ 283201 w 427219"/>
                  <a:gd name="connsiteY18" fmla="*/ 21360 h 245717"/>
                  <a:gd name="connsiteX19" fmla="*/ 279983 w 427219"/>
                  <a:gd name="connsiteY19" fmla="*/ 3243 h 245717"/>
                  <a:gd name="connsiteX20" fmla="*/ 260316 w 427219"/>
                  <a:gd name="connsiteY20" fmla="*/ 1217 h 245717"/>
                  <a:gd name="connsiteX21" fmla="*/ 244344 w 427219"/>
                  <a:gd name="connsiteY21" fmla="*/ 1217 h 245717"/>
                  <a:gd name="connsiteX22" fmla="*/ 233260 w 427219"/>
                  <a:gd name="connsiteY22" fmla="*/ 7057 h 245717"/>
                  <a:gd name="connsiteX23" fmla="*/ 226704 w 427219"/>
                  <a:gd name="connsiteY23" fmla="*/ 4316 h 245717"/>
                  <a:gd name="connsiteX24" fmla="*/ 211328 w 427219"/>
                  <a:gd name="connsiteY24" fmla="*/ 7415 h 245717"/>
                  <a:gd name="connsiteX25" fmla="*/ 197025 w 427219"/>
                  <a:gd name="connsiteY25" fmla="*/ 23029 h 245717"/>
                  <a:gd name="connsiteX26" fmla="*/ 192853 w 427219"/>
                  <a:gd name="connsiteY26" fmla="*/ 30776 h 245717"/>
                  <a:gd name="connsiteX27" fmla="*/ 170922 w 427219"/>
                  <a:gd name="connsiteY27" fmla="*/ 29346 h 245717"/>
                  <a:gd name="connsiteX28" fmla="*/ 155308 w 427219"/>
                  <a:gd name="connsiteY28" fmla="*/ 24459 h 245717"/>
                  <a:gd name="connsiteX29" fmla="*/ 139694 w 427219"/>
                  <a:gd name="connsiteY29" fmla="*/ 23029 h 245717"/>
                  <a:gd name="connsiteX30" fmla="*/ 123364 w 427219"/>
                  <a:gd name="connsiteY30" fmla="*/ 20883 h 245717"/>
                  <a:gd name="connsiteX31" fmla="*/ 101433 w 427219"/>
                  <a:gd name="connsiteY31" fmla="*/ 17308 h 245717"/>
                  <a:gd name="connsiteX32" fmla="*/ 60311 w 427219"/>
                  <a:gd name="connsiteY32" fmla="*/ 12421 h 245717"/>
                  <a:gd name="connsiteX33" fmla="*/ 44697 w 427219"/>
                  <a:gd name="connsiteY33" fmla="*/ 21598 h 245717"/>
                  <a:gd name="connsiteX34" fmla="*/ 31943 w 427219"/>
                  <a:gd name="connsiteY34" fmla="*/ 24459 h 245717"/>
                  <a:gd name="connsiteX35" fmla="*/ 33970 w 427219"/>
                  <a:gd name="connsiteY35" fmla="*/ 32564 h 245717"/>
                  <a:gd name="connsiteX36" fmla="*/ 43505 w 427219"/>
                  <a:gd name="connsiteY36" fmla="*/ 56403 h 245717"/>
                  <a:gd name="connsiteX37" fmla="*/ 32897 w 427219"/>
                  <a:gd name="connsiteY37" fmla="*/ 64985 h 245717"/>
                  <a:gd name="connsiteX38" fmla="*/ 10608 w 427219"/>
                  <a:gd name="connsiteY38" fmla="*/ 87750 h 245717"/>
                  <a:gd name="connsiteX39" fmla="*/ 10608 w 427219"/>
                  <a:gd name="connsiteY39" fmla="*/ 104318 h 245717"/>
                  <a:gd name="connsiteX40" fmla="*/ 0 w 427219"/>
                  <a:gd name="connsiteY40" fmla="*/ 121839 h 245717"/>
                  <a:gd name="connsiteX41" fmla="*/ 10608 w 427219"/>
                  <a:gd name="connsiteY41" fmla="*/ 133759 h 245717"/>
                  <a:gd name="connsiteX42" fmla="*/ 14541 w 427219"/>
                  <a:gd name="connsiteY42" fmla="*/ 136500 h 245717"/>
                  <a:gd name="connsiteX43" fmla="*/ 23719 w 427219"/>
                  <a:gd name="connsiteY43" fmla="*/ 135666 h 245717"/>
                  <a:gd name="connsiteX44" fmla="*/ 47558 w 427219"/>
                  <a:gd name="connsiteY44" fmla="*/ 139957 h 245717"/>
                  <a:gd name="connsiteX45" fmla="*/ 61742 w 427219"/>
                  <a:gd name="connsiteY45" fmla="*/ 144248 h 245717"/>
                  <a:gd name="connsiteX46" fmla="*/ 72350 w 427219"/>
                  <a:gd name="connsiteY46" fmla="*/ 141387 h 245717"/>
                  <a:gd name="connsiteX47" fmla="*/ 84269 w 427219"/>
                  <a:gd name="connsiteY47" fmla="*/ 139957 h 245717"/>
                  <a:gd name="connsiteX48" fmla="*/ 97738 w 427219"/>
                  <a:gd name="connsiteY48" fmla="*/ 132924 h 245717"/>
                  <a:gd name="connsiteX49" fmla="*/ 126821 w 427219"/>
                  <a:gd name="connsiteY49" fmla="*/ 122912 h 245717"/>
                  <a:gd name="connsiteX50" fmla="*/ 145891 w 427219"/>
                  <a:gd name="connsiteY50" fmla="*/ 133520 h 245717"/>
                  <a:gd name="connsiteX51" fmla="*/ 162936 w 427219"/>
                  <a:gd name="connsiteY51" fmla="*/ 146274 h 245717"/>
                  <a:gd name="connsiteX52" fmla="*/ 177835 w 427219"/>
                  <a:gd name="connsiteY52" fmla="*/ 170112 h 245717"/>
                  <a:gd name="connsiteX53" fmla="*/ 183437 w 427219"/>
                  <a:gd name="connsiteY53" fmla="*/ 185726 h 245717"/>
                  <a:gd name="connsiteX54" fmla="*/ 167227 w 427219"/>
                  <a:gd name="connsiteY54" fmla="*/ 182985 h 245717"/>
                  <a:gd name="connsiteX55" fmla="*/ 158049 w 427219"/>
                  <a:gd name="connsiteY55" fmla="*/ 193593 h 245717"/>
                  <a:gd name="connsiteX56" fmla="*/ 143865 w 427219"/>
                  <a:gd name="connsiteY56" fmla="*/ 215524 h 245717"/>
                  <a:gd name="connsiteX57" fmla="*/ 153043 w 427219"/>
                  <a:gd name="connsiteY57" fmla="*/ 221246 h 245717"/>
                  <a:gd name="connsiteX58" fmla="*/ 166512 w 427219"/>
                  <a:gd name="connsiteY58" fmla="*/ 215524 h 245717"/>
                  <a:gd name="connsiteX59" fmla="*/ 174974 w 427219"/>
                  <a:gd name="connsiteY59" fmla="*/ 221484 h 245717"/>
                  <a:gd name="connsiteX60" fmla="*/ 186298 w 427219"/>
                  <a:gd name="connsiteY60" fmla="*/ 203486 h 245717"/>
                  <a:gd name="connsiteX61" fmla="*/ 206918 w 427219"/>
                  <a:gd name="connsiteY61" fmla="*/ 179648 h 245717"/>
                  <a:gd name="connsiteX62" fmla="*/ 233498 w 427219"/>
                  <a:gd name="connsiteY62" fmla="*/ 175714 h 245717"/>
                  <a:gd name="connsiteX63" fmla="*/ 235882 w 427219"/>
                  <a:gd name="connsiteY63" fmla="*/ 191328 h 245717"/>
                  <a:gd name="connsiteX64" fmla="*/ 274858 w 427219"/>
                  <a:gd name="connsiteY64" fmla="*/ 196931 h 245717"/>
                  <a:gd name="connsiteX65" fmla="*/ 243034 w 427219"/>
                  <a:gd name="connsiteY65" fmla="*/ 214690 h 245717"/>
                  <a:gd name="connsiteX66" fmla="*/ 266872 w 427219"/>
                  <a:gd name="connsiteY66" fmla="*/ 225656 h 245717"/>
                  <a:gd name="connsiteX67" fmla="*/ 267945 w 427219"/>
                  <a:gd name="connsiteY67" fmla="*/ 244131 h 245717"/>
                  <a:gd name="connsiteX68" fmla="*/ 287373 w 427219"/>
                  <a:gd name="connsiteY68" fmla="*/ 239482 h 245717"/>
                  <a:gd name="connsiteX69" fmla="*/ 310496 w 427219"/>
                  <a:gd name="connsiteY69" fmla="*/ 229589 h 245717"/>
                  <a:gd name="connsiteX70" fmla="*/ 342321 w 427219"/>
                  <a:gd name="connsiteY70" fmla="*/ 224941 h 245717"/>
                  <a:gd name="connsiteX71" fmla="*/ 318482 w 427219"/>
                  <a:gd name="connsiteY71" fmla="*/ 218624 h 245717"/>
                  <a:gd name="connsiteX72" fmla="*/ 299042 w 427219"/>
                  <a:gd name="connsiteY72" fmla="*/ 202985 h 245717"/>
                  <a:gd name="connsiteX73" fmla="*/ 299054 w 427219"/>
                  <a:gd name="connsiteY73" fmla="*/ 199076 h 245717"/>
                  <a:gd name="connsiteX74" fmla="*/ 329090 w 427219"/>
                  <a:gd name="connsiteY74" fmla="*/ 180005 h 245717"/>
                  <a:gd name="connsiteX75" fmla="*/ 359604 w 427219"/>
                  <a:gd name="connsiteY75" fmla="*/ 170827 h 245717"/>
                  <a:gd name="connsiteX76" fmla="*/ 379032 w 427219"/>
                  <a:gd name="connsiteY76" fmla="*/ 165345 h 245717"/>
                  <a:gd name="connsiteX77" fmla="*/ 380462 w 427219"/>
                  <a:gd name="connsiteY77" fmla="*/ 153664 h 2457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Lst>
                <a:rect l="l" t="t" r="r" b="b"/>
                <a:pathLst>
                  <a:path w="427219" h="245717">
                    <a:moveTo>
                      <a:pt x="380462" y="153664"/>
                    </a:moveTo>
                    <a:cubicBezTo>
                      <a:pt x="384157" y="153664"/>
                      <a:pt x="395361" y="140910"/>
                      <a:pt x="399056" y="140910"/>
                    </a:cubicBezTo>
                    <a:cubicBezTo>
                      <a:pt x="402751" y="140910"/>
                      <a:pt x="418723" y="144128"/>
                      <a:pt x="418723" y="141506"/>
                    </a:cubicBezTo>
                    <a:cubicBezTo>
                      <a:pt x="418723" y="138884"/>
                      <a:pt x="423968" y="129587"/>
                      <a:pt x="422895" y="127084"/>
                    </a:cubicBezTo>
                    <a:cubicBezTo>
                      <a:pt x="421822" y="124581"/>
                      <a:pt x="416578" y="120767"/>
                      <a:pt x="417650" y="118144"/>
                    </a:cubicBezTo>
                    <a:cubicBezTo>
                      <a:pt x="418723" y="115522"/>
                      <a:pt x="426113" y="115403"/>
                      <a:pt x="426113" y="112304"/>
                    </a:cubicBezTo>
                    <a:cubicBezTo>
                      <a:pt x="426113" y="109205"/>
                      <a:pt x="420273" y="107417"/>
                      <a:pt x="420273" y="105391"/>
                    </a:cubicBezTo>
                    <a:cubicBezTo>
                      <a:pt x="420273" y="103364"/>
                      <a:pt x="427782" y="99550"/>
                      <a:pt x="427186" y="95259"/>
                    </a:cubicBezTo>
                    <a:cubicBezTo>
                      <a:pt x="426590" y="90969"/>
                      <a:pt x="420273" y="90492"/>
                      <a:pt x="413359" y="86797"/>
                    </a:cubicBezTo>
                    <a:cubicBezTo>
                      <a:pt x="406446" y="83102"/>
                      <a:pt x="399533" y="84651"/>
                      <a:pt x="393216" y="81433"/>
                    </a:cubicBezTo>
                    <a:cubicBezTo>
                      <a:pt x="386898" y="78215"/>
                      <a:pt x="373549" y="80360"/>
                      <a:pt x="373549" y="78215"/>
                    </a:cubicBezTo>
                    <a:cubicBezTo>
                      <a:pt x="373549" y="76069"/>
                      <a:pt x="364967" y="69156"/>
                      <a:pt x="362941" y="65461"/>
                    </a:cubicBezTo>
                    <a:cubicBezTo>
                      <a:pt x="360915" y="61766"/>
                      <a:pt x="353882" y="63912"/>
                      <a:pt x="349592" y="66534"/>
                    </a:cubicBezTo>
                    <a:cubicBezTo>
                      <a:pt x="346230" y="69347"/>
                      <a:pt x="341475" y="69776"/>
                      <a:pt x="337672" y="67607"/>
                    </a:cubicBezTo>
                    <a:cubicBezTo>
                      <a:pt x="333381" y="64985"/>
                      <a:pt x="329686" y="60694"/>
                      <a:pt x="325753" y="62243"/>
                    </a:cubicBezTo>
                    <a:cubicBezTo>
                      <a:pt x="321820" y="63793"/>
                      <a:pt x="315025" y="62243"/>
                      <a:pt x="316694" y="57475"/>
                    </a:cubicBezTo>
                    <a:cubicBezTo>
                      <a:pt x="318363" y="52708"/>
                      <a:pt x="309781" y="40550"/>
                      <a:pt x="306086" y="38881"/>
                    </a:cubicBezTo>
                    <a:cubicBezTo>
                      <a:pt x="302391" y="37213"/>
                      <a:pt x="291187" y="39954"/>
                      <a:pt x="288446" y="34710"/>
                    </a:cubicBezTo>
                    <a:cubicBezTo>
                      <a:pt x="285704" y="29465"/>
                      <a:pt x="281056" y="25055"/>
                      <a:pt x="283201" y="21360"/>
                    </a:cubicBezTo>
                    <a:cubicBezTo>
                      <a:pt x="284429" y="15126"/>
                      <a:pt x="283285" y="8666"/>
                      <a:pt x="279983" y="3243"/>
                    </a:cubicBezTo>
                    <a:cubicBezTo>
                      <a:pt x="277361" y="-929"/>
                      <a:pt x="264011" y="-452"/>
                      <a:pt x="260316" y="1217"/>
                    </a:cubicBezTo>
                    <a:cubicBezTo>
                      <a:pt x="256621" y="2885"/>
                      <a:pt x="248397" y="-452"/>
                      <a:pt x="244344" y="1217"/>
                    </a:cubicBezTo>
                    <a:cubicBezTo>
                      <a:pt x="240292" y="2885"/>
                      <a:pt x="238504" y="7057"/>
                      <a:pt x="233260" y="7057"/>
                    </a:cubicBezTo>
                    <a:cubicBezTo>
                      <a:pt x="230733" y="7474"/>
                      <a:pt x="228182" y="6414"/>
                      <a:pt x="226704" y="4316"/>
                    </a:cubicBezTo>
                    <a:cubicBezTo>
                      <a:pt x="221758" y="6104"/>
                      <a:pt x="216584" y="7152"/>
                      <a:pt x="211328" y="7415"/>
                    </a:cubicBezTo>
                    <a:cubicBezTo>
                      <a:pt x="211328" y="7415"/>
                      <a:pt x="197025" y="18738"/>
                      <a:pt x="197025" y="23029"/>
                    </a:cubicBezTo>
                    <a:cubicBezTo>
                      <a:pt x="197025" y="27320"/>
                      <a:pt x="197025" y="34352"/>
                      <a:pt x="192853" y="30776"/>
                    </a:cubicBezTo>
                    <a:cubicBezTo>
                      <a:pt x="185976" y="27594"/>
                      <a:pt x="178157" y="27081"/>
                      <a:pt x="170922" y="29346"/>
                    </a:cubicBezTo>
                    <a:cubicBezTo>
                      <a:pt x="167346" y="31491"/>
                      <a:pt x="161625" y="20883"/>
                      <a:pt x="155308" y="24459"/>
                    </a:cubicBezTo>
                    <a:cubicBezTo>
                      <a:pt x="148991" y="28035"/>
                      <a:pt x="140409" y="19453"/>
                      <a:pt x="139694" y="23029"/>
                    </a:cubicBezTo>
                    <a:cubicBezTo>
                      <a:pt x="138978" y="26605"/>
                      <a:pt x="129801" y="23744"/>
                      <a:pt x="123364" y="20883"/>
                    </a:cubicBezTo>
                    <a:cubicBezTo>
                      <a:pt x="116928" y="18023"/>
                      <a:pt x="105724" y="22314"/>
                      <a:pt x="101433" y="17308"/>
                    </a:cubicBezTo>
                    <a:cubicBezTo>
                      <a:pt x="97142" y="12301"/>
                      <a:pt x="69489" y="12421"/>
                      <a:pt x="60311" y="12421"/>
                    </a:cubicBezTo>
                    <a:cubicBezTo>
                      <a:pt x="51134" y="12421"/>
                      <a:pt x="48988" y="17308"/>
                      <a:pt x="44697" y="21598"/>
                    </a:cubicBezTo>
                    <a:cubicBezTo>
                      <a:pt x="40406" y="25889"/>
                      <a:pt x="36473" y="24698"/>
                      <a:pt x="31943" y="24459"/>
                    </a:cubicBezTo>
                    <a:cubicBezTo>
                      <a:pt x="32051" y="27272"/>
                      <a:pt x="32730" y="30037"/>
                      <a:pt x="33970" y="32564"/>
                    </a:cubicBezTo>
                    <a:cubicBezTo>
                      <a:pt x="36115" y="35782"/>
                      <a:pt x="45889" y="51158"/>
                      <a:pt x="43505" y="56403"/>
                    </a:cubicBezTo>
                    <a:cubicBezTo>
                      <a:pt x="41122" y="61647"/>
                      <a:pt x="36115" y="61290"/>
                      <a:pt x="32897" y="64985"/>
                    </a:cubicBezTo>
                    <a:cubicBezTo>
                      <a:pt x="25042" y="72148"/>
                      <a:pt x="17593" y="79741"/>
                      <a:pt x="10608" y="87750"/>
                    </a:cubicBezTo>
                    <a:cubicBezTo>
                      <a:pt x="10012" y="90492"/>
                      <a:pt x="13707" y="102173"/>
                      <a:pt x="10608" y="104318"/>
                    </a:cubicBezTo>
                    <a:cubicBezTo>
                      <a:pt x="5685" y="109205"/>
                      <a:pt x="2050" y="115224"/>
                      <a:pt x="0" y="121839"/>
                    </a:cubicBezTo>
                    <a:cubicBezTo>
                      <a:pt x="0" y="126011"/>
                      <a:pt x="5840" y="131851"/>
                      <a:pt x="10608" y="133759"/>
                    </a:cubicBezTo>
                    <a:cubicBezTo>
                      <a:pt x="12206" y="134176"/>
                      <a:pt x="13600" y="135141"/>
                      <a:pt x="14541" y="136500"/>
                    </a:cubicBezTo>
                    <a:cubicBezTo>
                      <a:pt x="17581" y="136047"/>
                      <a:pt x="20644" y="135773"/>
                      <a:pt x="23719" y="135666"/>
                    </a:cubicBezTo>
                    <a:cubicBezTo>
                      <a:pt x="27295" y="135666"/>
                      <a:pt x="42909" y="139957"/>
                      <a:pt x="47558" y="139957"/>
                    </a:cubicBezTo>
                    <a:cubicBezTo>
                      <a:pt x="52600" y="139957"/>
                      <a:pt x="57534" y="141446"/>
                      <a:pt x="61742" y="144248"/>
                    </a:cubicBezTo>
                    <a:cubicBezTo>
                      <a:pt x="63887" y="146274"/>
                      <a:pt x="68774" y="144963"/>
                      <a:pt x="72350" y="141387"/>
                    </a:cubicBezTo>
                    <a:cubicBezTo>
                      <a:pt x="75926" y="137811"/>
                      <a:pt x="80217" y="139957"/>
                      <a:pt x="84269" y="139957"/>
                    </a:cubicBezTo>
                    <a:cubicBezTo>
                      <a:pt x="89514" y="139516"/>
                      <a:pt x="94377" y="136977"/>
                      <a:pt x="97738" y="132924"/>
                    </a:cubicBezTo>
                    <a:cubicBezTo>
                      <a:pt x="106725" y="127811"/>
                      <a:pt x="116594" y="124414"/>
                      <a:pt x="126821" y="122912"/>
                    </a:cubicBezTo>
                    <a:cubicBezTo>
                      <a:pt x="132542" y="122197"/>
                      <a:pt x="141005" y="133520"/>
                      <a:pt x="145891" y="133520"/>
                    </a:cubicBezTo>
                    <a:cubicBezTo>
                      <a:pt x="153663" y="133842"/>
                      <a:pt x="160433" y="138908"/>
                      <a:pt x="162936" y="146274"/>
                    </a:cubicBezTo>
                    <a:cubicBezTo>
                      <a:pt x="166297" y="155118"/>
                      <a:pt x="171351" y="163223"/>
                      <a:pt x="177835" y="170112"/>
                    </a:cubicBezTo>
                    <a:cubicBezTo>
                      <a:pt x="181125" y="174689"/>
                      <a:pt x="183068" y="180101"/>
                      <a:pt x="183437" y="185726"/>
                    </a:cubicBezTo>
                    <a:cubicBezTo>
                      <a:pt x="183437" y="188587"/>
                      <a:pt x="175690" y="185011"/>
                      <a:pt x="167227" y="182985"/>
                    </a:cubicBezTo>
                    <a:cubicBezTo>
                      <a:pt x="158764" y="180959"/>
                      <a:pt x="158049" y="189302"/>
                      <a:pt x="158049" y="193593"/>
                    </a:cubicBezTo>
                    <a:cubicBezTo>
                      <a:pt x="154354" y="201519"/>
                      <a:pt x="149587" y="208909"/>
                      <a:pt x="143865" y="215524"/>
                    </a:cubicBezTo>
                    <a:cubicBezTo>
                      <a:pt x="141720" y="218385"/>
                      <a:pt x="148037" y="220531"/>
                      <a:pt x="153043" y="221246"/>
                    </a:cubicBezTo>
                    <a:cubicBezTo>
                      <a:pt x="155189" y="221246"/>
                      <a:pt x="163651" y="215524"/>
                      <a:pt x="166512" y="215524"/>
                    </a:cubicBezTo>
                    <a:cubicBezTo>
                      <a:pt x="169659" y="216991"/>
                      <a:pt x="172531" y="219017"/>
                      <a:pt x="174974" y="221484"/>
                    </a:cubicBezTo>
                    <a:cubicBezTo>
                      <a:pt x="174140" y="210399"/>
                      <a:pt x="176405" y="210995"/>
                      <a:pt x="186298" y="203486"/>
                    </a:cubicBezTo>
                    <a:cubicBezTo>
                      <a:pt x="196191" y="195977"/>
                      <a:pt x="197621" y="181197"/>
                      <a:pt x="206918" y="179648"/>
                    </a:cubicBezTo>
                    <a:cubicBezTo>
                      <a:pt x="215297" y="176096"/>
                      <a:pt x="224451" y="174749"/>
                      <a:pt x="233498" y="175714"/>
                    </a:cubicBezTo>
                    <a:cubicBezTo>
                      <a:pt x="246967" y="177860"/>
                      <a:pt x="226704" y="186322"/>
                      <a:pt x="235882" y="191328"/>
                    </a:cubicBezTo>
                    <a:cubicBezTo>
                      <a:pt x="245060" y="196335"/>
                      <a:pt x="273547" y="189898"/>
                      <a:pt x="274858" y="196931"/>
                    </a:cubicBezTo>
                    <a:cubicBezTo>
                      <a:pt x="276169" y="203963"/>
                      <a:pt x="242318" y="211114"/>
                      <a:pt x="243034" y="214690"/>
                    </a:cubicBezTo>
                    <a:cubicBezTo>
                      <a:pt x="243749" y="218266"/>
                      <a:pt x="261151" y="221842"/>
                      <a:pt x="266872" y="225656"/>
                    </a:cubicBezTo>
                    <a:cubicBezTo>
                      <a:pt x="272593" y="229470"/>
                      <a:pt x="265084" y="240555"/>
                      <a:pt x="267945" y="244131"/>
                    </a:cubicBezTo>
                    <a:cubicBezTo>
                      <a:pt x="270805" y="247706"/>
                      <a:pt x="279864" y="244846"/>
                      <a:pt x="287373" y="239482"/>
                    </a:cubicBezTo>
                    <a:cubicBezTo>
                      <a:pt x="294882" y="234118"/>
                      <a:pt x="300842" y="235906"/>
                      <a:pt x="310496" y="229589"/>
                    </a:cubicBezTo>
                    <a:cubicBezTo>
                      <a:pt x="320151" y="223272"/>
                      <a:pt x="339818" y="228874"/>
                      <a:pt x="342321" y="224941"/>
                    </a:cubicBezTo>
                    <a:cubicBezTo>
                      <a:pt x="344824" y="221007"/>
                      <a:pt x="336719" y="217193"/>
                      <a:pt x="318482" y="218624"/>
                    </a:cubicBezTo>
                    <a:cubicBezTo>
                      <a:pt x="308792" y="219672"/>
                      <a:pt x="300091" y="212676"/>
                      <a:pt x="299042" y="202985"/>
                    </a:cubicBezTo>
                    <a:cubicBezTo>
                      <a:pt x="298899" y="201686"/>
                      <a:pt x="298899" y="200375"/>
                      <a:pt x="299054" y="199076"/>
                    </a:cubicBezTo>
                    <a:cubicBezTo>
                      <a:pt x="306599" y="189481"/>
                      <a:pt x="317195" y="182747"/>
                      <a:pt x="329090" y="180005"/>
                    </a:cubicBezTo>
                    <a:cubicBezTo>
                      <a:pt x="339722" y="178766"/>
                      <a:pt x="350056" y="175667"/>
                      <a:pt x="359604" y="170827"/>
                    </a:cubicBezTo>
                    <a:cubicBezTo>
                      <a:pt x="365861" y="168289"/>
                      <a:pt x="372369" y="166441"/>
                      <a:pt x="379032" y="165345"/>
                    </a:cubicBezTo>
                    <a:cubicBezTo>
                      <a:pt x="378793" y="160100"/>
                      <a:pt x="377006" y="154140"/>
                      <a:pt x="380462" y="153664"/>
                    </a:cubicBezTo>
                    <a:close/>
                  </a:path>
                </a:pathLst>
              </a:custGeom>
              <a:solidFill>
                <a:srgbClr val="88DAE7"/>
              </a:solid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92" name="Freeform: Shape 191">
                <a:extLst>
                  <a:ext uri="{FF2B5EF4-FFF2-40B4-BE49-F238E27FC236}">
                    <a16:creationId xmlns:a16="http://schemas.microsoft.com/office/drawing/2014/main" id="{6F4A02D8-DF5A-41D3-B679-71C837675134}"/>
                  </a:ext>
                </a:extLst>
              </p:cNvPr>
              <p:cNvSpPr/>
              <p:nvPr/>
            </p:nvSpPr>
            <p:spPr>
              <a:xfrm>
                <a:off x="4817167" y="7090623"/>
                <a:ext cx="224482" cy="159864"/>
              </a:xfrm>
              <a:custGeom>
                <a:avLst/>
                <a:gdLst>
                  <a:gd name="connsiteX0" fmla="*/ 210136 w 224482"/>
                  <a:gd name="connsiteY0" fmla="*/ 79382 h 159864"/>
                  <a:gd name="connsiteX1" fmla="*/ 196310 w 224482"/>
                  <a:gd name="connsiteY1" fmla="*/ 66152 h 159864"/>
                  <a:gd name="connsiteX2" fmla="*/ 185106 w 224482"/>
                  <a:gd name="connsiteY2" fmla="*/ 51253 h 159864"/>
                  <a:gd name="connsiteX3" fmla="*/ 182484 w 224482"/>
                  <a:gd name="connsiteY3" fmla="*/ 34208 h 159864"/>
                  <a:gd name="connsiteX4" fmla="*/ 180338 w 224482"/>
                  <a:gd name="connsiteY4" fmla="*/ 17760 h 159864"/>
                  <a:gd name="connsiteX5" fmla="*/ 158049 w 224482"/>
                  <a:gd name="connsiteY5" fmla="*/ 11323 h 159864"/>
                  <a:gd name="connsiteX6" fmla="*/ 145296 w 224482"/>
                  <a:gd name="connsiteY6" fmla="*/ 11323 h 159864"/>
                  <a:gd name="connsiteX7" fmla="*/ 133376 w 224482"/>
                  <a:gd name="connsiteY7" fmla="*/ 5483 h 159864"/>
                  <a:gd name="connsiteX8" fmla="*/ 120623 w 224482"/>
                  <a:gd name="connsiteY8" fmla="*/ 1788 h 159864"/>
                  <a:gd name="connsiteX9" fmla="*/ 119431 w 224482"/>
                  <a:gd name="connsiteY9" fmla="*/ 0 h 159864"/>
                  <a:gd name="connsiteX10" fmla="*/ 111922 w 224482"/>
                  <a:gd name="connsiteY10" fmla="*/ 2980 h 159864"/>
                  <a:gd name="connsiteX11" fmla="*/ 102744 w 224482"/>
                  <a:gd name="connsiteY11" fmla="*/ 11562 h 159864"/>
                  <a:gd name="connsiteX12" fmla="*/ 86415 w 224482"/>
                  <a:gd name="connsiteY12" fmla="*/ 13707 h 159864"/>
                  <a:gd name="connsiteX13" fmla="*/ 80097 w 224482"/>
                  <a:gd name="connsiteY13" fmla="*/ 26461 h 159864"/>
                  <a:gd name="connsiteX14" fmla="*/ 77237 w 224482"/>
                  <a:gd name="connsiteY14" fmla="*/ 35638 h 159864"/>
                  <a:gd name="connsiteX15" fmla="*/ 69489 w 224482"/>
                  <a:gd name="connsiteY15" fmla="*/ 42075 h 159864"/>
                  <a:gd name="connsiteX16" fmla="*/ 57570 w 224482"/>
                  <a:gd name="connsiteY16" fmla="*/ 53398 h 159864"/>
                  <a:gd name="connsiteX17" fmla="*/ 54113 w 224482"/>
                  <a:gd name="connsiteY17" fmla="*/ 65317 h 159864"/>
                  <a:gd name="connsiteX18" fmla="*/ 38499 w 224482"/>
                  <a:gd name="connsiteY18" fmla="*/ 70204 h 159864"/>
                  <a:gd name="connsiteX19" fmla="*/ 26580 w 224482"/>
                  <a:gd name="connsiteY19" fmla="*/ 75925 h 159864"/>
                  <a:gd name="connsiteX20" fmla="*/ 9059 w 224482"/>
                  <a:gd name="connsiteY20" fmla="*/ 74614 h 159864"/>
                  <a:gd name="connsiteX21" fmla="*/ 9059 w 224482"/>
                  <a:gd name="connsiteY21" fmla="*/ 76760 h 159864"/>
                  <a:gd name="connsiteX22" fmla="*/ 12873 w 224482"/>
                  <a:gd name="connsiteY22" fmla="*/ 94877 h 159864"/>
                  <a:gd name="connsiteX23" fmla="*/ 13826 w 224482"/>
                  <a:gd name="connsiteY23" fmla="*/ 115617 h 159864"/>
                  <a:gd name="connsiteX24" fmla="*/ 0 w 224482"/>
                  <a:gd name="connsiteY24" fmla="*/ 127536 h 159864"/>
                  <a:gd name="connsiteX25" fmla="*/ 7986 w 224482"/>
                  <a:gd name="connsiteY25" fmla="*/ 139455 h 159864"/>
                  <a:gd name="connsiteX26" fmla="*/ 7986 w 224482"/>
                  <a:gd name="connsiteY26" fmla="*/ 152566 h 159864"/>
                  <a:gd name="connsiteX27" fmla="*/ 20740 w 224482"/>
                  <a:gd name="connsiteY27" fmla="*/ 149706 h 159864"/>
                  <a:gd name="connsiteX28" fmla="*/ 36354 w 224482"/>
                  <a:gd name="connsiteY28" fmla="*/ 140528 h 159864"/>
                  <a:gd name="connsiteX29" fmla="*/ 77475 w 224482"/>
                  <a:gd name="connsiteY29" fmla="*/ 145415 h 159864"/>
                  <a:gd name="connsiteX30" fmla="*/ 99406 w 224482"/>
                  <a:gd name="connsiteY30" fmla="*/ 148990 h 159864"/>
                  <a:gd name="connsiteX31" fmla="*/ 115736 w 224482"/>
                  <a:gd name="connsiteY31" fmla="*/ 151136 h 159864"/>
                  <a:gd name="connsiteX32" fmla="*/ 131350 w 224482"/>
                  <a:gd name="connsiteY32" fmla="*/ 152566 h 159864"/>
                  <a:gd name="connsiteX33" fmla="*/ 146964 w 224482"/>
                  <a:gd name="connsiteY33" fmla="*/ 157453 h 159864"/>
                  <a:gd name="connsiteX34" fmla="*/ 168896 w 224482"/>
                  <a:gd name="connsiteY34" fmla="*/ 158883 h 159864"/>
                  <a:gd name="connsiteX35" fmla="*/ 173068 w 224482"/>
                  <a:gd name="connsiteY35" fmla="*/ 151136 h 159864"/>
                  <a:gd name="connsiteX36" fmla="*/ 187370 w 224482"/>
                  <a:gd name="connsiteY36" fmla="*/ 135522 h 159864"/>
                  <a:gd name="connsiteX37" fmla="*/ 202746 w 224482"/>
                  <a:gd name="connsiteY37" fmla="*/ 132423 h 159864"/>
                  <a:gd name="connsiteX38" fmla="*/ 199171 w 224482"/>
                  <a:gd name="connsiteY38" fmla="*/ 122410 h 159864"/>
                  <a:gd name="connsiteX39" fmla="*/ 195476 w 224482"/>
                  <a:gd name="connsiteY39" fmla="*/ 100122 h 159864"/>
                  <a:gd name="connsiteX40" fmla="*/ 212401 w 224482"/>
                  <a:gd name="connsiteY40" fmla="*/ 102744 h 159864"/>
                  <a:gd name="connsiteX41" fmla="*/ 224320 w 224482"/>
                  <a:gd name="connsiteY41" fmla="*/ 91659 h 159864"/>
                  <a:gd name="connsiteX42" fmla="*/ 210136 w 224482"/>
                  <a:gd name="connsiteY42" fmla="*/ 79382 h 1598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Lst>
                <a:rect l="l" t="t" r="r" b="b"/>
                <a:pathLst>
                  <a:path w="224482" h="159864">
                    <a:moveTo>
                      <a:pt x="210136" y="79382"/>
                    </a:moveTo>
                    <a:cubicBezTo>
                      <a:pt x="205846" y="78309"/>
                      <a:pt x="203223" y="68774"/>
                      <a:pt x="196310" y="66152"/>
                    </a:cubicBezTo>
                    <a:cubicBezTo>
                      <a:pt x="189397" y="63530"/>
                      <a:pt x="190946" y="54948"/>
                      <a:pt x="185106" y="51253"/>
                    </a:cubicBezTo>
                    <a:cubicBezTo>
                      <a:pt x="179265" y="47558"/>
                      <a:pt x="182960" y="40049"/>
                      <a:pt x="182484" y="34208"/>
                    </a:cubicBezTo>
                    <a:cubicBezTo>
                      <a:pt x="182007" y="28368"/>
                      <a:pt x="183557" y="19309"/>
                      <a:pt x="180338" y="17760"/>
                    </a:cubicBezTo>
                    <a:cubicBezTo>
                      <a:pt x="177120" y="16210"/>
                      <a:pt x="163890" y="8701"/>
                      <a:pt x="158049" y="11323"/>
                    </a:cubicBezTo>
                    <a:cubicBezTo>
                      <a:pt x="152209" y="13945"/>
                      <a:pt x="147918" y="16091"/>
                      <a:pt x="145296" y="11323"/>
                    </a:cubicBezTo>
                    <a:cubicBezTo>
                      <a:pt x="143329" y="6687"/>
                      <a:pt x="138251" y="4195"/>
                      <a:pt x="133376" y="5483"/>
                    </a:cubicBezTo>
                    <a:cubicBezTo>
                      <a:pt x="128764" y="6675"/>
                      <a:pt x="123877" y="5268"/>
                      <a:pt x="120623" y="1788"/>
                    </a:cubicBezTo>
                    <a:cubicBezTo>
                      <a:pt x="120110" y="1275"/>
                      <a:pt x="119705" y="667"/>
                      <a:pt x="119431" y="0"/>
                    </a:cubicBezTo>
                    <a:cubicBezTo>
                      <a:pt x="116749" y="453"/>
                      <a:pt x="114187" y="1466"/>
                      <a:pt x="111922" y="2980"/>
                    </a:cubicBezTo>
                    <a:cubicBezTo>
                      <a:pt x="108465" y="5840"/>
                      <a:pt x="107750" y="11562"/>
                      <a:pt x="102744" y="11562"/>
                    </a:cubicBezTo>
                    <a:cubicBezTo>
                      <a:pt x="97738" y="11562"/>
                      <a:pt x="92136" y="9416"/>
                      <a:pt x="86415" y="13707"/>
                    </a:cubicBezTo>
                    <a:cubicBezTo>
                      <a:pt x="82004" y="16365"/>
                      <a:pt x="79537" y="21347"/>
                      <a:pt x="80097" y="26461"/>
                    </a:cubicBezTo>
                    <a:cubicBezTo>
                      <a:pt x="80812" y="29917"/>
                      <a:pt x="81528" y="35638"/>
                      <a:pt x="77237" y="35638"/>
                    </a:cubicBezTo>
                    <a:cubicBezTo>
                      <a:pt x="72946" y="35638"/>
                      <a:pt x="73661" y="40645"/>
                      <a:pt x="69489" y="42075"/>
                    </a:cubicBezTo>
                    <a:cubicBezTo>
                      <a:pt x="64305" y="44316"/>
                      <a:pt x="60073" y="48332"/>
                      <a:pt x="57570" y="53398"/>
                    </a:cubicBezTo>
                    <a:cubicBezTo>
                      <a:pt x="57570" y="56855"/>
                      <a:pt x="57570" y="65317"/>
                      <a:pt x="54113" y="65317"/>
                    </a:cubicBezTo>
                    <a:cubicBezTo>
                      <a:pt x="48535" y="65329"/>
                      <a:pt x="43088" y="67034"/>
                      <a:pt x="38499" y="70204"/>
                    </a:cubicBezTo>
                    <a:cubicBezTo>
                      <a:pt x="36044" y="74340"/>
                      <a:pt x="31348" y="76593"/>
                      <a:pt x="26580" y="75925"/>
                    </a:cubicBezTo>
                    <a:cubicBezTo>
                      <a:pt x="20775" y="75091"/>
                      <a:pt x="14923" y="74662"/>
                      <a:pt x="9059" y="74614"/>
                    </a:cubicBezTo>
                    <a:cubicBezTo>
                      <a:pt x="9297" y="75306"/>
                      <a:pt x="9297" y="76069"/>
                      <a:pt x="9059" y="76760"/>
                    </a:cubicBezTo>
                    <a:cubicBezTo>
                      <a:pt x="6484" y="83005"/>
                      <a:pt x="7998" y="90193"/>
                      <a:pt x="12873" y="94877"/>
                    </a:cubicBezTo>
                    <a:cubicBezTo>
                      <a:pt x="17045" y="98572"/>
                      <a:pt x="18713" y="113471"/>
                      <a:pt x="13826" y="115617"/>
                    </a:cubicBezTo>
                    <a:cubicBezTo>
                      <a:pt x="8939" y="117762"/>
                      <a:pt x="0" y="124079"/>
                      <a:pt x="0" y="127536"/>
                    </a:cubicBezTo>
                    <a:cubicBezTo>
                      <a:pt x="0" y="130992"/>
                      <a:pt x="9655" y="134449"/>
                      <a:pt x="7986" y="139455"/>
                    </a:cubicBezTo>
                    <a:cubicBezTo>
                      <a:pt x="7307" y="143794"/>
                      <a:pt x="7307" y="148228"/>
                      <a:pt x="7986" y="152566"/>
                    </a:cubicBezTo>
                    <a:cubicBezTo>
                      <a:pt x="12515" y="152566"/>
                      <a:pt x="16925" y="153639"/>
                      <a:pt x="20740" y="149706"/>
                    </a:cubicBezTo>
                    <a:cubicBezTo>
                      <a:pt x="24554" y="145772"/>
                      <a:pt x="27176" y="140528"/>
                      <a:pt x="36354" y="140528"/>
                    </a:cubicBezTo>
                    <a:cubicBezTo>
                      <a:pt x="45532" y="140528"/>
                      <a:pt x="73184" y="140528"/>
                      <a:pt x="77475" y="145415"/>
                    </a:cubicBezTo>
                    <a:cubicBezTo>
                      <a:pt x="81766" y="150302"/>
                      <a:pt x="93089" y="146130"/>
                      <a:pt x="99406" y="148990"/>
                    </a:cubicBezTo>
                    <a:cubicBezTo>
                      <a:pt x="105724" y="151851"/>
                      <a:pt x="115021" y="154712"/>
                      <a:pt x="115736" y="151136"/>
                    </a:cubicBezTo>
                    <a:cubicBezTo>
                      <a:pt x="116451" y="147560"/>
                      <a:pt x="124914" y="156142"/>
                      <a:pt x="131350" y="152566"/>
                    </a:cubicBezTo>
                    <a:cubicBezTo>
                      <a:pt x="137786" y="148990"/>
                      <a:pt x="143270" y="159599"/>
                      <a:pt x="146964" y="157453"/>
                    </a:cubicBezTo>
                    <a:cubicBezTo>
                      <a:pt x="154199" y="155188"/>
                      <a:pt x="162018" y="155701"/>
                      <a:pt x="168896" y="158883"/>
                    </a:cubicBezTo>
                    <a:cubicBezTo>
                      <a:pt x="172471" y="162459"/>
                      <a:pt x="173068" y="155427"/>
                      <a:pt x="173068" y="151136"/>
                    </a:cubicBezTo>
                    <a:cubicBezTo>
                      <a:pt x="173068" y="146845"/>
                      <a:pt x="187370" y="135522"/>
                      <a:pt x="187370" y="135522"/>
                    </a:cubicBezTo>
                    <a:cubicBezTo>
                      <a:pt x="192627" y="135259"/>
                      <a:pt x="197800" y="134211"/>
                      <a:pt x="202746" y="132423"/>
                    </a:cubicBezTo>
                    <a:cubicBezTo>
                      <a:pt x="200959" y="129336"/>
                      <a:pt x="199743" y="125939"/>
                      <a:pt x="199171" y="122410"/>
                    </a:cubicBezTo>
                    <a:cubicBezTo>
                      <a:pt x="196549" y="110491"/>
                      <a:pt x="192257" y="103816"/>
                      <a:pt x="195476" y="100122"/>
                    </a:cubicBezTo>
                    <a:cubicBezTo>
                      <a:pt x="198694" y="96427"/>
                      <a:pt x="207395" y="104889"/>
                      <a:pt x="212401" y="102744"/>
                    </a:cubicBezTo>
                    <a:cubicBezTo>
                      <a:pt x="217407" y="100598"/>
                      <a:pt x="225750" y="96427"/>
                      <a:pt x="224320" y="91659"/>
                    </a:cubicBezTo>
                    <a:cubicBezTo>
                      <a:pt x="221555" y="85735"/>
                      <a:pt x="216394" y="81277"/>
                      <a:pt x="210136" y="79382"/>
                    </a:cubicBezTo>
                    <a:close/>
                  </a:path>
                </a:pathLst>
              </a:custGeom>
              <a:solidFill>
                <a:schemeClr val="accent2">
                  <a:lumMod val="60000"/>
                  <a:lumOff val="40000"/>
                </a:schemeClr>
              </a:solid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93" name="Freeform: Shape 192">
                <a:extLst>
                  <a:ext uri="{FF2B5EF4-FFF2-40B4-BE49-F238E27FC236}">
                    <a16:creationId xmlns:a16="http://schemas.microsoft.com/office/drawing/2014/main" id="{C6B9EA3C-E225-41C6-A00A-4749A18553CA}"/>
                  </a:ext>
                </a:extLst>
              </p:cNvPr>
              <p:cNvSpPr/>
              <p:nvPr/>
            </p:nvSpPr>
            <p:spPr>
              <a:xfrm>
                <a:off x="4414966" y="7136619"/>
                <a:ext cx="212229" cy="240810"/>
              </a:xfrm>
              <a:custGeom>
                <a:avLst/>
                <a:gdLst>
                  <a:gd name="connsiteX0" fmla="*/ 26864 w 212229"/>
                  <a:gd name="connsiteY0" fmla="*/ 64019 h 240810"/>
                  <a:gd name="connsiteX1" fmla="*/ 14945 w 212229"/>
                  <a:gd name="connsiteY1" fmla="*/ 75938 h 240810"/>
                  <a:gd name="connsiteX2" fmla="*/ 22812 w 212229"/>
                  <a:gd name="connsiteY2" fmla="*/ 88692 h 240810"/>
                  <a:gd name="connsiteX3" fmla="*/ 17806 w 212229"/>
                  <a:gd name="connsiteY3" fmla="*/ 96558 h 240810"/>
                  <a:gd name="connsiteX4" fmla="*/ 4337 w 212229"/>
                  <a:gd name="connsiteY4" fmla="*/ 102876 h 240810"/>
                  <a:gd name="connsiteX5" fmla="*/ 2907 w 212229"/>
                  <a:gd name="connsiteY5" fmla="*/ 114795 h 240810"/>
                  <a:gd name="connsiteX6" fmla="*/ 46 w 212229"/>
                  <a:gd name="connsiteY6" fmla="*/ 133985 h 240810"/>
                  <a:gd name="connsiteX7" fmla="*/ 6483 w 212229"/>
                  <a:gd name="connsiteY7" fmla="*/ 148884 h 240810"/>
                  <a:gd name="connsiteX8" fmla="*/ 1476 w 212229"/>
                  <a:gd name="connsiteY8" fmla="*/ 158062 h 240810"/>
                  <a:gd name="connsiteX9" fmla="*/ 9105 w 212229"/>
                  <a:gd name="connsiteY9" fmla="*/ 177848 h 240810"/>
                  <a:gd name="connsiteX10" fmla="*/ 14468 w 212229"/>
                  <a:gd name="connsiteY10" fmla="*/ 180708 h 240810"/>
                  <a:gd name="connsiteX11" fmla="*/ 29844 w 212229"/>
                  <a:gd name="connsiteY11" fmla="*/ 188217 h 240810"/>
                  <a:gd name="connsiteX12" fmla="*/ 42598 w 212229"/>
                  <a:gd name="connsiteY12" fmla="*/ 192389 h 240810"/>
                  <a:gd name="connsiteX13" fmla="*/ 47365 w 212229"/>
                  <a:gd name="connsiteY13" fmla="*/ 200375 h 240810"/>
                  <a:gd name="connsiteX14" fmla="*/ 37830 w 212229"/>
                  <a:gd name="connsiteY14" fmla="*/ 220042 h 240810"/>
                  <a:gd name="connsiteX15" fmla="*/ 35684 w 212229"/>
                  <a:gd name="connsiteY15" fmla="*/ 234583 h 240810"/>
                  <a:gd name="connsiteX16" fmla="*/ 56067 w 212229"/>
                  <a:gd name="connsiteY16" fmla="*/ 233868 h 240810"/>
                  <a:gd name="connsiteX17" fmla="*/ 72396 w 212229"/>
                  <a:gd name="connsiteY17" fmla="*/ 233153 h 240810"/>
                  <a:gd name="connsiteX18" fmla="*/ 86461 w 212229"/>
                  <a:gd name="connsiteY18" fmla="*/ 238159 h 240810"/>
                  <a:gd name="connsiteX19" fmla="*/ 89083 w 212229"/>
                  <a:gd name="connsiteY19" fmla="*/ 235418 h 240810"/>
                  <a:gd name="connsiteX20" fmla="*/ 102909 w 212229"/>
                  <a:gd name="connsiteY20" fmla="*/ 239113 h 240810"/>
                  <a:gd name="connsiteX21" fmla="*/ 117212 w 212229"/>
                  <a:gd name="connsiteY21" fmla="*/ 237086 h 240810"/>
                  <a:gd name="connsiteX22" fmla="*/ 131038 w 212229"/>
                  <a:gd name="connsiteY22" fmla="*/ 236014 h 240810"/>
                  <a:gd name="connsiteX23" fmla="*/ 154877 w 212229"/>
                  <a:gd name="connsiteY23" fmla="*/ 231246 h 240810"/>
                  <a:gd name="connsiteX24" fmla="*/ 164412 w 212229"/>
                  <a:gd name="connsiteY24" fmla="*/ 224333 h 240810"/>
                  <a:gd name="connsiteX25" fmla="*/ 174067 w 212229"/>
                  <a:gd name="connsiteY25" fmla="*/ 209434 h 240810"/>
                  <a:gd name="connsiteX26" fmla="*/ 187297 w 212229"/>
                  <a:gd name="connsiteY26" fmla="*/ 198826 h 240810"/>
                  <a:gd name="connsiteX27" fmla="*/ 162386 w 212229"/>
                  <a:gd name="connsiteY27" fmla="*/ 180232 h 240810"/>
                  <a:gd name="connsiteX28" fmla="*/ 154400 w 212229"/>
                  <a:gd name="connsiteY28" fmla="*/ 159969 h 240810"/>
                  <a:gd name="connsiteX29" fmla="*/ 152731 w 212229"/>
                  <a:gd name="connsiteY29" fmla="*/ 147215 h 240810"/>
                  <a:gd name="connsiteX30" fmla="*/ 177762 w 212229"/>
                  <a:gd name="connsiteY30" fmla="*/ 137680 h 240810"/>
                  <a:gd name="connsiteX31" fmla="*/ 197429 w 212229"/>
                  <a:gd name="connsiteY31" fmla="*/ 128621 h 240810"/>
                  <a:gd name="connsiteX32" fmla="*/ 210182 w 212229"/>
                  <a:gd name="connsiteY32" fmla="*/ 128621 h 240810"/>
                  <a:gd name="connsiteX33" fmla="*/ 210182 w 212229"/>
                  <a:gd name="connsiteY33" fmla="*/ 115272 h 240810"/>
                  <a:gd name="connsiteX34" fmla="*/ 205653 w 212229"/>
                  <a:gd name="connsiteY34" fmla="*/ 95128 h 240810"/>
                  <a:gd name="connsiteX35" fmla="*/ 202554 w 212229"/>
                  <a:gd name="connsiteY35" fmla="*/ 82375 h 240810"/>
                  <a:gd name="connsiteX36" fmla="*/ 197190 w 212229"/>
                  <a:gd name="connsiteY36" fmla="*/ 70455 h 240810"/>
                  <a:gd name="connsiteX37" fmla="*/ 195641 w 212229"/>
                  <a:gd name="connsiteY37" fmla="*/ 60801 h 240810"/>
                  <a:gd name="connsiteX38" fmla="*/ 195641 w 212229"/>
                  <a:gd name="connsiteY38" fmla="*/ 35890 h 240810"/>
                  <a:gd name="connsiteX39" fmla="*/ 195641 w 212229"/>
                  <a:gd name="connsiteY39" fmla="*/ 32910 h 240810"/>
                  <a:gd name="connsiteX40" fmla="*/ 193614 w 212229"/>
                  <a:gd name="connsiteY40" fmla="*/ 30049 h 240810"/>
                  <a:gd name="connsiteX41" fmla="*/ 179430 w 212229"/>
                  <a:gd name="connsiteY41" fmla="*/ 22183 h 240810"/>
                  <a:gd name="connsiteX42" fmla="*/ 181576 w 212229"/>
                  <a:gd name="connsiteY42" fmla="*/ 8356 h 240810"/>
                  <a:gd name="connsiteX43" fmla="*/ 160360 w 212229"/>
                  <a:gd name="connsiteY43" fmla="*/ 14077 h 240810"/>
                  <a:gd name="connsiteX44" fmla="*/ 133422 w 212229"/>
                  <a:gd name="connsiteY44" fmla="*/ 29692 h 240810"/>
                  <a:gd name="connsiteX45" fmla="*/ 121503 w 212229"/>
                  <a:gd name="connsiteY45" fmla="*/ 20395 h 240810"/>
                  <a:gd name="connsiteX46" fmla="*/ 113041 w 212229"/>
                  <a:gd name="connsiteY46" fmla="*/ 16223 h 240810"/>
                  <a:gd name="connsiteX47" fmla="*/ 95281 w 212229"/>
                  <a:gd name="connsiteY47" fmla="*/ 7641 h 240810"/>
                  <a:gd name="connsiteX48" fmla="*/ 93850 w 212229"/>
                  <a:gd name="connsiteY48" fmla="*/ 2158 h 240810"/>
                  <a:gd name="connsiteX49" fmla="*/ 85030 w 212229"/>
                  <a:gd name="connsiteY49" fmla="*/ 2158 h 240810"/>
                  <a:gd name="connsiteX50" fmla="*/ 63099 w 212229"/>
                  <a:gd name="connsiteY50" fmla="*/ 13 h 240810"/>
                  <a:gd name="connsiteX51" fmla="*/ 67271 w 212229"/>
                  <a:gd name="connsiteY51" fmla="*/ 11932 h 240810"/>
                  <a:gd name="connsiteX52" fmla="*/ 73707 w 212229"/>
                  <a:gd name="connsiteY52" fmla="*/ 32552 h 240810"/>
                  <a:gd name="connsiteX53" fmla="*/ 63337 w 212229"/>
                  <a:gd name="connsiteY53" fmla="*/ 42088 h 240810"/>
                  <a:gd name="connsiteX54" fmla="*/ 45697 w 212229"/>
                  <a:gd name="connsiteY54" fmla="*/ 39585 h 240810"/>
                  <a:gd name="connsiteX55" fmla="*/ 27579 w 212229"/>
                  <a:gd name="connsiteY55" fmla="*/ 42445 h 240810"/>
                  <a:gd name="connsiteX56" fmla="*/ 26864 w 212229"/>
                  <a:gd name="connsiteY56" fmla="*/ 47451 h 240810"/>
                  <a:gd name="connsiteX57" fmla="*/ 26864 w 212229"/>
                  <a:gd name="connsiteY57" fmla="*/ 64019 h 240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Lst>
                <a:rect l="l" t="t" r="r" b="b"/>
                <a:pathLst>
                  <a:path w="212229" h="240810">
                    <a:moveTo>
                      <a:pt x="26864" y="64019"/>
                    </a:moveTo>
                    <a:cubicBezTo>
                      <a:pt x="21262" y="72482"/>
                      <a:pt x="13396" y="73197"/>
                      <a:pt x="14945" y="75938"/>
                    </a:cubicBezTo>
                    <a:cubicBezTo>
                      <a:pt x="16495" y="78680"/>
                      <a:pt x="24838" y="85235"/>
                      <a:pt x="22812" y="88692"/>
                    </a:cubicBezTo>
                    <a:cubicBezTo>
                      <a:pt x="20785" y="92148"/>
                      <a:pt x="17806" y="90122"/>
                      <a:pt x="17806" y="96558"/>
                    </a:cubicBezTo>
                    <a:cubicBezTo>
                      <a:pt x="17806" y="102995"/>
                      <a:pt x="7913" y="102876"/>
                      <a:pt x="4337" y="102876"/>
                    </a:cubicBezTo>
                    <a:cubicBezTo>
                      <a:pt x="761" y="102876"/>
                      <a:pt x="5052" y="109312"/>
                      <a:pt x="2907" y="114795"/>
                    </a:cubicBezTo>
                    <a:cubicBezTo>
                      <a:pt x="1309" y="121076"/>
                      <a:pt x="344" y="127513"/>
                      <a:pt x="46" y="133985"/>
                    </a:cubicBezTo>
                    <a:cubicBezTo>
                      <a:pt x="-669" y="138157"/>
                      <a:pt x="7198" y="145904"/>
                      <a:pt x="6483" y="148884"/>
                    </a:cubicBezTo>
                    <a:cubicBezTo>
                      <a:pt x="5767" y="151864"/>
                      <a:pt x="46" y="155201"/>
                      <a:pt x="1476" y="158062"/>
                    </a:cubicBezTo>
                    <a:cubicBezTo>
                      <a:pt x="5958" y="163735"/>
                      <a:pt x="8616" y="170637"/>
                      <a:pt x="9105" y="177848"/>
                    </a:cubicBezTo>
                    <a:cubicBezTo>
                      <a:pt x="11107" y="178324"/>
                      <a:pt x="12955" y="179302"/>
                      <a:pt x="14468" y="180708"/>
                    </a:cubicBezTo>
                    <a:cubicBezTo>
                      <a:pt x="18068" y="185560"/>
                      <a:pt x="23801" y="188361"/>
                      <a:pt x="29844" y="188217"/>
                    </a:cubicBezTo>
                    <a:cubicBezTo>
                      <a:pt x="36757" y="188217"/>
                      <a:pt x="39379" y="192985"/>
                      <a:pt x="42598" y="192389"/>
                    </a:cubicBezTo>
                    <a:cubicBezTo>
                      <a:pt x="45816" y="191793"/>
                      <a:pt x="54517" y="194535"/>
                      <a:pt x="47365" y="200375"/>
                    </a:cubicBezTo>
                    <a:cubicBezTo>
                      <a:pt x="41906" y="205560"/>
                      <a:pt x="38509" y="212545"/>
                      <a:pt x="37830" y="220042"/>
                    </a:cubicBezTo>
                    <a:cubicBezTo>
                      <a:pt x="36757" y="224571"/>
                      <a:pt x="36876" y="230769"/>
                      <a:pt x="35684" y="234583"/>
                    </a:cubicBezTo>
                    <a:cubicBezTo>
                      <a:pt x="42466" y="235608"/>
                      <a:pt x="49380" y="235370"/>
                      <a:pt x="56067" y="233868"/>
                    </a:cubicBezTo>
                    <a:cubicBezTo>
                      <a:pt x="61096" y="231103"/>
                      <a:pt x="67139" y="230841"/>
                      <a:pt x="72396" y="233153"/>
                    </a:cubicBezTo>
                    <a:cubicBezTo>
                      <a:pt x="77199" y="234476"/>
                      <a:pt x="81896" y="236145"/>
                      <a:pt x="86461" y="238159"/>
                    </a:cubicBezTo>
                    <a:cubicBezTo>
                      <a:pt x="86675" y="236788"/>
                      <a:pt x="87724" y="235692"/>
                      <a:pt x="89083" y="235418"/>
                    </a:cubicBezTo>
                    <a:cubicBezTo>
                      <a:pt x="93850" y="235418"/>
                      <a:pt x="99691" y="244476"/>
                      <a:pt x="102909" y="239113"/>
                    </a:cubicBezTo>
                    <a:cubicBezTo>
                      <a:pt x="106473" y="234893"/>
                      <a:pt x="112623" y="234023"/>
                      <a:pt x="117212" y="237086"/>
                    </a:cubicBezTo>
                    <a:cubicBezTo>
                      <a:pt x="121575" y="239720"/>
                      <a:pt x="127129" y="239291"/>
                      <a:pt x="131038" y="236014"/>
                    </a:cubicBezTo>
                    <a:cubicBezTo>
                      <a:pt x="138214" y="231782"/>
                      <a:pt x="146617" y="230102"/>
                      <a:pt x="154877" y="231246"/>
                    </a:cubicBezTo>
                    <a:cubicBezTo>
                      <a:pt x="158572" y="232795"/>
                      <a:pt x="168226" y="237086"/>
                      <a:pt x="164412" y="224333"/>
                    </a:cubicBezTo>
                    <a:cubicBezTo>
                      <a:pt x="160598" y="211579"/>
                      <a:pt x="172398" y="214201"/>
                      <a:pt x="174067" y="209434"/>
                    </a:cubicBezTo>
                    <a:cubicBezTo>
                      <a:pt x="175736" y="204666"/>
                      <a:pt x="189443" y="202521"/>
                      <a:pt x="187297" y="198826"/>
                    </a:cubicBezTo>
                    <a:cubicBezTo>
                      <a:pt x="179597" y="191853"/>
                      <a:pt x="171254" y="185631"/>
                      <a:pt x="162386" y="180232"/>
                    </a:cubicBezTo>
                    <a:cubicBezTo>
                      <a:pt x="157023" y="176418"/>
                      <a:pt x="157023" y="164737"/>
                      <a:pt x="154400" y="159969"/>
                    </a:cubicBezTo>
                    <a:cubicBezTo>
                      <a:pt x="151778" y="155201"/>
                      <a:pt x="145818" y="148884"/>
                      <a:pt x="152731" y="147215"/>
                    </a:cubicBezTo>
                    <a:cubicBezTo>
                      <a:pt x="161671" y="145916"/>
                      <a:pt x="170217" y="142662"/>
                      <a:pt x="177762" y="137680"/>
                    </a:cubicBezTo>
                    <a:cubicBezTo>
                      <a:pt x="183602" y="132316"/>
                      <a:pt x="194211" y="131840"/>
                      <a:pt x="197429" y="128621"/>
                    </a:cubicBezTo>
                    <a:cubicBezTo>
                      <a:pt x="200647" y="125403"/>
                      <a:pt x="208037" y="131244"/>
                      <a:pt x="210182" y="128621"/>
                    </a:cubicBezTo>
                    <a:cubicBezTo>
                      <a:pt x="212912" y="124593"/>
                      <a:pt x="212912" y="119300"/>
                      <a:pt x="210182" y="115272"/>
                    </a:cubicBezTo>
                    <a:cubicBezTo>
                      <a:pt x="206583" y="109205"/>
                      <a:pt x="204997" y="102149"/>
                      <a:pt x="205653" y="95128"/>
                    </a:cubicBezTo>
                    <a:cubicBezTo>
                      <a:pt x="205653" y="86070"/>
                      <a:pt x="202554" y="86546"/>
                      <a:pt x="202554" y="82375"/>
                    </a:cubicBezTo>
                    <a:cubicBezTo>
                      <a:pt x="202923" y="77750"/>
                      <a:pt x="200897" y="73256"/>
                      <a:pt x="197190" y="70455"/>
                    </a:cubicBezTo>
                    <a:cubicBezTo>
                      <a:pt x="193495" y="68310"/>
                      <a:pt x="191827" y="66641"/>
                      <a:pt x="195641" y="60801"/>
                    </a:cubicBezTo>
                    <a:cubicBezTo>
                      <a:pt x="198251" y="52708"/>
                      <a:pt x="198251" y="43983"/>
                      <a:pt x="195641" y="35890"/>
                    </a:cubicBezTo>
                    <a:cubicBezTo>
                      <a:pt x="195403" y="34912"/>
                      <a:pt x="195403" y="33887"/>
                      <a:pt x="195641" y="32910"/>
                    </a:cubicBezTo>
                    <a:cubicBezTo>
                      <a:pt x="194532" y="32361"/>
                      <a:pt x="193769" y="31277"/>
                      <a:pt x="193614" y="30049"/>
                    </a:cubicBezTo>
                    <a:cubicBezTo>
                      <a:pt x="192542" y="24328"/>
                      <a:pt x="188727" y="22183"/>
                      <a:pt x="179430" y="22183"/>
                    </a:cubicBezTo>
                    <a:cubicBezTo>
                      <a:pt x="170133" y="22183"/>
                      <a:pt x="185152" y="13005"/>
                      <a:pt x="181576" y="8356"/>
                    </a:cubicBezTo>
                    <a:cubicBezTo>
                      <a:pt x="178000" y="3708"/>
                      <a:pt x="168823" y="16938"/>
                      <a:pt x="160360" y="14077"/>
                    </a:cubicBezTo>
                    <a:cubicBezTo>
                      <a:pt x="151897" y="11217"/>
                      <a:pt x="140812" y="23970"/>
                      <a:pt x="133422" y="29692"/>
                    </a:cubicBezTo>
                    <a:cubicBezTo>
                      <a:pt x="126032" y="35413"/>
                      <a:pt x="115305" y="28619"/>
                      <a:pt x="121503" y="20395"/>
                    </a:cubicBezTo>
                    <a:cubicBezTo>
                      <a:pt x="127701" y="12170"/>
                      <a:pt x="121503" y="13005"/>
                      <a:pt x="113041" y="16223"/>
                    </a:cubicBezTo>
                    <a:cubicBezTo>
                      <a:pt x="104578" y="19441"/>
                      <a:pt x="94208" y="15508"/>
                      <a:pt x="95281" y="7641"/>
                    </a:cubicBezTo>
                    <a:cubicBezTo>
                      <a:pt x="95448" y="5698"/>
                      <a:pt x="94947" y="3767"/>
                      <a:pt x="93850" y="2158"/>
                    </a:cubicBezTo>
                    <a:cubicBezTo>
                      <a:pt x="90930" y="2683"/>
                      <a:pt x="87950" y="2683"/>
                      <a:pt x="85030" y="2158"/>
                    </a:cubicBezTo>
                    <a:cubicBezTo>
                      <a:pt x="77819" y="609"/>
                      <a:pt x="70465" y="-107"/>
                      <a:pt x="63099" y="13"/>
                    </a:cubicBezTo>
                    <a:cubicBezTo>
                      <a:pt x="65959" y="4184"/>
                      <a:pt x="68939" y="8118"/>
                      <a:pt x="67271" y="11932"/>
                    </a:cubicBezTo>
                    <a:cubicBezTo>
                      <a:pt x="64052" y="18011"/>
                      <a:pt x="69059" y="23851"/>
                      <a:pt x="73707" y="32552"/>
                    </a:cubicBezTo>
                    <a:cubicBezTo>
                      <a:pt x="78356" y="41253"/>
                      <a:pt x="63695" y="36366"/>
                      <a:pt x="63337" y="42088"/>
                    </a:cubicBezTo>
                    <a:cubicBezTo>
                      <a:pt x="62980" y="47809"/>
                      <a:pt x="49868" y="42088"/>
                      <a:pt x="45697" y="39585"/>
                    </a:cubicBezTo>
                    <a:cubicBezTo>
                      <a:pt x="41525" y="37082"/>
                      <a:pt x="27222" y="38869"/>
                      <a:pt x="27579" y="42445"/>
                    </a:cubicBezTo>
                    <a:cubicBezTo>
                      <a:pt x="27734" y="44150"/>
                      <a:pt x="27496" y="45866"/>
                      <a:pt x="26864" y="47451"/>
                    </a:cubicBezTo>
                    <a:cubicBezTo>
                      <a:pt x="28843" y="52791"/>
                      <a:pt x="28843" y="58679"/>
                      <a:pt x="26864" y="64019"/>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94" name="Freeform: Shape 193">
                <a:extLst>
                  <a:ext uri="{FF2B5EF4-FFF2-40B4-BE49-F238E27FC236}">
                    <a16:creationId xmlns:a16="http://schemas.microsoft.com/office/drawing/2014/main" id="{6F830B0E-EB41-4449-9A4B-83E42B2E8C5D}"/>
                  </a:ext>
                </a:extLst>
              </p:cNvPr>
              <p:cNvSpPr/>
              <p:nvPr/>
            </p:nvSpPr>
            <p:spPr>
              <a:xfrm>
                <a:off x="5500497" y="7968354"/>
                <a:ext cx="114067" cy="92614"/>
              </a:xfrm>
              <a:custGeom>
                <a:avLst/>
                <a:gdLst>
                  <a:gd name="connsiteX0" fmla="*/ 17998 w 114067"/>
                  <a:gd name="connsiteY0" fmla="*/ 85821 h 92614"/>
                  <a:gd name="connsiteX1" fmla="*/ 73423 w 114067"/>
                  <a:gd name="connsiteY1" fmla="*/ 92615 h 92614"/>
                  <a:gd name="connsiteX2" fmla="*/ 81528 w 114067"/>
                  <a:gd name="connsiteY2" fmla="*/ 72471 h 92614"/>
                  <a:gd name="connsiteX3" fmla="*/ 96665 w 114067"/>
                  <a:gd name="connsiteY3" fmla="*/ 53281 h 92614"/>
                  <a:gd name="connsiteX4" fmla="*/ 96665 w 114067"/>
                  <a:gd name="connsiteY4" fmla="*/ 34568 h 92614"/>
                  <a:gd name="connsiteX5" fmla="*/ 105724 w 114067"/>
                  <a:gd name="connsiteY5" fmla="*/ 34568 h 92614"/>
                  <a:gd name="connsiteX6" fmla="*/ 114067 w 114067"/>
                  <a:gd name="connsiteY6" fmla="*/ 29800 h 92614"/>
                  <a:gd name="connsiteX7" fmla="*/ 107392 w 114067"/>
                  <a:gd name="connsiteY7" fmla="*/ 2 h 92614"/>
                  <a:gd name="connsiteX8" fmla="*/ 78786 w 114067"/>
                  <a:gd name="connsiteY8" fmla="*/ 32303 h 92614"/>
                  <a:gd name="connsiteX9" fmla="*/ 33374 w 114067"/>
                  <a:gd name="connsiteY9" fmla="*/ 53520 h 92614"/>
                  <a:gd name="connsiteX10" fmla="*/ 5006 w 114067"/>
                  <a:gd name="connsiteY10" fmla="*/ 61029 h 92614"/>
                  <a:gd name="connsiteX11" fmla="*/ 0 w 114067"/>
                  <a:gd name="connsiteY11" fmla="*/ 59598 h 92614"/>
                  <a:gd name="connsiteX12" fmla="*/ 17998 w 114067"/>
                  <a:gd name="connsiteY12" fmla="*/ 85821 h 926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114067" h="92614">
                    <a:moveTo>
                      <a:pt x="17998" y="85821"/>
                    </a:moveTo>
                    <a:cubicBezTo>
                      <a:pt x="36294" y="89325"/>
                      <a:pt x="54817" y="91602"/>
                      <a:pt x="73423" y="92615"/>
                    </a:cubicBezTo>
                    <a:lnTo>
                      <a:pt x="81528" y="72471"/>
                    </a:lnTo>
                    <a:lnTo>
                      <a:pt x="96665" y="53281"/>
                    </a:lnTo>
                    <a:lnTo>
                      <a:pt x="96665" y="34568"/>
                    </a:lnTo>
                    <a:lnTo>
                      <a:pt x="105724" y="34568"/>
                    </a:lnTo>
                    <a:lnTo>
                      <a:pt x="114067" y="29800"/>
                    </a:lnTo>
                    <a:cubicBezTo>
                      <a:pt x="110491" y="15140"/>
                      <a:pt x="110014" y="241"/>
                      <a:pt x="107392" y="2"/>
                    </a:cubicBezTo>
                    <a:cubicBezTo>
                      <a:pt x="104770" y="-236"/>
                      <a:pt x="85818" y="18477"/>
                      <a:pt x="78786" y="32303"/>
                    </a:cubicBezTo>
                    <a:cubicBezTo>
                      <a:pt x="69227" y="47798"/>
                      <a:pt x="51384" y="56130"/>
                      <a:pt x="33374" y="53520"/>
                    </a:cubicBezTo>
                    <a:cubicBezTo>
                      <a:pt x="23254" y="50850"/>
                      <a:pt x="12479" y="53698"/>
                      <a:pt x="5006" y="61029"/>
                    </a:cubicBezTo>
                    <a:cubicBezTo>
                      <a:pt x="3814" y="61863"/>
                      <a:pt x="2026" y="61029"/>
                      <a:pt x="0" y="59598"/>
                    </a:cubicBezTo>
                    <a:cubicBezTo>
                      <a:pt x="2276" y="70385"/>
                      <a:pt x="8748" y="79813"/>
                      <a:pt x="17998" y="85821"/>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95" name="Freeform: Shape 194">
                <a:extLst>
                  <a:ext uri="{FF2B5EF4-FFF2-40B4-BE49-F238E27FC236}">
                    <a16:creationId xmlns:a16="http://schemas.microsoft.com/office/drawing/2014/main" id="{EF1DB2F6-B612-480E-94FF-87C7020D732D}"/>
                  </a:ext>
                </a:extLst>
              </p:cNvPr>
              <p:cNvSpPr/>
              <p:nvPr/>
            </p:nvSpPr>
            <p:spPr>
              <a:xfrm>
                <a:off x="6632706" y="8458356"/>
                <a:ext cx="463583" cy="140978"/>
              </a:xfrm>
              <a:custGeom>
                <a:avLst/>
                <a:gdLst>
                  <a:gd name="connsiteX0" fmla="*/ 84150 w 463583"/>
                  <a:gd name="connsiteY0" fmla="*/ 51372 h 140978"/>
                  <a:gd name="connsiteX1" fmla="*/ 65794 w 463583"/>
                  <a:gd name="connsiteY1" fmla="*/ 26222 h 140978"/>
                  <a:gd name="connsiteX2" fmla="*/ 53875 w 463583"/>
                  <a:gd name="connsiteY2" fmla="*/ 14303 h 140978"/>
                  <a:gd name="connsiteX3" fmla="*/ 52087 w 463583"/>
                  <a:gd name="connsiteY3" fmla="*/ 10847 h 140978"/>
                  <a:gd name="connsiteX4" fmla="*/ 44697 w 463583"/>
                  <a:gd name="connsiteY4" fmla="*/ 20620 h 140978"/>
                  <a:gd name="connsiteX5" fmla="*/ 25865 w 463583"/>
                  <a:gd name="connsiteY5" fmla="*/ 18236 h 140978"/>
                  <a:gd name="connsiteX6" fmla="*/ 13945 w 463583"/>
                  <a:gd name="connsiteY6" fmla="*/ 4052 h 140978"/>
                  <a:gd name="connsiteX7" fmla="*/ 0 w 463583"/>
                  <a:gd name="connsiteY7" fmla="*/ 3099 h 140978"/>
                  <a:gd name="connsiteX8" fmla="*/ 6675 w 463583"/>
                  <a:gd name="connsiteY8" fmla="*/ 39810 h 140978"/>
                  <a:gd name="connsiteX9" fmla="*/ 31109 w 463583"/>
                  <a:gd name="connsiteY9" fmla="*/ 85938 h 140978"/>
                  <a:gd name="connsiteX10" fmla="*/ 54113 w 463583"/>
                  <a:gd name="connsiteY10" fmla="*/ 107869 h 140978"/>
                  <a:gd name="connsiteX11" fmla="*/ 100241 w 463583"/>
                  <a:gd name="connsiteY11" fmla="*/ 131707 h 140978"/>
                  <a:gd name="connsiteX12" fmla="*/ 84269 w 463583"/>
                  <a:gd name="connsiteY12" fmla="*/ 97738 h 140978"/>
                  <a:gd name="connsiteX13" fmla="*/ 84150 w 463583"/>
                  <a:gd name="connsiteY13" fmla="*/ 51372 h 140978"/>
                  <a:gd name="connsiteX14" fmla="*/ 446614 w 463583"/>
                  <a:gd name="connsiteY14" fmla="*/ 24077 h 140978"/>
                  <a:gd name="connsiteX15" fmla="*/ 425398 w 463583"/>
                  <a:gd name="connsiteY15" fmla="*/ 18475 h 140978"/>
                  <a:gd name="connsiteX16" fmla="*/ 403347 w 463583"/>
                  <a:gd name="connsiteY16" fmla="*/ 0 h 140978"/>
                  <a:gd name="connsiteX17" fmla="*/ 384276 w 463583"/>
                  <a:gd name="connsiteY17" fmla="*/ 23838 h 140978"/>
                  <a:gd name="connsiteX18" fmla="*/ 371523 w 463583"/>
                  <a:gd name="connsiteY18" fmla="*/ 40168 h 140978"/>
                  <a:gd name="connsiteX19" fmla="*/ 366278 w 463583"/>
                  <a:gd name="connsiteY19" fmla="*/ 46843 h 140978"/>
                  <a:gd name="connsiteX20" fmla="*/ 366278 w 463583"/>
                  <a:gd name="connsiteY20" fmla="*/ 60788 h 140978"/>
                  <a:gd name="connsiteX21" fmla="*/ 350664 w 463583"/>
                  <a:gd name="connsiteY21" fmla="*/ 66390 h 140978"/>
                  <a:gd name="connsiteX22" fmla="*/ 337672 w 463583"/>
                  <a:gd name="connsiteY22" fmla="*/ 49465 h 140978"/>
                  <a:gd name="connsiteX23" fmla="*/ 337672 w 463583"/>
                  <a:gd name="connsiteY23" fmla="*/ 49465 h 140978"/>
                  <a:gd name="connsiteX24" fmla="*/ 316456 w 463583"/>
                  <a:gd name="connsiteY24" fmla="*/ 82838 h 140978"/>
                  <a:gd name="connsiteX25" fmla="*/ 281771 w 463583"/>
                  <a:gd name="connsiteY25" fmla="*/ 93447 h 140978"/>
                  <a:gd name="connsiteX26" fmla="*/ 266157 w 463583"/>
                  <a:gd name="connsiteY26" fmla="*/ 123960 h 140978"/>
                  <a:gd name="connsiteX27" fmla="*/ 230399 w 463583"/>
                  <a:gd name="connsiteY27" fmla="*/ 115021 h 140978"/>
                  <a:gd name="connsiteX28" fmla="*/ 237550 w 463583"/>
                  <a:gd name="connsiteY28" fmla="*/ 130277 h 140978"/>
                  <a:gd name="connsiteX29" fmla="*/ 257455 w 463583"/>
                  <a:gd name="connsiteY29" fmla="*/ 140170 h 140978"/>
                  <a:gd name="connsiteX30" fmla="*/ 288565 w 463583"/>
                  <a:gd name="connsiteY30" fmla="*/ 137429 h 140978"/>
                  <a:gd name="connsiteX31" fmla="*/ 312404 w 463583"/>
                  <a:gd name="connsiteY31" fmla="*/ 127417 h 140978"/>
                  <a:gd name="connsiteX32" fmla="*/ 335169 w 463583"/>
                  <a:gd name="connsiteY32" fmla="*/ 131707 h 140978"/>
                  <a:gd name="connsiteX33" fmla="*/ 356386 w 463583"/>
                  <a:gd name="connsiteY33" fmla="*/ 117523 h 140978"/>
                  <a:gd name="connsiteX34" fmla="*/ 363418 w 463583"/>
                  <a:gd name="connsiteY34" fmla="*/ 94877 h 140978"/>
                  <a:gd name="connsiteX35" fmla="*/ 377601 w 463583"/>
                  <a:gd name="connsiteY35" fmla="*/ 73541 h 140978"/>
                  <a:gd name="connsiteX36" fmla="*/ 414432 w 463583"/>
                  <a:gd name="connsiteY36" fmla="*/ 58047 h 140978"/>
                  <a:gd name="connsiteX37" fmla="*/ 426352 w 463583"/>
                  <a:gd name="connsiteY37" fmla="*/ 61861 h 140978"/>
                  <a:gd name="connsiteX38" fmla="*/ 441131 w 463583"/>
                  <a:gd name="connsiteY38" fmla="*/ 47439 h 140978"/>
                  <a:gd name="connsiteX39" fmla="*/ 463182 w 463583"/>
                  <a:gd name="connsiteY39" fmla="*/ 38142 h 140978"/>
                  <a:gd name="connsiteX40" fmla="*/ 446614 w 463583"/>
                  <a:gd name="connsiteY40" fmla="*/ 24077 h 1409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463583" h="140978">
                    <a:moveTo>
                      <a:pt x="84150" y="51372"/>
                    </a:moveTo>
                    <a:cubicBezTo>
                      <a:pt x="84150" y="35519"/>
                      <a:pt x="69251" y="37188"/>
                      <a:pt x="65794" y="26222"/>
                    </a:cubicBezTo>
                    <a:cubicBezTo>
                      <a:pt x="62337" y="15257"/>
                      <a:pt x="56140" y="21693"/>
                      <a:pt x="53875" y="14303"/>
                    </a:cubicBezTo>
                    <a:cubicBezTo>
                      <a:pt x="53470" y="13063"/>
                      <a:pt x="52873" y="11895"/>
                      <a:pt x="52087" y="10847"/>
                    </a:cubicBezTo>
                    <a:cubicBezTo>
                      <a:pt x="44101" y="13469"/>
                      <a:pt x="46962" y="20144"/>
                      <a:pt x="44697" y="20620"/>
                    </a:cubicBezTo>
                    <a:cubicBezTo>
                      <a:pt x="42432" y="21097"/>
                      <a:pt x="25865" y="22885"/>
                      <a:pt x="25865" y="18236"/>
                    </a:cubicBezTo>
                    <a:cubicBezTo>
                      <a:pt x="26055" y="11168"/>
                      <a:pt x="20942" y="5078"/>
                      <a:pt x="13945" y="4052"/>
                    </a:cubicBezTo>
                    <a:cubicBezTo>
                      <a:pt x="9345" y="3218"/>
                      <a:pt x="4673" y="2896"/>
                      <a:pt x="0" y="3099"/>
                    </a:cubicBezTo>
                    <a:cubicBezTo>
                      <a:pt x="4696" y="14756"/>
                      <a:pt x="6973" y="27247"/>
                      <a:pt x="6675" y="39810"/>
                    </a:cubicBezTo>
                    <a:cubicBezTo>
                      <a:pt x="6675" y="53994"/>
                      <a:pt x="27891" y="76641"/>
                      <a:pt x="31109" y="85938"/>
                    </a:cubicBezTo>
                    <a:cubicBezTo>
                      <a:pt x="34327" y="95235"/>
                      <a:pt x="40287" y="97857"/>
                      <a:pt x="54113" y="107869"/>
                    </a:cubicBezTo>
                    <a:cubicBezTo>
                      <a:pt x="67940" y="117881"/>
                      <a:pt x="94877" y="133734"/>
                      <a:pt x="100241" y="131707"/>
                    </a:cubicBezTo>
                    <a:cubicBezTo>
                      <a:pt x="105604" y="129681"/>
                      <a:pt x="92136" y="105843"/>
                      <a:pt x="84269" y="97738"/>
                    </a:cubicBezTo>
                    <a:cubicBezTo>
                      <a:pt x="76402" y="89633"/>
                      <a:pt x="83793" y="67344"/>
                      <a:pt x="84150" y="51372"/>
                    </a:cubicBezTo>
                    <a:close/>
                    <a:moveTo>
                      <a:pt x="446614" y="24077"/>
                    </a:moveTo>
                    <a:cubicBezTo>
                      <a:pt x="440178" y="25507"/>
                      <a:pt x="425398" y="24792"/>
                      <a:pt x="425398" y="18475"/>
                    </a:cubicBezTo>
                    <a:cubicBezTo>
                      <a:pt x="425398" y="12157"/>
                      <a:pt x="411929" y="0"/>
                      <a:pt x="403347" y="0"/>
                    </a:cubicBezTo>
                    <a:cubicBezTo>
                      <a:pt x="394765" y="0"/>
                      <a:pt x="384991" y="17044"/>
                      <a:pt x="384276" y="23838"/>
                    </a:cubicBezTo>
                    <a:cubicBezTo>
                      <a:pt x="383561" y="30632"/>
                      <a:pt x="370092" y="30275"/>
                      <a:pt x="371523" y="40168"/>
                    </a:cubicBezTo>
                    <a:cubicBezTo>
                      <a:pt x="371523" y="44101"/>
                      <a:pt x="369496" y="45770"/>
                      <a:pt x="366278" y="46843"/>
                    </a:cubicBezTo>
                    <a:cubicBezTo>
                      <a:pt x="368423" y="55305"/>
                      <a:pt x="369616" y="61503"/>
                      <a:pt x="366278" y="60788"/>
                    </a:cubicBezTo>
                    <a:cubicBezTo>
                      <a:pt x="360676" y="59358"/>
                      <a:pt x="359246" y="66390"/>
                      <a:pt x="350664" y="66390"/>
                    </a:cubicBezTo>
                    <a:cubicBezTo>
                      <a:pt x="347803" y="66390"/>
                      <a:pt x="342917" y="59119"/>
                      <a:pt x="337672" y="49465"/>
                    </a:cubicBezTo>
                    <a:lnTo>
                      <a:pt x="337672" y="49465"/>
                    </a:lnTo>
                    <a:cubicBezTo>
                      <a:pt x="332070" y="49465"/>
                      <a:pt x="319316" y="69370"/>
                      <a:pt x="316456" y="82838"/>
                    </a:cubicBezTo>
                    <a:cubicBezTo>
                      <a:pt x="313595" y="96307"/>
                      <a:pt x="300842" y="92017"/>
                      <a:pt x="281771" y="93447"/>
                    </a:cubicBezTo>
                    <a:cubicBezTo>
                      <a:pt x="262700" y="94877"/>
                      <a:pt x="270448" y="114663"/>
                      <a:pt x="266157" y="123960"/>
                    </a:cubicBezTo>
                    <a:cubicBezTo>
                      <a:pt x="261866" y="133257"/>
                      <a:pt x="241245" y="117166"/>
                      <a:pt x="230399" y="115021"/>
                    </a:cubicBezTo>
                    <a:cubicBezTo>
                      <a:pt x="232187" y="122530"/>
                      <a:pt x="234690" y="130277"/>
                      <a:pt x="237550" y="130277"/>
                    </a:cubicBezTo>
                    <a:cubicBezTo>
                      <a:pt x="243271" y="130277"/>
                      <a:pt x="251734" y="144461"/>
                      <a:pt x="257455" y="140170"/>
                    </a:cubicBezTo>
                    <a:cubicBezTo>
                      <a:pt x="263177" y="135879"/>
                      <a:pt x="280102" y="140170"/>
                      <a:pt x="288565" y="137429"/>
                    </a:cubicBezTo>
                    <a:cubicBezTo>
                      <a:pt x="297027" y="134687"/>
                      <a:pt x="298458" y="127417"/>
                      <a:pt x="312404" y="127417"/>
                    </a:cubicBezTo>
                    <a:cubicBezTo>
                      <a:pt x="326349" y="127417"/>
                      <a:pt x="320985" y="139336"/>
                      <a:pt x="335169" y="131707"/>
                    </a:cubicBezTo>
                    <a:cubicBezTo>
                      <a:pt x="349353" y="124079"/>
                      <a:pt x="357816" y="130277"/>
                      <a:pt x="356386" y="117523"/>
                    </a:cubicBezTo>
                    <a:cubicBezTo>
                      <a:pt x="354955" y="104770"/>
                      <a:pt x="364848" y="104770"/>
                      <a:pt x="363418" y="94877"/>
                    </a:cubicBezTo>
                    <a:cubicBezTo>
                      <a:pt x="361987" y="84984"/>
                      <a:pt x="379032" y="92017"/>
                      <a:pt x="377601" y="73541"/>
                    </a:cubicBezTo>
                    <a:cubicBezTo>
                      <a:pt x="376171" y="55067"/>
                      <a:pt x="403109" y="58047"/>
                      <a:pt x="414432" y="58047"/>
                    </a:cubicBezTo>
                    <a:cubicBezTo>
                      <a:pt x="418616" y="58523"/>
                      <a:pt x="422668" y="59823"/>
                      <a:pt x="426352" y="61861"/>
                    </a:cubicBezTo>
                    <a:cubicBezTo>
                      <a:pt x="434695" y="57689"/>
                      <a:pt x="446733" y="52325"/>
                      <a:pt x="441131" y="47439"/>
                    </a:cubicBezTo>
                    <a:cubicBezTo>
                      <a:pt x="435529" y="42552"/>
                      <a:pt x="460321" y="46723"/>
                      <a:pt x="463182" y="38142"/>
                    </a:cubicBezTo>
                    <a:cubicBezTo>
                      <a:pt x="466042" y="29560"/>
                      <a:pt x="452931" y="22646"/>
                      <a:pt x="446614" y="24077"/>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96" name="Freeform: Shape 195">
                <a:extLst>
                  <a:ext uri="{FF2B5EF4-FFF2-40B4-BE49-F238E27FC236}">
                    <a16:creationId xmlns:a16="http://schemas.microsoft.com/office/drawing/2014/main" id="{4BA5B72D-D596-4D1E-AB33-DF9615531A76}"/>
                  </a:ext>
                </a:extLst>
              </p:cNvPr>
              <p:cNvSpPr/>
              <p:nvPr/>
            </p:nvSpPr>
            <p:spPr>
              <a:xfrm>
                <a:off x="1443187" y="7798626"/>
                <a:ext cx="727909" cy="454361"/>
              </a:xfrm>
              <a:custGeom>
                <a:avLst/>
                <a:gdLst>
                  <a:gd name="connsiteX0" fmla="*/ 607166 w 727909"/>
                  <a:gd name="connsiteY0" fmla="*/ 428497 h 454361"/>
                  <a:gd name="connsiteX1" fmla="*/ 638991 w 727909"/>
                  <a:gd name="connsiteY1" fmla="*/ 424921 h 454361"/>
                  <a:gd name="connsiteX2" fmla="*/ 621589 w 727909"/>
                  <a:gd name="connsiteY2" fmla="*/ 401798 h 454361"/>
                  <a:gd name="connsiteX3" fmla="*/ 629217 w 727909"/>
                  <a:gd name="connsiteY3" fmla="*/ 383799 h 454361"/>
                  <a:gd name="connsiteX4" fmla="*/ 672841 w 727909"/>
                  <a:gd name="connsiteY4" fmla="*/ 383799 h 454361"/>
                  <a:gd name="connsiteX5" fmla="*/ 688217 w 727909"/>
                  <a:gd name="connsiteY5" fmla="*/ 368900 h 454361"/>
                  <a:gd name="connsiteX6" fmla="*/ 699421 w 727909"/>
                  <a:gd name="connsiteY6" fmla="*/ 375933 h 454361"/>
                  <a:gd name="connsiteX7" fmla="*/ 710029 w 727909"/>
                  <a:gd name="connsiteY7" fmla="*/ 343393 h 454361"/>
                  <a:gd name="connsiteX8" fmla="*/ 714320 w 727909"/>
                  <a:gd name="connsiteY8" fmla="*/ 316337 h 454361"/>
                  <a:gd name="connsiteX9" fmla="*/ 727551 w 727909"/>
                  <a:gd name="connsiteY9" fmla="*/ 296670 h 454361"/>
                  <a:gd name="connsiteX10" fmla="*/ 706811 w 727909"/>
                  <a:gd name="connsiteY10" fmla="*/ 291306 h 454361"/>
                  <a:gd name="connsiteX11" fmla="*/ 669146 w 727909"/>
                  <a:gd name="connsiteY11" fmla="*/ 292975 h 454361"/>
                  <a:gd name="connsiteX12" fmla="*/ 638275 w 727909"/>
                  <a:gd name="connsiteY12" fmla="*/ 320508 h 454361"/>
                  <a:gd name="connsiteX13" fmla="*/ 631362 w 727909"/>
                  <a:gd name="connsiteY13" fmla="*/ 342320 h 454361"/>
                  <a:gd name="connsiteX14" fmla="*/ 615510 w 727909"/>
                  <a:gd name="connsiteY14" fmla="*/ 364133 h 454361"/>
                  <a:gd name="connsiteX15" fmla="*/ 597392 w 727909"/>
                  <a:gd name="connsiteY15" fmla="*/ 361510 h 454361"/>
                  <a:gd name="connsiteX16" fmla="*/ 541014 w 727909"/>
                  <a:gd name="connsiteY16" fmla="*/ 373430 h 454361"/>
                  <a:gd name="connsiteX17" fmla="*/ 513958 w 727909"/>
                  <a:gd name="connsiteY17" fmla="*/ 360676 h 454361"/>
                  <a:gd name="connsiteX18" fmla="*/ 500131 w 727909"/>
                  <a:gd name="connsiteY18" fmla="*/ 336242 h 454361"/>
                  <a:gd name="connsiteX19" fmla="*/ 474624 w 727909"/>
                  <a:gd name="connsiteY19" fmla="*/ 304894 h 454361"/>
                  <a:gd name="connsiteX20" fmla="*/ 465566 w 727909"/>
                  <a:gd name="connsiteY20" fmla="*/ 258171 h 454361"/>
                  <a:gd name="connsiteX21" fmla="*/ 473551 w 727909"/>
                  <a:gd name="connsiteY21" fmla="*/ 191185 h 454361"/>
                  <a:gd name="connsiteX22" fmla="*/ 475697 w 727909"/>
                  <a:gd name="connsiteY22" fmla="*/ 181172 h 454361"/>
                  <a:gd name="connsiteX23" fmla="*/ 465804 w 727909"/>
                  <a:gd name="connsiteY23" fmla="*/ 177477 h 454361"/>
                  <a:gd name="connsiteX24" fmla="*/ 432192 w 727909"/>
                  <a:gd name="connsiteY24" fmla="*/ 165558 h 454361"/>
                  <a:gd name="connsiteX25" fmla="*/ 425398 w 727909"/>
                  <a:gd name="connsiteY25" fmla="*/ 150778 h 454361"/>
                  <a:gd name="connsiteX26" fmla="*/ 419796 w 727909"/>
                  <a:gd name="connsiteY26" fmla="*/ 132542 h 454361"/>
                  <a:gd name="connsiteX27" fmla="*/ 397030 w 727909"/>
                  <a:gd name="connsiteY27" fmla="*/ 100241 h 454361"/>
                  <a:gd name="connsiteX28" fmla="*/ 354478 w 727909"/>
                  <a:gd name="connsiteY28" fmla="*/ 75806 h 454361"/>
                  <a:gd name="connsiteX29" fmla="*/ 335765 w 727909"/>
                  <a:gd name="connsiteY29" fmla="*/ 97976 h 454361"/>
                  <a:gd name="connsiteX30" fmla="*/ 307874 w 727909"/>
                  <a:gd name="connsiteY30" fmla="*/ 83792 h 454361"/>
                  <a:gd name="connsiteX31" fmla="*/ 299411 w 727909"/>
                  <a:gd name="connsiteY31" fmla="*/ 68416 h 454361"/>
                  <a:gd name="connsiteX32" fmla="*/ 284036 w 727909"/>
                  <a:gd name="connsiteY32" fmla="*/ 49703 h 454361"/>
                  <a:gd name="connsiteX33" fmla="*/ 257217 w 727909"/>
                  <a:gd name="connsiteY33" fmla="*/ 25507 h 454361"/>
                  <a:gd name="connsiteX34" fmla="*/ 219672 w 727909"/>
                  <a:gd name="connsiteY34" fmla="*/ 25507 h 454361"/>
                  <a:gd name="connsiteX35" fmla="*/ 211805 w 727909"/>
                  <a:gd name="connsiteY35" fmla="*/ 35758 h 454361"/>
                  <a:gd name="connsiteX36" fmla="*/ 143627 w 727909"/>
                  <a:gd name="connsiteY36" fmla="*/ 35758 h 454361"/>
                  <a:gd name="connsiteX37" fmla="*/ 81766 w 727909"/>
                  <a:gd name="connsiteY37" fmla="*/ 14303 h 454361"/>
                  <a:gd name="connsiteX38" fmla="*/ 55067 w 727909"/>
                  <a:gd name="connsiteY38" fmla="*/ 0 h 454361"/>
                  <a:gd name="connsiteX39" fmla="*/ 0 w 727909"/>
                  <a:gd name="connsiteY39" fmla="*/ 7271 h 454361"/>
                  <a:gd name="connsiteX40" fmla="*/ 12634 w 727909"/>
                  <a:gd name="connsiteY40" fmla="*/ 27295 h 454361"/>
                  <a:gd name="connsiteX41" fmla="*/ 32897 w 727909"/>
                  <a:gd name="connsiteY41" fmla="*/ 74019 h 454361"/>
                  <a:gd name="connsiteX42" fmla="*/ 62576 w 727909"/>
                  <a:gd name="connsiteY42" fmla="*/ 97857 h 454361"/>
                  <a:gd name="connsiteX43" fmla="*/ 74495 w 727909"/>
                  <a:gd name="connsiteY43" fmla="*/ 129681 h 454361"/>
                  <a:gd name="connsiteX44" fmla="*/ 55425 w 727909"/>
                  <a:gd name="connsiteY44" fmla="*/ 131231 h 454361"/>
                  <a:gd name="connsiteX45" fmla="*/ 85103 w 727909"/>
                  <a:gd name="connsiteY45" fmla="*/ 153639 h 454361"/>
                  <a:gd name="connsiteX46" fmla="*/ 111207 w 727909"/>
                  <a:gd name="connsiteY46" fmla="*/ 169611 h 454361"/>
                  <a:gd name="connsiteX47" fmla="*/ 118120 w 727909"/>
                  <a:gd name="connsiteY47" fmla="*/ 199290 h 454361"/>
                  <a:gd name="connsiteX48" fmla="*/ 145772 w 727909"/>
                  <a:gd name="connsiteY48" fmla="*/ 223128 h 454361"/>
                  <a:gd name="connsiteX49" fmla="*/ 171279 w 727909"/>
                  <a:gd name="connsiteY49" fmla="*/ 253999 h 454361"/>
                  <a:gd name="connsiteX50" fmla="*/ 183199 w 727909"/>
                  <a:gd name="connsiteY50" fmla="*/ 246490 h 454361"/>
                  <a:gd name="connsiteX51" fmla="*/ 177835 w 727909"/>
                  <a:gd name="connsiteY51" fmla="*/ 227419 h 454361"/>
                  <a:gd name="connsiteX52" fmla="*/ 157692 w 727909"/>
                  <a:gd name="connsiteY52" fmla="*/ 218956 h 454361"/>
                  <a:gd name="connsiteX53" fmla="*/ 151851 w 727909"/>
                  <a:gd name="connsiteY53" fmla="*/ 197621 h 454361"/>
                  <a:gd name="connsiteX54" fmla="*/ 136356 w 727909"/>
                  <a:gd name="connsiteY54" fmla="*/ 163651 h 454361"/>
                  <a:gd name="connsiteX55" fmla="*/ 109895 w 727909"/>
                  <a:gd name="connsiteY55" fmla="*/ 127893 h 454361"/>
                  <a:gd name="connsiteX56" fmla="*/ 90705 w 727909"/>
                  <a:gd name="connsiteY56" fmla="*/ 101790 h 454361"/>
                  <a:gd name="connsiteX57" fmla="*/ 93328 w 727909"/>
                  <a:gd name="connsiteY57" fmla="*/ 89037 h 454361"/>
                  <a:gd name="connsiteX58" fmla="*/ 74734 w 727909"/>
                  <a:gd name="connsiteY58" fmla="*/ 81051 h 454361"/>
                  <a:gd name="connsiteX59" fmla="*/ 61503 w 727909"/>
                  <a:gd name="connsiteY59" fmla="*/ 62457 h 454361"/>
                  <a:gd name="connsiteX60" fmla="*/ 53517 w 727909"/>
                  <a:gd name="connsiteY60" fmla="*/ 26699 h 454361"/>
                  <a:gd name="connsiteX61" fmla="*/ 61980 w 727909"/>
                  <a:gd name="connsiteY61" fmla="*/ 23958 h 454361"/>
                  <a:gd name="connsiteX62" fmla="*/ 70562 w 727909"/>
                  <a:gd name="connsiteY62" fmla="*/ 28249 h 454361"/>
                  <a:gd name="connsiteX63" fmla="*/ 83125 w 727909"/>
                  <a:gd name="connsiteY63" fmla="*/ 33147 h 454361"/>
                  <a:gd name="connsiteX64" fmla="*/ 83316 w 727909"/>
                  <a:gd name="connsiteY64" fmla="*/ 33612 h 454361"/>
                  <a:gd name="connsiteX65" fmla="*/ 99168 w 727909"/>
                  <a:gd name="connsiteY65" fmla="*/ 36711 h 454361"/>
                  <a:gd name="connsiteX66" fmla="*/ 103459 w 727909"/>
                  <a:gd name="connsiteY66" fmla="*/ 66986 h 454361"/>
                  <a:gd name="connsiteX67" fmla="*/ 107750 w 727909"/>
                  <a:gd name="connsiteY67" fmla="*/ 94162 h 454361"/>
                  <a:gd name="connsiteX68" fmla="*/ 118835 w 727909"/>
                  <a:gd name="connsiteY68" fmla="*/ 100479 h 454361"/>
                  <a:gd name="connsiteX69" fmla="*/ 135879 w 727909"/>
                  <a:gd name="connsiteY69" fmla="*/ 114305 h 454361"/>
                  <a:gd name="connsiteX70" fmla="*/ 156023 w 727909"/>
                  <a:gd name="connsiteY70" fmla="*/ 128132 h 454361"/>
                  <a:gd name="connsiteX71" fmla="*/ 167942 w 727909"/>
                  <a:gd name="connsiteY71" fmla="*/ 144104 h 454361"/>
                  <a:gd name="connsiteX72" fmla="*/ 184391 w 727909"/>
                  <a:gd name="connsiteY72" fmla="*/ 156857 h 454361"/>
                  <a:gd name="connsiteX73" fmla="*/ 188086 w 727909"/>
                  <a:gd name="connsiteY73" fmla="*/ 171160 h 454361"/>
                  <a:gd name="connsiteX74" fmla="*/ 202985 w 727909"/>
                  <a:gd name="connsiteY74" fmla="*/ 189754 h 454361"/>
                  <a:gd name="connsiteX75" fmla="*/ 222652 w 727909"/>
                  <a:gd name="connsiteY75" fmla="*/ 207872 h 454361"/>
                  <a:gd name="connsiteX76" fmla="*/ 274143 w 727909"/>
                  <a:gd name="connsiteY76" fmla="*/ 265322 h 454361"/>
                  <a:gd name="connsiteX77" fmla="*/ 286062 w 727909"/>
                  <a:gd name="connsiteY77" fmla="*/ 291306 h 454361"/>
                  <a:gd name="connsiteX78" fmla="*/ 284989 w 727909"/>
                  <a:gd name="connsiteY78" fmla="*/ 308827 h 454361"/>
                  <a:gd name="connsiteX79" fmla="*/ 277599 w 727909"/>
                  <a:gd name="connsiteY79" fmla="*/ 317290 h 454361"/>
                  <a:gd name="connsiteX80" fmla="*/ 296789 w 727909"/>
                  <a:gd name="connsiteY80" fmla="*/ 347088 h 454361"/>
                  <a:gd name="connsiteX81" fmla="*/ 331236 w 727909"/>
                  <a:gd name="connsiteY81" fmla="*/ 370927 h 454361"/>
                  <a:gd name="connsiteX82" fmla="*/ 369496 w 727909"/>
                  <a:gd name="connsiteY82" fmla="*/ 382846 h 454361"/>
                  <a:gd name="connsiteX83" fmla="*/ 417173 w 727909"/>
                  <a:gd name="connsiteY83" fmla="*/ 406684 h 454361"/>
                  <a:gd name="connsiteX84" fmla="*/ 471406 w 727909"/>
                  <a:gd name="connsiteY84" fmla="*/ 430523 h 454361"/>
                  <a:gd name="connsiteX85" fmla="*/ 519798 w 727909"/>
                  <a:gd name="connsiteY85" fmla="*/ 427901 h 454361"/>
                  <a:gd name="connsiteX86" fmla="*/ 563303 w 727909"/>
                  <a:gd name="connsiteY86" fmla="*/ 434218 h 454361"/>
                  <a:gd name="connsiteX87" fmla="*/ 589168 w 727909"/>
                  <a:gd name="connsiteY87" fmla="*/ 454361 h 454361"/>
                  <a:gd name="connsiteX88" fmla="*/ 607166 w 727909"/>
                  <a:gd name="connsiteY88" fmla="*/ 428497 h 4543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Lst>
                <a:rect l="l" t="t" r="r" b="b"/>
                <a:pathLst>
                  <a:path w="727909" h="454361">
                    <a:moveTo>
                      <a:pt x="607166" y="428497"/>
                    </a:moveTo>
                    <a:cubicBezTo>
                      <a:pt x="609788" y="428497"/>
                      <a:pt x="636368" y="431596"/>
                      <a:pt x="638991" y="424921"/>
                    </a:cubicBezTo>
                    <a:cubicBezTo>
                      <a:pt x="641613" y="418246"/>
                      <a:pt x="618966" y="403347"/>
                      <a:pt x="621589" y="401798"/>
                    </a:cubicBezTo>
                    <a:cubicBezTo>
                      <a:pt x="624211" y="400248"/>
                      <a:pt x="625164" y="383799"/>
                      <a:pt x="629217" y="383799"/>
                    </a:cubicBezTo>
                    <a:cubicBezTo>
                      <a:pt x="633269" y="383799"/>
                      <a:pt x="670815" y="384872"/>
                      <a:pt x="672841" y="383799"/>
                    </a:cubicBezTo>
                    <a:cubicBezTo>
                      <a:pt x="674867" y="382727"/>
                      <a:pt x="682138" y="369496"/>
                      <a:pt x="688217" y="368900"/>
                    </a:cubicBezTo>
                    <a:cubicBezTo>
                      <a:pt x="691078" y="368900"/>
                      <a:pt x="695488" y="372119"/>
                      <a:pt x="699421" y="375933"/>
                    </a:cubicBezTo>
                    <a:cubicBezTo>
                      <a:pt x="706191" y="366421"/>
                      <a:pt x="709898" y="355074"/>
                      <a:pt x="710029" y="343393"/>
                    </a:cubicBezTo>
                    <a:cubicBezTo>
                      <a:pt x="711698" y="329090"/>
                      <a:pt x="706811" y="324203"/>
                      <a:pt x="714320" y="316337"/>
                    </a:cubicBezTo>
                    <a:cubicBezTo>
                      <a:pt x="721829" y="308470"/>
                      <a:pt x="729696" y="307755"/>
                      <a:pt x="727551" y="296670"/>
                    </a:cubicBezTo>
                    <a:cubicBezTo>
                      <a:pt x="725405" y="285585"/>
                      <a:pt x="715631" y="296670"/>
                      <a:pt x="706811" y="291306"/>
                    </a:cubicBezTo>
                    <a:cubicBezTo>
                      <a:pt x="697991" y="285943"/>
                      <a:pt x="690958" y="289757"/>
                      <a:pt x="669146" y="292975"/>
                    </a:cubicBezTo>
                    <a:cubicBezTo>
                      <a:pt x="647334" y="296193"/>
                      <a:pt x="637203" y="304894"/>
                      <a:pt x="638275" y="320508"/>
                    </a:cubicBezTo>
                    <a:cubicBezTo>
                      <a:pt x="639348" y="336122"/>
                      <a:pt x="630886" y="329090"/>
                      <a:pt x="631362" y="342320"/>
                    </a:cubicBezTo>
                    <a:cubicBezTo>
                      <a:pt x="631839" y="355551"/>
                      <a:pt x="614437" y="356147"/>
                      <a:pt x="615510" y="364133"/>
                    </a:cubicBezTo>
                    <a:cubicBezTo>
                      <a:pt x="616582" y="372119"/>
                      <a:pt x="601683" y="364133"/>
                      <a:pt x="597392" y="361510"/>
                    </a:cubicBezTo>
                    <a:cubicBezTo>
                      <a:pt x="593101" y="358888"/>
                      <a:pt x="547451" y="372595"/>
                      <a:pt x="541014" y="373430"/>
                    </a:cubicBezTo>
                    <a:cubicBezTo>
                      <a:pt x="534578" y="374264"/>
                      <a:pt x="523016" y="360199"/>
                      <a:pt x="513958" y="360676"/>
                    </a:cubicBezTo>
                    <a:cubicBezTo>
                      <a:pt x="504899" y="361153"/>
                      <a:pt x="501204" y="347446"/>
                      <a:pt x="500131" y="336242"/>
                    </a:cubicBezTo>
                    <a:cubicBezTo>
                      <a:pt x="499059" y="325038"/>
                      <a:pt x="482014" y="315026"/>
                      <a:pt x="474624" y="304894"/>
                    </a:cubicBezTo>
                    <a:cubicBezTo>
                      <a:pt x="467234" y="294763"/>
                      <a:pt x="466162" y="272474"/>
                      <a:pt x="465566" y="258171"/>
                    </a:cubicBezTo>
                    <a:cubicBezTo>
                      <a:pt x="463635" y="235536"/>
                      <a:pt x="466352" y="212735"/>
                      <a:pt x="473551" y="191185"/>
                    </a:cubicBezTo>
                    <a:cubicBezTo>
                      <a:pt x="474803" y="187990"/>
                      <a:pt x="475530" y="184605"/>
                      <a:pt x="475697" y="181172"/>
                    </a:cubicBezTo>
                    <a:cubicBezTo>
                      <a:pt x="472812" y="179027"/>
                      <a:pt x="469380" y="177752"/>
                      <a:pt x="465804" y="177477"/>
                    </a:cubicBezTo>
                    <a:cubicBezTo>
                      <a:pt x="456626" y="177477"/>
                      <a:pt x="436244" y="165558"/>
                      <a:pt x="432192" y="165558"/>
                    </a:cubicBezTo>
                    <a:cubicBezTo>
                      <a:pt x="428139" y="165558"/>
                      <a:pt x="428854" y="155904"/>
                      <a:pt x="425398" y="150778"/>
                    </a:cubicBezTo>
                    <a:cubicBezTo>
                      <a:pt x="421941" y="145653"/>
                      <a:pt x="424325" y="135999"/>
                      <a:pt x="419796" y="132542"/>
                    </a:cubicBezTo>
                    <a:cubicBezTo>
                      <a:pt x="409319" y="124127"/>
                      <a:pt x="401440" y="112935"/>
                      <a:pt x="397030" y="100241"/>
                    </a:cubicBezTo>
                    <a:cubicBezTo>
                      <a:pt x="392501" y="84269"/>
                      <a:pt x="364729" y="76402"/>
                      <a:pt x="354478" y="75806"/>
                    </a:cubicBezTo>
                    <a:cubicBezTo>
                      <a:pt x="344228" y="75210"/>
                      <a:pt x="338626" y="96784"/>
                      <a:pt x="335765" y="97976"/>
                    </a:cubicBezTo>
                    <a:cubicBezTo>
                      <a:pt x="326015" y="94210"/>
                      <a:pt x="316671" y="89454"/>
                      <a:pt x="307874" y="83792"/>
                    </a:cubicBezTo>
                    <a:cubicBezTo>
                      <a:pt x="302308" y="80753"/>
                      <a:pt x="299006" y="74745"/>
                      <a:pt x="299411" y="68416"/>
                    </a:cubicBezTo>
                    <a:cubicBezTo>
                      <a:pt x="299411" y="61622"/>
                      <a:pt x="287492" y="50776"/>
                      <a:pt x="284036" y="49703"/>
                    </a:cubicBezTo>
                    <a:cubicBezTo>
                      <a:pt x="274655" y="42135"/>
                      <a:pt x="265704" y="34053"/>
                      <a:pt x="257217" y="25507"/>
                    </a:cubicBezTo>
                    <a:lnTo>
                      <a:pt x="219672" y="25507"/>
                    </a:lnTo>
                    <a:lnTo>
                      <a:pt x="211805" y="35758"/>
                    </a:lnTo>
                    <a:lnTo>
                      <a:pt x="143627" y="35758"/>
                    </a:lnTo>
                    <a:cubicBezTo>
                      <a:pt x="143627" y="35758"/>
                      <a:pt x="91421" y="16568"/>
                      <a:pt x="81766" y="14303"/>
                    </a:cubicBezTo>
                    <a:cubicBezTo>
                      <a:pt x="72266" y="10751"/>
                      <a:pt x="63279" y="5948"/>
                      <a:pt x="55067" y="0"/>
                    </a:cubicBezTo>
                    <a:lnTo>
                      <a:pt x="0" y="7271"/>
                    </a:lnTo>
                    <a:cubicBezTo>
                      <a:pt x="3337" y="14458"/>
                      <a:pt x="7581" y="21192"/>
                      <a:pt x="12634" y="27295"/>
                    </a:cubicBezTo>
                    <a:cubicBezTo>
                      <a:pt x="22658" y="41241"/>
                      <a:pt x="29560" y="57177"/>
                      <a:pt x="32897" y="74019"/>
                    </a:cubicBezTo>
                    <a:cubicBezTo>
                      <a:pt x="33851" y="82481"/>
                      <a:pt x="49346" y="89394"/>
                      <a:pt x="62576" y="97857"/>
                    </a:cubicBezTo>
                    <a:cubicBezTo>
                      <a:pt x="72457" y="105199"/>
                      <a:pt x="77118" y="117655"/>
                      <a:pt x="74495" y="129681"/>
                    </a:cubicBezTo>
                    <a:cubicBezTo>
                      <a:pt x="72946" y="134449"/>
                      <a:pt x="56497" y="126463"/>
                      <a:pt x="55425" y="131231"/>
                    </a:cubicBezTo>
                    <a:cubicBezTo>
                      <a:pt x="54352" y="135999"/>
                      <a:pt x="76641" y="155069"/>
                      <a:pt x="85103" y="153639"/>
                    </a:cubicBezTo>
                    <a:cubicBezTo>
                      <a:pt x="93566" y="152209"/>
                      <a:pt x="97857" y="157811"/>
                      <a:pt x="111207" y="169611"/>
                    </a:cubicBezTo>
                    <a:cubicBezTo>
                      <a:pt x="124556" y="181411"/>
                      <a:pt x="123126" y="194999"/>
                      <a:pt x="118120" y="199290"/>
                    </a:cubicBezTo>
                    <a:cubicBezTo>
                      <a:pt x="113114" y="203581"/>
                      <a:pt x="128728" y="212639"/>
                      <a:pt x="145772" y="223128"/>
                    </a:cubicBezTo>
                    <a:cubicBezTo>
                      <a:pt x="157477" y="230280"/>
                      <a:pt x="166464" y="241150"/>
                      <a:pt x="171279" y="253999"/>
                    </a:cubicBezTo>
                    <a:cubicBezTo>
                      <a:pt x="172829" y="259839"/>
                      <a:pt x="180338" y="253999"/>
                      <a:pt x="183199" y="246490"/>
                    </a:cubicBezTo>
                    <a:cubicBezTo>
                      <a:pt x="186059" y="238981"/>
                      <a:pt x="177835" y="236478"/>
                      <a:pt x="177835" y="227419"/>
                    </a:cubicBezTo>
                    <a:cubicBezTo>
                      <a:pt x="177835" y="218360"/>
                      <a:pt x="164009" y="219910"/>
                      <a:pt x="157692" y="218956"/>
                    </a:cubicBezTo>
                    <a:cubicBezTo>
                      <a:pt x="151374" y="218003"/>
                      <a:pt x="157692" y="204057"/>
                      <a:pt x="151851" y="197621"/>
                    </a:cubicBezTo>
                    <a:cubicBezTo>
                      <a:pt x="144390" y="187490"/>
                      <a:pt x="139110" y="175928"/>
                      <a:pt x="136356" y="163651"/>
                    </a:cubicBezTo>
                    <a:cubicBezTo>
                      <a:pt x="133257" y="151732"/>
                      <a:pt x="116689" y="139813"/>
                      <a:pt x="109895" y="127893"/>
                    </a:cubicBezTo>
                    <a:cubicBezTo>
                      <a:pt x="105211" y="118060"/>
                      <a:pt x="98691" y="109204"/>
                      <a:pt x="90705" y="101790"/>
                    </a:cubicBezTo>
                    <a:cubicBezTo>
                      <a:pt x="85938" y="98572"/>
                      <a:pt x="97619" y="93804"/>
                      <a:pt x="93328" y="89037"/>
                    </a:cubicBezTo>
                    <a:cubicBezTo>
                      <a:pt x="89037" y="84269"/>
                      <a:pt x="82720" y="84865"/>
                      <a:pt x="74734" y="81051"/>
                    </a:cubicBezTo>
                    <a:cubicBezTo>
                      <a:pt x="66938" y="78131"/>
                      <a:pt x="61706" y="70776"/>
                      <a:pt x="61503" y="62457"/>
                    </a:cubicBezTo>
                    <a:cubicBezTo>
                      <a:pt x="60288" y="50263"/>
                      <a:pt x="57606" y="38261"/>
                      <a:pt x="53517" y="26699"/>
                    </a:cubicBezTo>
                    <a:cubicBezTo>
                      <a:pt x="50895" y="19786"/>
                      <a:pt x="59358" y="20859"/>
                      <a:pt x="61980" y="23958"/>
                    </a:cubicBezTo>
                    <a:cubicBezTo>
                      <a:pt x="64602" y="27057"/>
                      <a:pt x="66748" y="30394"/>
                      <a:pt x="70562" y="28249"/>
                    </a:cubicBezTo>
                    <a:cubicBezTo>
                      <a:pt x="75389" y="26127"/>
                      <a:pt x="81003" y="28320"/>
                      <a:pt x="83125" y="33147"/>
                    </a:cubicBezTo>
                    <a:cubicBezTo>
                      <a:pt x="83196" y="33302"/>
                      <a:pt x="83256" y="33457"/>
                      <a:pt x="83316" y="33612"/>
                    </a:cubicBezTo>
                    <a:cubicBezTo>
                      <a:pt x="85938" y="39453"/>
                      <a:pt x="95235" y="33612"/>
                      <a:pt x="99168" y="36711"/>
                    </a:cubicBezTo>
                    <a:cubicBezTo>
                      <a:pt x="103102" y="39810"/>
                      <a:pt x="89633" y="42552"/>
                      <a:pt x="103459" y="66986"/>
                    </a:cubicBezTo>
                    <a:cubicBezTo>
                      <a:pt x="117285" y="91421"/>
                      <a:pt x="107750" y="77713"/>
                      <a:pt x="107750" y="94162"/>
                    </a:cubicBezTo>
                    <a:cubicBezTo>
                      <a:pt x="107750" y="110610"/>
                      <a:pt x="116213" y="103221"/>
                      <a:pt x="118835" y="100479"/>
                    </a:cubicBezTo>
                    <a:cubicBezTo>
                      <a:pt x="121457" y="97738"/>
                      <a:pt x="128966" y="105843"/>
                      <a:pt x="135879" y="114305"/>
                    </a:cubicBezTo>
                    <a:cubicBezTo>
                      <a:pt x="142792" y="122768"/>
                      <a:pt x="156023" y="123364"/>
                      <a:pt x="156023" y="128132"/>
                    </a:cubicBezTo>
                    <a:cubicBezTo>
                      <a:pt x="155737" y="135605"/>
                      <a:pt x="160695" y="142256"/>
                      <a:pt x="167942" y="144104"/>
                    </a:cubicBezTo>
                    <a:cubicBezTo>
                      <a:pt x="176882" y="145653"/>
                      <a:pt x="178550" y="156023"/>
                      <a:pt x="184391" y="156857"/>
                    </a:cubicBezTo>
                    <a:cubicBezTo>
                      <a:pt x="190231" y="157691"/>
                      <a:pt x="191304" y="164247"/>
                      <a:pt x="188086" y="171160"/>
                    </a:cubicBezTo>
                    <a:cubicBezTo>
                      <a:pt x="184867" y="178073"/>
                      <a:pt x="188086" y="183914"/>
                      <a:pt x="202985" y="189754"/>
                    </a:cubicBezTo>
                    <a:cubicBezTo>
                      <a:pt x="217884" y="195595"/>
                      <a:pt x="210971" y="196667"/>
                      <a:pt x="222652" y="207872"/>
                    </a:cubicBezTo>
                    <a:cubicBezTo>
                      <a:pt x="240864" y="226060"/>
                      <a:pt x="258052" y="245238"/>
                      <a:pt x="274143" y="265322"/>
                    </a:cubicBezTo>
                    <a:cubicBezTo>
                      <a:pt x="279399" y="273332"/>
                      <a:pt x="283416" y="282093"/>
                      <a:pt x="286062" y="291306"/>
                    </a:cubicBezTo>
                    <a:cubicBezTo>
                      <a:pt x="288803" y="298696"/>
                      <a:pt x="280817" y="302510"/>
                      <a:pt x="284989" y="308827"/>
                    </a:cubicBezTo>
                    <a:cubicBezTo>
                      <a:pt x="289161" y="315145"/>
                      <a:pt x="277122" y="312522"/>
                      <a:pt x="277599" y="317290"/>
                    </a:cubicBezTo>
                    <a:cubicBezTo>
                      <a:pt x="278076" y="322058"/>
                      <a:pt x="284989" y="346015"/>
                      <a:pt x="296789" y="347088"/>
                    </a:cubicBezTo>
                    <a:cubicBezTo>
                      <a:pt x="308589" y="348161"/>
                      <a:pt x="321700" y="362464"/>
                      <a:pt x="331236" y="370927"/>
                    </a:cubicBezTo>
                    <a:cubicBezTo>
                      <a:pt x="340771" y="379389"/>
                      <a:pt x="355074" y="377363"/>
                      <a:pt x="369496" y="382846"/>
                    </a:cubicBezTo>
                    <a:cubicBezTo>
                      <a:pt x="383919" y="388329"/>
                      <a:pt x="396076" y="400963"/>
                      <a:pt x="417173" y="406684"/>
                    </a:cubicBezTo>
                    <a:cubicBezTo>
                      <a:pt x="436256" y="412096"/>
                      <a:pt x="454505" y="420117"/>
                      <a:pt x="471406" y="430523"/>
                    </a:cubicBezTo>
                    <a:cubicBezTo>
                      <a:pt x="484636" y="439105"/>
                      <a:pt x="501204" y="435291"/>
                      <a:pt x="519798" y="427901"/>
                    </a:cubicBezTo>
                    <a:cubicBezTo>
                      <a:pt x="538392" y="420511"/>
                      <a:pt x="552695" y="430046"/>
                      <a:pt x="563303" y="434218"/>
                    </a:cubicBezTo>
                    <a:cubicBezTo>
                      <a:pt x="572660" y="439927"/>
                      <a:pt x="581337" y="446685"/>
                      <a:pt x="589168" y="454361"/>
                    </a:cubicBezTo>
                    <a:cubicBezTo>
                      <a:pt x="594484" y="445291"/>
                      <a:pt x="600503" y="436637"/>
                      <a:pt x="607166" y="428497"/>
                    </a:cubicBezTo>
                    <a:close/>
                  </a:path>
                </a:pathLst>
              </a:custGeom>
              <a:solidFill>
                <a:srgbClr val="88DAE7"/>
              </a:solid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97" name="Freeform: Shape 196">
                <a:extLst>
                  <a:ext uri="{FF2B5EF4-FFF2-40B4-BE49-F238E27FC236}">
                    <a16:creationId xmlns:a16="http://schemas.microsoft.com/office/drawing/2014/main" id="{A7AE5CFD-DDED-4EEC-B6DE-E1D885329EEF}"/>
                  </a:ext>
                </a:extLst>
              </p:cNvPr>
              <p:cNvSpPr/>
              <p:nvPr/>
            </p:nvSpPr>
            <p:spPr>
              <a:xfrm>
                <a:off x="864032" y="5893454"/>
                <a:ext cx="2128636" cy="1637465"/>
              </a:xfrm>
              <a:custGeom>
                <a:avLst/>
                <a:gdLst>
                  <a:gd name="connsiteX0" fmla="*/ 419796 w 2128636"/>
                  <a:gd name="connsiteY0" fmla="*/ 1434958 h 1637465"/>
                  <a:gd name="connsiteX1" fmla="*/ 392143 w 2128636"/>
                  <a:gd name="connsiteY1" fmla="*/ 1422204 h 1637465"/>
                  <a:gd name="connsiteX2" fmla="*/ 364014 w 2128636"/>
                  <a:gd name="connsiteY2" fmla="*/ 1390857 h 1637465"/>
                  <a:gd name="connsiteX3" fmla="*/ 332666 w 2128636"/>
                  <a:gd name="connsiteY3" fmla="*/ 1383944 h 1637465"/>
                  <a:gd name="connsiteX4" fmla="*/ 307636 w 2128636"/>
                  <a:gd name="connsiteY4" fmla="*/ 1380249 h 1637465"/>
                  <a:gd name="connsiteX5" fmla="*/ 315145 w 2128636"/>
                  <a:gd name="connsiteY5" fmla="*/ 1391334 h 1637465"/>
                  <a:gd name="connsiteX6" fmla="*/ 326230 w 2128636"/>
                  <a:gd name="connsiteY6" fmla="*/ 1398843 h 1637465"/>
                  <a:gd name="connsiteX7" fmla="*/ 342678 w 2128636"/>
                  <a:gd name="connsiteY7" fmla="*/ 1411596 h 1637465"/>
                  <a:gd name="connsiteX8" fmla="*/ 358650 w 2128636"/>
                  <a:gd name="connsiteY8" fmla="*/ 1422204 h 1637465"/>
                  <a:gd name="connsiteX9" fmla="*/ 371404 w 2128636"/>
                  <a:gd name="connsiteY9" fmla="*/ 1435435 h 1637465"/>
                  <a:gd name="connsiteX10" fmla="*/ 383323 w 2128636"/>
                  <a:gd name="connsiteY10" fmla="*/ 1440799 h 1637465"/>
                  <a:gd name="connsiteX11" fmla="*/ 393931 w 2128636"/>
                  <a:gd name="connsiteY11" fmla="*/ 1454267 h 1637465"/>
                  <a:gd name="connsiteX12" fmla="*/ 431834 w 2128636"/>
                  <a:gd name="connsiteY12" fmla="*/ 1454267 h 1637465"/>
                  <a:gd name="connsiteX13" fmla="*/ 434337 w 2128636"/>
                  <a:gd name="connsiteY13" fmla="*/ 1444374 h 1637465"/>
                  <a:gd name="connsiteX14" fmla="*/ 419796 w 2128636"/>
                  <a:gd name="connsiteY14" fmla="*/ 1434958 h 1637465"/>
                  <a:gd name="connsiteX15" fmla="*/ 401678 w 2128636"/>
                  <a:gd name="connsiteY15" fmla="*/ 590480 h 1637465"/>
                  <a:gd name="connsiteX16" fmla="*/ 435767 w 2128636"/>
                  <a:gd name="connsiteY16" fmla="*/ 628741 h 1637465"/>
                  <a:gd name="connsiteX17" fmla="*/ 451620 w 2128636"/>
                  <a:gd name="connsiteY17" fmla="*/ 618133 h 1637465"/>
                  <a:gd name="connsiteX18" fmla="*/ 475459 w 2128636"/>
                  <a:gd name="connsiteY18" fmla="*/ 611696 h 1637465"/>
                  <a:gd name="connsiteX19" fmla="*/ 499297 w 2128636"/>
                  <a:gd name="connsiteY19" fmla="*/ 593698 h 1637465"/>
                  <a:gd name="connsiteX20" fmla="*/ 521586 w 2128636"/>
                  <a:gd name="connsiteY20" fmla="*/ 569860 h 1637465"/>
                  <a:gd name="connsiteX21" fmla="*/ 540776 w 2128636"/>
                  <a:gd name="connsiteY21" fmla="*/ 546021 h 1637465"/>
                  <a:gd name="connsiteX22" fmla="*/ 617297 w 2128636"/>
                  <a:gd name="connsiteY22" fmla="*/ 514197 h 1637465"/>
                  <a:gd name="connsiteX23" fmla="*/ 587499 w 2128636"/>
                  <a:gd name="connsiteY23" fmla="*/ 487617 h 1637465"/>
                  <a:gd name="connsiteX24" fmla="*/ 538630 w 2128636"/>
                  <a:gd name="connsiteY24" fmla="*/ 482254 h 1637465"/>
                  <a:gd name="connsiteX25" fmla="*/ 523731 w 2128636"/>
                  <a:gd name="connsiteY25" fmla="*/ 477009 h 1637465"/>
                  <a:gd name="connsiteX26" fmla="*/ 476054 w 2128636"/>
                  <a:gd name="connsiteY26" fmla="*/ 463183 h 1637465"/>
                  <a:gd name="connsiteX27" fmla="*/ 400606 w 2128636"/>
                  <a:gd name="connsiteY27" fmla="*/ 475102 h 1637465"/>
                  <a:gd name="connsiteX28" fmla="*/ 411214 w 2128636"/>
                  <a:gd name="connsiteY28" fmla="*/ 497391 h 1637465"/>
                  <a:gd name="connsiteX29" fmla="*/ 394169 w 2128636"/>
                  <a:gd name="connsiteY29" fmla="*/ 533149 h 1637465"/>
                  <a:gd name="connsiteX30" fmla="*/ 372953 w 2128636"/>
                  <a:gd name="connsiteY30" fmla="*/ 568906 h 1637465"/>
                  <a:gd name="connsiteX31" fmla="*/ 401678 w 2128636"/>
                  <a:gd name="connsiteY31" fmla="*/ 590480 h 1637465"/>
                  <a:gd name="connsiteX32" fmla="*/ 933157 w 2128636"/>
                  <a:gd name="connsiteY32" fmla="*/ 677610 h 1637465"/>
                  <a:gd name="connsiteX33" fmla="*/ 967127 w 2128636"/>
                  <a:gd name="connsiteY33" fmla="*/ 676537 h 1637465"/>
                  <a:gd name="connsiteX34" fmla="*/ 924695 w 2128636"/>
                  <a:gd name="connsiteY34" fmla="*/ 644713 h 1637465"/>
                  <a:gd name="connsiteX35" fmla="*/ 886434 w 2128636"/>
                  <a:gd name="connsiteY35" fmla="*/ 625523 h 1637465"/>
                  <a:gd name="connsiteX36" fmla="*/ 876779 w 2128636"/>
                  <a:gd name="connsiteY36" fmla="*/ 591553 h 1637465"/>
                  <a:gd name="connsiteX37" fmla="*/ 867244 w 2128636"/>
                  <a:gd name="connsiteY37" fmla="*/ 537320 h 1637465"/>
                  <a:gd name="connsiteX38" fmla="*/ 870462 w 2128636"/>
                  <a:gd name="connsiteY38" fmla="*/ 503351 h 1637465"/>
                  <a:gd name="connsiteX39" fmla="*/ 823739 w 2128636"/>
                  <a:gd name="connsiteY39" fmla="*/ 513959 h 1637465"/>
                  <a:gd name="connsiteX40" fmla="*/ 853418 w 2128636"/>
                  <a:gd name="connsiteY40" fmla="*/ 539466 h 1637465"/>
                  <a:gd name="connsiteX41" fmla="*/ 820521 w 2128636"/>
                  <a:gd name="connsiteY41" fmla="*/ 526712 h 1637465"/>
                  <a:gd name="connsiteX42" fmla="*/ 795013 w 2128636"/>
                  <a:gd name="connsiteY42" fmla="*/ 526712 h 1637465"/>
                  <a:gd name="connsiteX43" fmla="*/ 810866 w 2128636"/>
                  <a:gd name="connsiteY43" fmla="*/ 585117 h 1637465"/>
                  <a:gd name="connsiteX44" fmla="*/ 796086 w 2128636"/>
                  <a:gd name="connsiteY44" fmla="*/ 597870 h 1637465"/>
                  <a:gd name="connsiteX45" fmla="*/ 777969 w 2128636"/>
                  <a:gd name="connsiteY45" fmla="*/ 556510 h 1637465"/>
                  <a:gd name="connsiteX46" fmla="*/ 733391 w 2128636"/>
                  <a:gd name="connsiteY46" fmla="*/ 539466 h 1637465"/>
                  <a:gd name="connsiteX47" fmla="*/ 751389 w 2128636"/>
                  <a:gd name="connsiteY47" fmla="*/ 559609 h 1637465"/>
                  <a:gd name="connsiteX48" fmla="*/ 723736 w 2128636"/>
                  <a:gd name="connsiteY48" fmla="*/ 561755 h 1637465"/>
                  <a:gd name="connsiteX49" fmla="*/ 716346 w 2128636"/>
                  <a:gd name="connsiteY49" fmla="*/ 555438 h 1637465"/>
                  <a:gd name="connsiteX50" fmla="*/ 678086 w 2128636"/>
                  <a:gd name="connsiteY50" fmla="*/ 537320 h 1637465"/>
                  <a:gd name="connsiteX51" fmla="*/ 662114 w 2128636"/>
                  <a:gd name="connsiteY51" fmla="*/ 559609 h 1637465"/>
                  <a:gd name="connsiteX52" fmla="*/ 643997 w 2128636"/>
                  <a:gd name="connsiteY52" fmla="*/ 552220 h 1637465"/>
                  <a:gd name="connsiteX53" fmla="*/ 648288 w 2128636"/>
                  <a:gd name="connsiteY53" fmla="*/ 524567 h 1637465"/>
                  <a:gd name="connsiteX54" fmla="*/ 587738 w 2128636"/>
                  <a:gd name="connsiteY54" fmla="*/ 538393 h 1637465"/>
                  <a:gd name="connsiteX55" fmla="*/ 544113 w 2128636"/>
                  <a:gd name="connsiteY55" fmla="*/ 563900 h 1637465"/>
                  <a:gd name="connsiteX56" fmla="*/ 536723 w 2128636"/>
                  <a:gd name="connsiteY56" fmla="*/ 580945 h 1637465"/>
                  <a:gd name="connsiteX57" fmla="*/ 548643 w 2128636"/>
                  <a:gd name="connsiteY57" fmla="*/ 601088 h 1637465"/>
                  <a:gd name="connsiteX58" fmla="*/ 558178 w 2128636"/>
                  <a:gd name="connsiteY58" fmla="*/ 613008 h 1637465"/>
                  <a:gd name="connsiteX59" fmla="*/ 614556 w 2128636"/>
                  <a:gd name="connsiteY59" fmla="*/ 605618 h 1637465"/>
                  <a:gd name="connsiteX60" fmla="*/ 551861 w 2128636"/>
                  <a:gd name="connsiteY60" fmla="*/ 629456 h 1637465"/>
                  <a:gd name="connsiteX61" fmla="*/ 621946 w 2128636"/>
                  <a:gd name="connsiteY61" fmla="*/ 644355 h 1637465"/>
                  <a:gd name="connsiteX62" fmla="*/ 703831 w 2128636"/>
                  <a:gd name="connsiteY62" fmla="*/ 656274 h 1637465"/>
                  <a:gd name="connsiteX63" fmla="*/ 642209 w 2128636"/>
                  <a:gd name="connsiteY63" fmla="*/ 660446 h 1637465"/>
                  <a:gd name="connsiteX64" fmla="*/ 572004 w 2128636"/>
                  <a:gd name="connsiteY64" fmla="*/ 676418 h 1637465"/>
                  <a:gd name="connsiteX65" fmla="*/ 605021 w 2128636"/>
                  <a:gd name="connsiteY65" fmla="*/ 698707 h 1637465"/>
                  <a:gd name="connsiteX66" fmla="*/ 660207 w 2128636"/>
                  <a:gd name="connsiteY66" fmla="*/ 710626 h 1637465"/>
                  <a:gd name="connsiteX67" fmla="*/ 712294 w 2128636"/>
                  <a:gd name="connsiteY67" fmla="*/ 734465 h 1637465"/>
                  <a:gd name="connsiteX68" fmla="*/ 784644 w 2128636"/>
                  <a:gd name="connsiteY68" fmla="*/ 718493 h 1637465"/>
                  <a:gd name="connsiteX69" fmla="*/ 819686 w 2128636"/>
                  <a:gd name="connsiteY69" fmla="*/ 703594 h 1637465"/>
                  <a:gd name="connsiteX70" fmla="*/ 837684 w 2128636"/>
                  <a:gd name="connsiteY70" fmla="*/ 704666 h 1637465"/>
                  <a:gd name="connsiteX71" fmla="*/ 868555 w 2128636"/>
                  <a:gd name="connsiteY71" fmla="*/ 715275 h 1637465"/>
                  <a:gd name="connsiteX72" fmla="*/ 944004 w 2128636"/>
                  <a:gd name="connsiteY72" fmla="*/ 716347 h 1637465"/>
                  <a:gd name="connsiteX73" fmla="*/ 928032 w 2128636"/>
                  <a:gd name="connsiteY73" fmla="*/ 695131 h 1637465"/>
                  <a:gd name="connsiteX74" fmla="*/ 910034 w 2128636"/>
                  <a:gd name="connsiteY74" fmla="*/ 694058 h 1637465"/>
                  <a:gd name="connsiteX75" fmla="*/ 933157 w 2128636"/>
                  <a:gd name="connsiteY75" fmla="*/ 677610 h 1637465"/>
                  <a:gd name="connsiteX76" fmla="*/ 529214 w 2128636"/>
                  <a:gd name="connsiteY76" fmla="*/ 416221 h 1637465"/>
                  <a:gd name="connsiteX77" fmla="*/ 566522 w 2128636"/>
                  <a:gd name="connsiteY77" fmla="*/ 391667 h 1637465"/>
                  <a:gd name="connsiteX78" fmla="*/ 529214 w 2128636"/>
                  <a:gd name="connsiteY78" fmla="*/ 416221 h 1637465"/>
                  <a:gd name="connsiteX79" fmla="*/ 441012 w 2128636"/>
                  <a:gd name="connsiteY79" fmla="*/ 386423 h 1637465"/>
                  <a:gd name="connsiteX80" fmla="*/ 449594 w 2128636"/>
                  <a:gd name="connsiteY80" fmla="*/ 400249 h 1637465"/>
                  <a:gd name="connsiteX81" fmla="*/ 466519 w 2128636"/>
                  <a:gd name="connsiteY81" fmla="*/ 397031 h 1637465"/>
                  <a:gd name="connsiteX82" fmla="*/ 485709 w 2128636"/>
                  <a:gd name="connsiteY82" fmla="*/ 385112 h 1637465"/>
                  <a:gd name="connsiteX83" fmla="*/ 502634 w 2128636"/>
                  <a:gd name="connsiteY83" fmla="*/ 404183 h 1637465"/>
                  <a:gd name="connsiteX84" fmla="*/ 522897 w 2128636"/>
                  <a:gd name="connsiteY84" fmla="*/ 386185 h 1637465"/>
                  <a:gd name="connsiteX85" fmla="*/ 538869 w 2128636"/>
                  <a:gd name="connsiteY85" fmla="*/ 375576 h 1637465"/>
                  <a:gd name="connsiteX86" fmla="*/ 552695 w 2128636"/>
                  <a:gd name="connsiteY86" fmla="*/ 353168 h 1637465"/>
                  <a:gd name="connsiteX87" fmla="*/ 560085 w 2128636"/>
                  <a:gd name="connsiteY87" fmla="*/ 374504 h 1637465"/>
                  <a:gd name="connsiteX88" fmla="*/ 582374 w 2128636"/>
                  <a:gd name="connsiteY88" fmla="*/ 369140 h 1637465"/>
                  <a:gd name="connsiteX89" fmla="*/ 601564 w 2128636"/>
                  <a:gd name="connsiteY89" fmla="*/ 359605 h 1637465"/>
                  <a:gd name="connsiteX90" fmla="*/ 601564 w 2128636"/>
                  <a:gd name="connsiteY90" fmla="*/ 341487 h 1637465"/>
                  <a:gd name="connsiteX91" fmla="*/ 616463 w 2128636"/>
                  <a:gd name="connsiteY91" fmla="*/ 328734 h 1637465"/>
                  <a:gd name="connsiteX92" fmla="*/ 597273 w 2128636"/>
                  <a:gd name="connsiteY92" fmla="*/ 318126 h 1637465"/>
                  <a:gd name="connsiteX93" fmla="*/ 582374 w 2128636"/>
                  <a:gd name="connsiteY93" fmla="*/ 327661 h 1637465"/>
                  <a:gd name="connsiteX94" fmla="*/ 550311 w 2128636"/>
                  <a:gd name="connsiteY94" fmla="*/ 325158 h 1637465"/>
                  <a:gd name="connsiteX95" fmla="*/ 506687 w 2128636"/>
                  <a:gd name="connsiteY95" fmla="*/ 347447 h 1637465"/>
                  <a:gd name="connsiteX96" fmla="*/ 472717 w 2128636"/>
                  <a:gd name="connsiteY96" fmla="*/ 369736 h 1637465"/>
                  <a:gd name="connsiteX97" fmla="*/ 441012 w 2128636"/>
                  <a:gd name="connsiteY97" fmla="*/ 386423 h 1637465"/>
                  <a:gd name="connsiteX98" fmla="*/ 606809 w 2128636"/>
                  <a:gd name="connsiteY98" fmla="*/ 381059 h 1637465"/>
                  <a:gd name="connsiteX99" fmla="*/ 610027 w 2128636"/>
                  <a:gd name="connsiteY99" fmla="*/ 397031 h 1637465"/>
                  <a:gd name="connsiteX100" fmla="*/ 607881 w 2128636"/>
                  <a:gd name="connsiteY100" fmla="*/ 401322 h 1637465"/>
                  <a:gd name="connsiteX101" fmla="*/ 589883 w 2128636"/>
                  <a:gd name="connsiteY101" fmla="*/ 417175 h 1637465"/>
                  <a:gd name="connsiteX102" fmla="*/ 614318 w 2128636"/>
                  <a:gd name="connsiteY102" fmla="*/ 417175 h 1637465"/>
                  <a:gd name="connsiteX103" fmla="*/ 571766 w 2128636"/>
                  <a:gd name="connsiteY103" fmla="*/ 431001 h 1637465"/>
                  <a:gd name="connsiteX104" fmla="*/ 602637 w 2128636"/>
                  <a:gd name="connsiteY104" fmla="*/ 439583 h 1637465"/>
                  <a:gd name="connsiteX105" fmla="*/ 635534 w 2128636"/>
                  <a:gd name="connsiteY105" fmla="*/ 436365 h 1637465"/>
                  <a:gd name="connsiteX106" fmla="*/ 654724 w 2128636"/>
                  <a:gd name="connsiteY106" fmla="*/ 428975 h 1637465"/>
                  <a:gd name="connsiteX107" fmla="*/ 700375 w 2128636"/>
                  <a:gd name="connsiteY107" fmla="*/ 432074 h 1637465"/>
                  <a:gd name="connsiteX108" fmla="*/ 665332 w 2128636"/>
                  <a:gd name="connsiteY108" fmla="*/ 451264 h 1637465"/>
                  <a:gd name="connsiteX109" fmla="*/ 664259 w 2128636"/>
                  <a:gd name="connsiteY109" fmla="*/ 473552 h 1637465"/>
                  <a:gd name="connsiteX110" fmla="*/ 749244 w 2128636"/>
                  <a:gd name="connsiteY110" fmla="*/ 446973 h 1637465"/>
                  <a:gd name="connsiteX111" fmla="*/ 783333 w 2128636"/>
                  <a:gd name="connsiteY111" fmla="*/ 444827 h 1637465"/>
                  <a:gd name="connsiteX112" fmla="*/ 837446 w 2128636"/>
                  <a:gd name="connsiteY112" fmla="*/ 441728 h 1637465"/>
                  <a:gd name="connsiteX113" fmla="*/ 846028 w 2128636"/>
                  <a:gd name="connsiteY113" fmla="*/ 392740 h 1637465"/>
                  <a:gd name="connsiteX114" fmla="*/ 819448 w 2128636"/>
                  <a:gd name="connsiteY114" fmla="*/ 402395 h 1637465"/>
                  <a:gd name="connsiteX115" fmla="*/ 791795 w 2128636"/>
                  <a:gd name="connsiteY115" fmla="*/ 379986 h 1637465"/>
                  <a:gd name="connsiteX116" fmla="*/ 774751 w 2128636"/>
                  <a:gd name="connsiteY116" fmla="*/ 354479 h 1637465"/>
                  <a:gd name="connsiteX117" fmla="*/ 749244 w 2128636"/>
                  <a:gd name="connsiteY117" fmla="*/ 381059 h 1637465"/>
                  <a:gd name="connsiteX118" fmla="*/ 751389 w 2128636"/>
                  <a:gd name="connsiteY118" fmla="*/ 397031 h 1637465"/>
                  <a:gd name="connsiteX119" fmla="*/ 769506 w 2128636"/>
                  <a:gd name="connsiteY119" fmla="*/ 415148 h 1637465"/>
                  <a:gd name="connsiteX120" fmla="*/ 714201 w 2128636"/>
                  <a:gd name="connsiteY120" fmla="*/ 405494 h 1637465"/>
                  <a:gd name="connsiteX121" fmla="*/ 657823 w 2128636"/>
                  <a:gd name="connsiteY121" fmla="*/ 379986 h 1637465"/>
                  <a:gd name="connsiteX122" fmla="*/ 632316 w 2128636"/>
                  <a:gd name="connsiteY122" fmla="*/ 366160 h 1637465"/>
                  <a:gd name="connsiteX123" fmla="*/ 606809 w 2128636"/>
                  <a:gd name="connsiteY123" fmla="*/ 381059 h 1637465"/>
                  <a:gd name="connsiteX124" fmla="*/ 662114 w 2128636"/>
                  <a:gd name="connsiteY124" fmla="*/ 304538 h 1637465"/>
                  <a:gd name="connsiteX125" fmla="*/ 630290 w 2128636"/>
                  <a:gd name="connsiteY125" fmla="*/ 298221 h 1637465"/>
                  <a:gd name="connsiteX126" fmla="*/ 662114 w 2128636"/>
                  <a:gd name="connsiteY126" fmla="*/ 304538 h 1637465"/>
                  <a:gd name="connsiteX127" fmla="*/ 750316 w 2128636"/>
                  <a:gd name="connsiteY127" fmla="*/ 299293 h 1637465"/>
                  <a:gd name="connsiteX128" fmla="*/ 735417 w 2128636"/>
                  <a:gd name="connsiteY128" fmla="*/ 289639 h 1637465"/>
                  <a:gd name="connsiteX129" fmla="*/ 674867 w 2128636"/>
                  <a:gd name="connsiteY129" fmla="*/ 308829 h 1637465"/>
                  <a:gd name="connsiteX130" fmla="*/ 706811 w 2128636"/>
                  <a:gd name="connsiteY130" fmla="*/ 330045 h 1637465"/>
                  <a:gd name="connsiteX131" fmla="*/ 741019 w 2128636"/>
                  <a:gd name="connsiteY131" fmla="*/ 308829 h 1637465"/>
                  <a:gd name="connsiteX132" fmla="*/ 750316 w 2128636"/>
                  <a:gd name="connsiteY132" fmla="*/ 299293 h 1637465"/>
                  <a:gd name="connsiteX133" fmla="*/ 698229 w 2128636"/>
                  <a:gd name="connsiteY133" fmla="*/ 279031 h 1637465"/>
                  <a:gd name="connsiteX134" fmla="*/ 726955 w 2128636"/>
                  <a:gd name="connsiteY134" fmla="*/ 275812 h 1637465"/>
                  <a:gd name="connsiteX135" fmla="*/ 767361 w 2128636"/>
                  <a:gd name="connsiteY135" fmla="*/ 270568 h 1637465"/>
                  <a:gd name="connsiteX136" fmla="*/ 715274 w 2128636"/>
                  <a:gd name="connsiteY136" fmla="*/ 257814 h 1637465"/>
                  <a:gd name="connsiteX137" fmla="*/ 669623 w 2128636"/>
                  <a:gd name="connsiteY137" fmla="*/ 276885 h 1637465"/>
                  <a:gd name="connsiteX138" fmla="*/ 698229 w 2128636"/>
                  <a:gd name="connsiteY138" fmla="*/ 279031 h 1637465"/>
                  <a:gd name="connsiteX139" fmla="*/ 875707 w 2128636"/>
                  <a:gd name="connsiteY139" fmla="*/ 246133 h 1637465"/>
                  <a:gd name="connsiteX140" fmla="*/ 907650 w 2128636"/>
                  <a:gd name="connsiteY140" fmla="*/ 261033 h 1637465"/>
                  <a:gd name="connsiteX141" fmla="*/ 869390 w 2128636"/>
                  <a:gd name="connsiteY141" fmla="*/ 267350 h 1637465"/>
                  <a:gd name="connsiteX142" fmla="*/ 900260 w 2128636"/>
                  <a:gd name="connsiteY142" fmla="*/ 275812 h 1637465"/>
                  <a:gd name="connsiteX143" fmla="*/ 964028 w 2128636"/>
                  <a:gd name="connsiteY143" fmla="*/ 287732 h 1637465"/>
                  <a:gd name="connsiteX144" fmla="*/ 1008606 w 2128636"/>
                  <a:gd name="connsiteY144" fmla="*/ 293095 h 1637465"/>
                  <a:gd name="connsiteX145" fmla="*/ 999071 w 2128636"/>
                  <a:gd name="connsiteY145" fmla="*/ 266515 h 1637465"/>
                  <a:gd name="connsiteX146" fmla="*/ 970346 w 2128636"/>
                  <a:gd name="connsiteY146" fmla="*/ 249471 h 1637465"/>
                  <a:gd name="connsiteX147" fmla="*/ 944838 w 2128636"/>
                  <a:gd name="connsiteY147" fmla="*/ 232546 h 1637465"/>
                  <a:gd name="connsiteX148" fmla="*/ 928866 w 2128636"/>
                  <a:gd name="connsiteY148" fmla="*/ 230400 h 1637465"/>
                  <a:gd name="connsiteX149" fmla="*/ 859854 w 2128636"/>
                  <a:gd name="connsiteY149" fmla="*/ 220865 h 1637465"/>
                  <a:gd name="connsiteX150" fmla="*/ 875707 w 2128636"/>
                  <a:gd name="connsiteY150" fmla="*/ 246133 h 1637465"/>
                  <a:gd name="connsiteX151" fmla="*/ 883216 w 2128636"/>
                  <a:gd name="connsiteY151" fmla="*/ 335409 h 1637465"/>
                  <a:gd name="connsiteX152" fmla="*/ 847458 w 2128636"/>
                  <a:gd name="connsiteY152" fmla="*/ 306683 h 1637465"/>
                  <a:gd name="connsiteX153" fmla="*/ 883216 w 2128636"/>
                  <a:gd name="connsiteY153" fmla="*/ 335409 h 1637465"/>
                  <a:gd name="connsiteX154" fmla="*/ 1021360 w 2128636"/>
                  <a:gd name="connsiteY154" fmla="*/ 196192 h 1637465"/>
                  <a:gd name="connsiteX155" fmla="*/ 989535 w 2128636"/>
                  <a:gd name="connsiteY155" fmla="*/ 184273 h 1637465"/>
                  <a:gd name="connsiteX156" fmla="*/ 1021360 w 2128636"/>
                  <a:gd name="connsiteY156" fmla="*/ 196192 h 1637465"/>
                  <a:gd name="connsiteX157" fmla="*/ 901214 w 2128636"/>
                  <a:gd name="connsiteY157" fmla="*/ 437437 h 1637465"/>
                  <a:gd name="connsiteX158" fmla="*/ 878925 w 2128636"/>
                  <a:gd name="connsiteY158" fmla="*/ 425518 h 1637465"/>
                  <a:gd name="connsiteX159" fmla="*/ 901214 w 2128636"/>
                  <a:gd name="connsiteY159" fmla="*/ 437437 h 1637465"/>
                  <a:gd name="connsiteX160" fmla="*/ 1021360 w 2128636"/>
                  <a:gd name="connsiteY160" fmla="*/ 363061 h 1637465"/>
                  <a:gd name="connsiteX161" fmla="*/ 976782 w 2128636"/>
                  <a:gd name="connsiteY161" fmla="*/ 353407 h 1637465"/>
                  <a:gd name="connsiteX162" fmla="*/ 984172 w 2128636"/>
                  <a:gd name="connsiteY162" fmla="*/ 381059 h 1637465"/>
                  <a:gd name="connsiteX163" fmla="*/ 956519 w 2128636"/>
                  <a:gd name="connsiteY163" fmla="*/ 373669 h 1637465"/>
                  <a:gd name="connsiteX164" fmla="*/ 948056 w 2128636"/>
                  <a:gd name="connsiteY164" fmla="*/ 390595 h 1637465"/>
                  <a:gd name="connsiteX165" fmla="*/ 933157 w 2128636"/>
                  <a:gd name="connsiteY165" fmla="*/ 391667 h 1637465"/>
                  <a:gd name="connsiteX166" fmla="*/ 893824 w 2128636"/>
                  <a:gd name="connsiteY166" fmla="*/ 355910 h 1637465"/>
                  <a:gd name="connsiteX167" fmla="*/ 890606 w 2128636"/>
                  <a:gd name="connsiteY167" fmla="*/ 385708 h 1637465"/>
                  <a:gd name="connsiteX168" fmla="*/ 928866 w 2128636"/>
                  <a:gd name="connsiteY168" fmla="*/ 412288 h 1637465"/>
                  <a:gd name="connsiteX169" fmla="*/ 986317 w 2128636"/>
                  <a:gd name="connsiteY169" fmla="*/ 411215 h 1637465"/>
                  <a:gd name="connsiteX170" fmla="*/ 980954 w 2128636"/>
                  <a:gd name="connsiteY170" fmla="*/ 441013 h 1637465"/>
                  <a:gd name="connsiteX171" fmla="*/ 1030895 w 2128636"/>
                  <a:gd name="connsiteY171" fmla="*/ 443039 h 1637465"/>
                  <a:gd name="connsiteX172" fmla="*/ 1051158 w 2128636"/>
                  <a:gd name="connsiteY172" fmla="*/ 423968 h 1637465"/>
                  <a:gd name="connsiteX173" fmla="*/ 1049012 w 2128636"/>
                  <a:gd name="connsiteY173" fmla="*/ 399534 h 1637465"/>
                  <a:gd name="connsiteX174" fmla="*/ 1021360 w 2128636"/>
                  <a:gd name="connsiteY174" fmla="*/ 363061 h 1637465"/>
                  <a:gd name="connsiteX175" fmla="*/ 1066057 w 2128636"/>
                  <a:gd name="connsiteY175" fmla="*/ 300366 h 1637465"/>
                  <a:gd name="connsiteX176" fmla="*/ 1108490 w 2128636"/>
                  <a:gd name="connsiteY176" fmla="*/ 292857 h 1637465"/>
                  <a:gd name="connsiteX177" fmla="*/ 1110635 w 2128636"/>
                  <a:gd name="connsiteY177" fmla="*/ 274859 h 1637465"/>
                  <a:gd name="connsiteX178" fmla="*/ 1085128 w 2128636"/>
                  <a:gd name="connsiteY178" fmla="*/ 265204 h 1637465"/>
                  <a:gd name="connsiteX179" fmla="*/ 1035186 w 2128636"/>
                  <a:gd name="connsiteY179" fmla="*/ 249232 h 1637465"/>
                  <a:gd name="connsiteX180" fmla="*/ 1066057 w 2128636"/>
                  <a:gd name="connsiteY180" fmla="*/ 300366 h 1637465"/>
                  <a:gd name="connsiteX181" fmla="*/ 1152114 w 2128636"/>
                  <a:gd name="connsiteY181" fmla="*/ 305610 h 1637465"/>
                  <a:gd name="connsiteX182" fmla="*/ 1081910 w 2128636"/>
                  <a:gd name="connsiteY182" fmla="*/ 318364 h 1637465"/>
                  <a:gd name="connsiteX183" fmla="*/ 1152114 w 2128636"/>
                  <a:gd name="connsiteY183" fmla="*/ 305610 h 1637465"/>
                  <a:gd name="connsiteX184" fmla="*/ 1140195 w 2128636"/>
                  <a:gd name="connsiteY184" fmla="*/ 460561 h 1637465"/>
                  <a:gd name="connsiteX185" fmla="*/ 1128275 w 2128636"/>
                  <a:gd name="connsiteY185" fmla="*/ 420154 h 1637465"/>
                  <a:gd name="connsiteX186" fmla="*/ 1067726 w 2128636"/>
                  <a:gd name="connsiteY186" fmla="*/ 443993 h 1637465"/>
                  <a:gd name="connsiteX187" fmla="*/ 1140433 w 2128636"/>
                  <a:gd name="connsiteY187" fmla="*/ 460799 h 1637465"/>
                  <a:gd name="connsiteX188" fmla="*/ 1004315 w 2128636"/>
                  <a:gd name="connsiteY188" fmla="*/ 609551 h 1637465"/>
                  <a:gd name="connsiteX189" fmla="*/ 1046867 w 2128636"/>
                  <a:gd name="connsiteY189" fmla="*/ 597632 h 1637465"/>
                  <a:gd name="connsiteX190" fmla="*/ 1078811 w 2128636"/>
                  <a:gd name="connsiteY190" fmla="*/ 539227 h 1637465"/>
                  <a:gd name="connsiteX191" fmla="*/ 1063911 w 2128636"/>
                  <a:gd name="connsiteY191" fmla="*/ 536009 h 1637465"/>
                  <a:gd name="connsiteX192" fmla="*/ 1060693 w 2128636"/>
                  <a:gd name="connsiteY192" fmla="*/ 545545 h 1637465"/>
                  <a:gd name="connsiteX193" fmla="*/ 1030895 w 2128636"/>
                  <a:gd name="connsiteY193" fmla="*/ 533625 h 1637465"/>
                  <a:gd name="connsiteX194" fmla="*/ 1061766 w 2128636"/>
                  <a:gd name="connsiteY194" fmla="*/ 508118 h 1637465"/>
                  <a:gd name="connsiteX195" fmla="*/ 1044721 w 2128636"/>
                  <a:gd name="connsiteY195" fmla="*/ 485829 h 1637465"/>
                  <a:gd name="connsiteX196" fmla="*/ 1013970 w 2128636"/>
                  <a:gd name="connsiteY196" fmla="*/ 493219 h 1637465"/>
                  <a:gd name="connsiteX197" fmla="*/ 1000144 w 2128636"/>
                  <a:gd name="connsiteY197" fmla="*/ 497510 h 1637465"/>
                  <a:gd name="connsiteX198" fmla="*/ 958665 w 2128636"/>
                  <a:gd name="connsiteY198" fmla="*/ 516700 h 1637465"/>
                  <a:gd name="connsiteX199" fmla="*/ 985245 w 2128636"/>
                  <a:gd name="connsiteY199" fmla="*/ 537916 h 1637465"/>
                  <a:gd name="connsiteX200" fmla="*/ 937568 w 2128636"/>
                  <a:gd name="connsiteY200" fmla="*/ 533625 h 1637465"/>
                  <a:gd name="connsiteX201" fmla="*/ 955566 w 2128636"/>
                  <a:gd name="connsiteY201" fmla="*/ 569383 h 1637465"/>
                  <a:gd name="connsiteX202" fmla="*/ 1004315 w 2128636"/>
                  <a:gd name="connsiteY202" fmla="*/ 609551 h 1637465"/>
                  <a:gd name="connsiteX203" fmla="*/ 1177621 w 2128636"/>
                  <a:gd name="connsiteY203" fmla="*/ 439583 h 1637465"/>
                  <a:gd name="connsiteX204" fmla="*/ 1205274 w 2128636"/>
                  <a:gd name="connsiteY204" fmla="*/ 454362 h 1637465"/>
                  <a:gd name="connsiteX205" fmla="*/ 1244607 w 2128636"/>
                  <a:gd name="connsiteY205" fmla="*/ 459726 h 1637465"/>
                  <a:gd name="connsiteX206" fmla="*/ 1261533 w 2128636"/>
                  <a:gd name="connsiteY206" fmla="*/ 452336 h 1637465"/>
                  <a:gd name="connsiteX207" fmla="*/ 1341272 w 2128636"/>
                  <a:gd name="connsiteY207" fmla="*/ 467235 h 1637465"/>
                  <a:gd name="connsiteX208" fmla="*/ 1394432 w 2128636"/>
                  <a:gd name="connsiteY208" fmla="*/ 454362 h 1637465"/>
                  <a:gd name="connsiteX209" fmla="*/ 1458200 w 2128636"/>
                  <a:gd name="connsiteY209" fmla="*/ 459726 h 1637465"/>
                  <a:gd name="connsiteX210" fmla="*/ 1480012 w 2128636"/>
                  <a:gd name="connsiteY210" fmla="*/ 421465 h 1637465"/>
                  <a:gd name="connsiteX211" fmla="*/ 1345086 w 2128636"/>
                  <a:gd name="connsiteY211" fmla="*/ 411930 h 1637465"/>
                  <a:gd name="connsiteX212" fmla="*/ 1277028 w 2128636"/>
                  <a:gd name="connsiteY212" fmla="*/ 415148 h 1637465"/>
                  <a:gd name="connsiteX213" fmla="*/ 1237694 w 2128636"/>
                  <a:gd name="connsiteY213" fmla="*/ 403229 h 1637465"/>
                  <a:gd name="connsiteX214" fmla="*/ 1245203 w 2128636"/>
                  <a:gd name="connsiteY214" fmla="*/ 380940 h 1637465"/>
                  <a:gd name="connsiteX215" fmla="*/ 1181435 w 2128636"/>
                  <a:gd name="connsiteY215" fmla="*/ 361869 h 1637465"/>
                  <a:gd name="connsiteX216" fmla="*/ 1130421 w 2128636"/>
                  <a:gd name="connsiteY216" fmla="*/ 346970 h 1637465"/>
                  <a:gd name="connsiteX217" fmla="*/ 1069752 w 2128636"/>
                  <a:gd name="connsiteY217" fmla="*/ 355433 h 1637465"/>
                  <a:gd name="connsiteX218" fmla="*/ 1145320 w 2128636"/>
                  <a:gd name="connsiteY218" fmla="*/ 377841 h 1637465"/>
                  <a:gd name="connsiteX219" fmla="*/ 1177144 w 2128636"/>
                  <a:gd name="connsiteY219" fmla="*/ 401679 h 1637465"/>
                  <a:gd name="connsiteX220" fmla="*/ 1177621 w 2128636"/>
                  <a:gd name="connsiteY220" fmla="*/ 439583 h 1637465"/>
                  <a:gd name="connsiteX221" fmla="*/ 1231854 w 2128636"/>
                  <a:gd name="connsiteY221" fmla="*/ 314073 h 1637465"/>
                  <a:gd name="connsiteX222" fmla="*/ 1208015 w 2128636"/>
                  <a:gd name="connsiteY222" fmla="*/ 332190 h 1637465"/>
                  <a:gd name="connsiteX223" fmla="*/ 1231854 w 2128636"/>
                  <a:gd name="connsiteY223" fmla="*/ 314073 h 1637465"/>
                  <a:gd name="connsiteX224" fmla="*/ 1078811 w 2128636"/>
                  <a:gd name="connsiteY224" fmla="*/ 194881 h 1637465"/>
                  <a:gd name="connsiteX225" fmla="*/ 1102649 w 2128636"/>
                  <a:gd name="connsiteY225" fmla="*/ 220388 h 1637465"/>
                  <a:gd name="connsiteX226" fmla="*/ 1172734 w 2128636"/>
                  <a:gd name="connsiteY226" fmla="*/ 222533 h 1637465"/>
                  <a:gd name="connsiteX227" fmla="*/ 1130302 w 2128636"/>
                  <a:gd name="connsiteY227" fmla="*/ 242677 h 1637465"/>
                  <a:gd name="connsiteX228" fmla="*/ 1164271 w 2128636"/>
                  <a:gd name="connsiteY228" fmla="*/ 268184 h 1637465"/>
                  <a:gd name="connsiteX229" fmla="*/ 1220650 w 2128636"/>
                  <a:gd name="connsiteY229" fmla="*/ 284156 h 1637465"/>
                  <a:gd name="connsiteX230" fmla="*/ 1254619 w 2128636"/>
                  <a:gd name="connsiteY230" fmla="*/ 283083 h 1637465"/>
                  <a:gd name="connsiteX231" fmla="*/ 1278458 w 2128636"/>
                  <a:gd name="connsiteY231" fmla="*/ 256503 h 1637465"/>
                  <a:gd name="connsiteX232" fmla="*/ 1302892 w 2128636"/>
                  <a:gd name="connsiteY232" fmla="*/ 236241 h 1637465"/>
                  <a:gd name="connsiteX233" fmla="*/ 1343299 w 2128636"/>
                  <a:gd name="connsiteY233" fmla="*/ 222533 h 1637465"/>
                  <a:gd name="connsiteX234" fmla="*/ 1319460 w 2128636"/>
                  <a:gd name="connsiteY234" fmla="*/ 211806 h 1637465"/>
                  <a:gd name="connsiteX235" fmla="*/ 1295622 w 2128636"/>
                  <a:gd name="connsiteY235" fmla="*/ 195953 h 1637465"/>
                  <a:gd name="connsiteX236" fmla="*/ 1284894 w 2128636"/>
                  <a:gd name="connsiteY236" fmla="*/ 173545 h 1637465"/>
                  <a:gd name="connsiteX237" fmla="*/ 1269042 w 2128636"/>
                  <a:gd name="connsiteY237" fmla="*/ 170208 h 1637465"/>
                  <a:gd name="connsiteX238" fmla="*/ 1246753 w 2128636"/>
                  <a:gd name="connsiteY238" fmla="*/ 159481 h 1637465"/>
                  <a:gd name="connsiteX239" fmla="*/ 1171185 w 2128636"/>
                  <a:gd name="connsiteY239" fmla="*/ 118121 h 1637465"/>
                  <a:gd name="connsiteX240" fmla="*/ 1129825 w 2128636"/>
                  <a:gd name="connsiteY240" fmla="*/ 112757 h 1637465"/>
                  <a:gd name="connsiteX241" fmla="*/ 1131970 w 2128636"/>
                  <a:gd name="connsiteY241" fmla="*/ 123365 h 1637465"/>
                  <a:gd name="connsiteX242" fmla="*/ 1115999 w 2128636"/>
                  <a:gd name="connsiteY242" fmla="*/ 133020 h 1637465"/>
                  <a:gd name="connsiteX243" fmla="*/ 1095736 w 2128636"/>
                  <a:gd name="connsiteY243" fmla="*/ 144939 h 1637465"/>
                  <a:gd name="connsiteX244" fmla="*/ 1100027 w 2128636"/>
                  <a:gd name="connsiteY244" fmla="*/ 171519 h 1637465"/>
                  <a:gd name="connsiteX245" fmla="*/ 1087273 w 2128636"/>
                  <a:gd name="connsiteY245" fmla="*/ 183438 h 1637465"/>
                  <a:gd name="connsiteX246" fmla="*/ 1078811 w 2128636"/>
                  <a:gd name="connsiteY246" fmla="*/ 195119 h 1637465"/>
                  <a:gd name="connsiteX247" fmla="*/ 1207419 w 2128636"/>
                  <a:gd name="connsiteY247" fmla="*/ 89634 h 1637465"/>
                  <a:gd name="connsiteX248" fmla="*/ 1221245 w 2128636"/>
                  <a:gd name="connsiteY248" fmla="*/ 92852 h 1637465"/>
                  <a:gd name="connsiteX249" fmla="*/ 1230781 w 2128636"/>
                  <a:gd name="connsiteY249" fmla="*/ 102387 h 1637465"/>
                  <a:gd name="connsiteX250" fmla="*/ 1223272 w 2128636"/>
                  <a:gd name="connsiteY250" fmla="*/ 118359 h 1637465"/>
                  <a:gd name="connsiteX251" fmla="*/ 1245680 w 2128636"/>
                  <a:gd name="connsiteY251" fmla="*/ 133139 h 1637465"/>
                  <a:gd name="connsiteX252" fmla="*/ 1306230 w 2128636"/>
                  <a:gd name="connsiteY252" fmla="*/ 135285 h 1637465"/>
                  <a:gd name="connsiteX253" fmla="*/ 1313620 w 2128636"/>
                  <a:gd name="connsiteY253" fmla="*/ 147204 h 1637465"/>
                  <a:gd name="connsiteX254" fmla="*/ 1381678 w 2128636"/>
                  <a:gd name="connsiteY254" fmla="*/ 152567 h 1637465"/>
                  <a:gd name="connsiteX255" fmla="*/ 1407186 w 2128636"/>
                  <a:gd name="connsiteY255" fmla="*/ 149349 h 1637465"/>
                  <a:gd name="connsiteX256" fmla="*/ 1483707 w 2128636"/>
                  <a:gd name="connsiteY256" fmla="*/ 125511 h 1637465"/>
                  <a:gd name="connsiteX257" fmla="*/ 1483707 w 2128636"/>
                  <a:gd name="connsiteY257" fmla="*/ 145774 h 1637465"/>
                  <a:gd name="connsiteX258" fmla="*/ 1405040 w 2128636"/>
                  <a:gd name="connsiteY258" fmla="*/ 162699 h 1637465"/>
                  <a:gd name="connsiteX259" fmla="*/ 1434838 w 2128636"/>
                  <a:gd name="connsiteY259" fmla="*/ 194642 h 1637465"/>
                  <a:gd name="connsiteX260" fmla="*/ 1394432 w 2128636"/>
                  <a:gd name="connsiteY260" fmla="*/ 182723 h 1637465"/>
                  <a:gd name="connsiteX261" fmla="*/ 1318983 w 2128636"/>
                  <a:gd name="connsiteY261" fmla="*/ 165679 h 1637465"/>
                  <a:gd name="connsiteX262" fmla="*/ 1320056 w 2128636"/>
                  <a:gd name="connsiteY262" fmla="*/ 203939 h 1637465"/>
                  <a:gd name="connsiteX263" fmla="*/ 1364634 w 2128636"/>
                  <a:gd name="connsiteY263" fmla="*/ 232665 h 1637465"/>
                  <a:gd name="connsiteX264" fmla="*/ 1411477 w 2128636"/>
                  <a:gd name="connsiteY264" fmla="*/ 261390 h 1637465"/>
                  <a:gd name="connsiteX265" fmla="*/ 1346636 w 2128636"/>
                  <a:gd name="connsiteY265" fmla="*/ 248637 h 1637465"/>
                  <a:gd name="connsiteX266" fmla="*/ 1285013 w 2128636"/>
                  <a:gd name="connsiteY266" fmla="*/ 276170 h 1637465"/>
                  <a:gd name="connsiteX267" fmla="*/ 1342345 w 2128636"/>
                  <a:gd name="connsiteY267" fmla="*/ 277243 h 1637465"/>
                  <a:gd name="connsiteX268" fmla="*/ 1337100 w 2128636"/>
                  <a:gd name="connsiteY268" fmla="*/ 292142 h 1637465"/>
                  <a:gd name="connsiteX269" fmla="*/ 1364634 w 2128636"/>
                  <a:gd name="connsiteY269" fmla="*/ 324085 h 1637465"/>
                  <a:gd name="connsiteX270" fmla="*/ 1332810 w 2128636"/>
                  <a:gd name="connsiteY270" fmla="*/ 320867 h 1637465"/>
                  <a:gd name="connsiteX271" fmla="*/ 1291331 w 2128636"/>
                  <a:gd name="connsiteY271" fmla="*/ 299651 h 1637465"/>
                  <a:gd name="connsiteX272" fmla="*/ 1288112 w 2128636"/>
                  <a:gd name="connsiteY272" fmla="*/ 323489 h 1637465"/>
                  <a:gd name="connsiteX273" fmla="*/ 1287040 w 2128636"/>
                  <a:gd name="connsiteY273" fmla="*/ 338388 h 1637465"/>
                  <a:gd name="connsiteX274" fmla="*/ 1238171 w 2128636"/>
                  <a:gd name="connsiteY274" fmla="*/ 362823 h 1637465"/>
                  <a:gd name="connsiteX275" fmla="*/ 1316838 w 2128636"/>
                  <a:gd name="connsiteY275" fmla="*/ 371285 h 1637465"/>
                  <a:gd name="connsiteX276" fmla="*/ 1359390 w 2128636"/>
                  <a:gd name="connsiteY276" fmla="*/ 373431 h 1637465"/>
                  <a:gd name="connsiteX277" fmla="*/ 1408258 w 2128636"/>
                  <a:gd name="connsiteY277" fmla="*/ 368067 h 1637465"/>
                  <a:gd name="connsiteX278" fmla="*/ 1444016 w 2128636"/>
                  <a:gd name="connsiteY278" fmla="*/ 379986 h 1637465"/>
                  <a:gd name="connsiteX279" fmla="*/ 1482277 w 2128636"/>
                  <a:gd name="connsiteY279" fmla="*/ 376887 h 1637465"/>
                  <a:gd name="connsiteX280" fmla="*/ 1508857 w 2128636"/>
                  <a:gd name="connsiteY280" fmla="*/ 368306 h 1637465"/>
                  <a:gd name="connsiteX281" fmla="*/ 1519465 w 2128636"/>
                  <a:gd name="connsiteY281" fmla="*/ 347089 h 1637465"/>
                  <a:gd name="connsiteX282" fmla="*/ 1490859 w 2128636"/>
                  <a:gd name="connsiteY282" fmla="*/ 347089 h 1637465"/>
                  <a:gd name="connsiteX283" fmla="*/ 1440798 w 2128636"/>
                  <a:gd name="connsiteY283" fmla="*/ 337554 h 1637465"/>
                  <a:gd name="connsiteX284" fmla="*/ 1441871 w 2128636"/>
                  <a:gd name="connsiteY284" fmla="*/ 323728 h 1637465"/>
                  <a:gd name="connsiteX285" fmla="*/ 1504566 w 2128636"/>
                  <a:gd name="connsiteY285" fmla="*/ 321582 h 1637465"/>
                  <a:gd name="connsiteX286" fmla="*/ 1508857 w 2128636"/>
                  <a:gd name="connsiteY286" fmla="*/ 297744 h 1637465"/>
                  <a:gd name="connsiteX287" fmla="*/ 1553554 w 2128636"/>
                  <a:gd name="connsiteY287" fmla="*/ 294526 h 1637465"/>
                  <a:gd name="connsiteX288" fmla="*/ 1601231 w 2128636"/>
                  <a:gd name="connsiteY288" fmla="*/ 245657 h 1637465"/>
                  <a:gd name="connsiteX289" fmla="*/ 1537463 w 2128636"/>
                  <a:gd name="connsiteY289" fmla="*/ 231830 h 1637465"/>
                  <a:gd name="connsiteX290" fmla="*/ 1592172 w 2128636"/>
                  <a:gd name="connsiteY290" fmla="*/ 217885 h 1637465"/>
                  <a:gd name="connsiteX291" fmla="*/ 1621851 w 2128636"/>
                  <a:gd name="connsiteY291" fmla="*/ 195596 h 1637465"/>
                  <a:gd name="connsiteX292" fmla="*/ 1668694 w 2128636"/>
                  <a:gd name="connsiteY292" fmla="*/ 198695 h 1637465"/>
                  <a:gd name="connsiteX293" fmla="*/ 1688837 w 2128636"/>
                  <a:gd name="connsiteY293" fmla="*/ 177479 h 1637465"/>
                  <a:gd name="connsiteX294" fmla="*/ 1764286 w 2128636"/>
                  <a:gd name="connsiteY294" fmla="*/ 138145 h 1637465"/>
                  <a:gd name="connsiteX295" fmla="*/ 1844026 w 2128636"/>
                  <a:gd name="connsiteY295" fmla="*/ 104175 h 1637465"/>
                  <a:gd name="connsiteX296" fmla="*/ 1772510 w 2128636"/>
                  <a:gd name="connsiteY296" fmla="*/ 99884 h 1637465"/>
                  <a:gd name="connsiteX297" fmla="*/ 1828769 w 2128636"/>
                  <a:gd name="connsiteY297" fmla="*/ 87131 h 1637465"/>
                  <a:gd name="connsiteX298" fmla="*/ 1902192 w 2128636"/>
                  <a:gd name="connsiteY298" fmla="*/ 65915 h 1637465"/>
                  <a:gd name="connsiteX299" fmla="*/ 1908509 w 2128636"/>
                  <a:gd name="connsiteY299" fmla="*/ 42076 h 1637465"/>
                  <a:gd name="connsiteX300" fmla="*/ 1871679 w 2128636"/>
                  <a:gd name="connsiteY300" fmla="*/ 27177 h 1637465"/>
                  <a:gd name="connsiteX301" fmla="*/ 1844026 w 2128636"/>
                  <a:gd name="connsiteY301" fmla="*/ 19668 h 1637465"/>
                  <a:gd name="connsiteX302" fmla="*/ 1789793 w 2128636"/>
                  <a:gd name="connsiteY302" fmla="*/ 27177 h 1637465"/>
                  <a:gd name="connsiteX303" fmla="*/ 1799448 w 2128636"/>
                  <a:gd name="connsiteY303" fmla="*/ 12278 h 1637465"/>
                  <a:gd name="connsiteX304" fmla="*/ 1715417 w 2128636"/>
                  <a:gd name="connsiteY304" fmla="*/ 2743 h 1637465"/>
                  <a:gd name="connsiteX305" fmla="*/ 1672865 w 2128636"/>
                  <a:gd name="connsiteY305" fmla="*/ 5842 h 1637465"/>
                  <a:gd name="connsiteX306" fmla="*/ 1631506 w 2128636"/>
                  <a:gd name="connsiteY306" fmla="*/ 13351 h 1637465"/>
                  <a:gd name="connsiteX307" fmla="*/ 1613389 w 2128636"/>
                  <a:gd name="connsiteY307" fmla="*/ 12278 h 1637465"/>
                  <a:gd name="connsiteX308" fmla="*/ 1553792 w 2128636"/>
                  <a:gd name="connsiteY308" fmla="*/ 10133 h 1637465"/>
                  <a:gd name="connsiteX309" fmla="*/ 1516604 w 2128636"/>
                  <a:gd name="connsiteY309" fmla="*/ 17642 h 1637465"/>
                  <a:gd name="connsiteX310" fmla="*/ 1472980 w 2128636"/>
                  <a:gd name="connsiteY310" fmla="*/ 15496 h 1637465"/>
                  <a:gd name="connsiteX311" fmla="*/ 1460226 w 2128636"/>
                  <a:gd name="connsiteY311" fmla="*/ 21813 h 1637465"/>
                  <a:gd name="connsiteX312" fmla="*/ 1445327 w 2128636"/>
                  <a:gd name="connsiteY312" fmla="*/ 33733 h 1637465"/>
                  <a:gd name="connsiteX313" fmla="*/ 1405994 w 2128636"/>
                  <a:gd name="connsiteY313" fmla="*/ 42315 h 1637465"/>
                  <a:gd name="connsiteX314" fmla="*/ 1377268 w 2128636"/>
                  <a:gd name="connsiteY314" fmla="*/ 49704 h 1637465"/>
                  <a:gd name="connsiteX315" fmla="*/ 1335909 w 2128636"/>
                  <a:gd name="connsiteY315" fmla="*/ 45414 h 1637465"/>
                  <a:gd name="connsiteX316" fmla="*/ 1312070 w 2128636"/>
                  <a:gd name="connsiteY316" fmla="*/ 59240 h 1637465"/>
                  <a:gd name="connsiteX317" fmla="*/ 1296218 w 2128636"/>
                  <a:gd name="connsiteY317" fmla="*/ 71159 h 1637465"/>
                  <a:gd name="connsiteX318" fmla="*/ 1259030 w 2128636"/>
                  <a:gd name="connsiteY318" fmla="*/ 65915 h 1637465"/>
                  <a:gd name="connsiteX319" fmla="*/ 1239840 w 2128636"/>
                  <a:gd name="connsiteY319" fmla="*/ 80814 h 1637465"/>
                  <a:gd name="connsiteX320" fmla="*/ 1188825 w 2128636"/>
                  <a:gd name="connsiteY320" fmla="*/ 84985 h 1637465"/>
                  <a:gd name="connsiteX321" fmla="*/ 1207419 w 2128636"/>
                  <a:gd name="connsiteY321" fmla="*/ 89872 h 1637465"/>
                  <a:gd name="connsiteX322" fmla="*/ 1475245 w 2128636"/>
                  <a:gd name="connsiteY322" fmla="*/ 1007415 h 1637465"/>
                  <a:gd name="connsiteX323" fmla="*/ 1478463 w 2128636"/>
                  <a:gd name="connsiteY323" fmla="*/ 980835 h 1637465"/>
                  <a:gd name="connsiteX324" fmla="*/ 1475245 w 2128636"/>
                  <a:gd name="connsiteY324" fmla="*/ 1007177 h 1637465"/>
                  <a:gd name="connsiteX325" fmla="*/ 1381678 w 2128636"/>
                  <a:gd name="connsiteY325" fmla="*/ 983577 h 1637465"/>
                  <a:gd name="connsiteX326" fmla="*/ 1422085 w 2128636"/>
                  <a:gd name="connsiteY326" fmla="*/ 956997 h 1637465"/>
                  <a:gd name="connsiteX327" fmla="*/ 1381678 w 2128636"/>
                  <a:gd name="connsiteY327" fmla="*/ 983696 h 1637465"/>
                  <a:gd name="connsiteX328" fmla="*/ 1458200 w 2128636"/>
                  <a:gd name="connsiteY328" fmla="*/ 925172 h 1637465"/>
                  <a:gd name="connsiteX329" fmla="*/ 1425303 w 2128636"/>
                  <a:gd name="connsiteY329" fmla="*/ 898592 h 1637465"/>
                  <a:gd name="connsiteX330" fmla="*/ 1378460 w 2128636"/>
                  <a:gd name="connsiteY330" fmla="*/ 870940 h 1637465"/>
                  <a:gd name="connsiteX331" fmla="*/ 1348901 w 2128636"/>
                  <a:gd name="connsiteY331" fmla="*/ 848770 h 1637465"/>
                  <a:gd name="connsiteX332" fmla="*/ 1322321 w 2128636"/>
                  <a:gd name="connsiteY332" fmla="*/ 864742 h 1637465"/>
                  <a:gd name="connsiteX333" fmla="*/ 1315884 w 2128636"/>
                  <a:gd name="connsiteY333" fmla="*/ 897639 h 1637465"/>
                  <a:gd name="connsiteX334" fmla="*/ 1295741 w 2128636"/>
                  <a:gd name="connsiteY334" fmla="*/ 929582 h 1637465"/>
                  <a:gd name="connsiteX335" fmla="*/ 1325420 w 2128636"/>
                  <a:gd name="connsiteY335" fmla="*/ 928510 h 1637465"/>
                  <a:gd name="connsiteX336" fmla="*/ 1338173 w 2128636"/>
                  <a:gd name="connsiteY336" fmla="*/ 947581 h 1637465"/>
                  <a:gd name="connsiteX337" fmla="*/ 1378580 w 2128636"/>
                  <a:gd name="connsiteY337" fmla="*/ 925292 h 1637465"/>
                  <a:gd name="connsiteX338" fmla="*/ 1409450 w 2128636"/>
                  <a:gd name="connsiteY338" fmla="*/ 924219 h 1637465"/>
                  <a:gd name="connsiteX339" fmla="*/ 1458200 w 2128636"/>
                  <a:gd name="connsiteY339" fmla="*/ 925292 h 1637465"/>
                  <a:gd name="connsiteX340" fmla="*/ 1805765 w 2128636"/>
                  <a:gd name="connsiteY340" fmla="*/ 831606 h 1637465"/>
                  <a:gd name="connsiteX341" fmla="*/ 1840808 w 2128636"/>
                  <a:gd name="connsiteY341" fmla="*/ 865576 h 1637465"/>
                  <a:gd name="connsiteX342" fmla="*/ 1866315 w 2128636"/>
                  <a:gd name="connsiteY342" fmla="*/ 859259 h 1637465"/>
                  <a:gd name="connsiteX343" fmla="*/ 1890749 w 2128636"/>
                  <a:gd name="connsiteY343" fmla="*/ 845433 h 1637465"/>
                  <a:gd name="connsiteX344" fmla="*/ 1921620 w 2128636"/>
                  <a:gd name="connsiteY344" fmla="*/ 814681 h 1637465"/>
                  <a:gd name="connsiteX345" fmla="*/ 1893967 w 2128636"/>
                  <a:gd name="connsiteY345" fmla="*/ 797637 h 1637465"/>
                  <a:gd name="connsiteX346" fmla="*/ 1874098 w 2128636"/>
                  <a:gd name="connsiteY346" fmla="*/ 784597 h 1637465"/>
                  <a:gd name="connsiteX347" fmla="*/ 1873824 w 2128636"/>
                  <a:gd name="connsiteY347" fmla="*/ 779519 h 1637465"/>
                  <a:gd name="connsiteX348" fmla="*/ 1831272 w 2128636"/>
                  <a:gd name="connsiteY348" fmla="*/ 757230 h 1637465"/>
                  <a:gd name="connsiteX349" fmla="*/ 1788721 w 2128636"/>
                  <a:gd name="connsiteY349" fmla="*/ 742331 h 1637465"/>
                  <a:gd name="connsiteX350" fmla="*/ 1756896 w 2128636"/>
                  <a:gd name="connsiteY350" fmla="*/ 715751 h 1637465"/>
                  <a:gd name="connsiteX351" fmla="*/ 1789793 w 2128636"/>
                  <a:gd name="connsiteY351" fmla="*/ 708361 h 1637465"/>
                  <a:gd name="connsiteX352" fmla="*/ 1762141 w 2128636"/>
                  <a:gd name="connsiteY352" fmla="*/ 694535 h 1637465"/>
                  <a:gd name="connsiteX353" fmla="*/ 1775967 w 2128636"/>
                  <a:gd name="connsiteY353" fmla="*/ 683927 h 1637465"/>
                  <a:gd name="connsiteX354" fmla="*/ 1763213 w 2128636"/>
                  <a:gd name="connsiteY354" fmla="*/ 663664 h 1637465"/>
                  <a:gd name="connsiteX355" fmla="*/ 1746288 w 2128636"/>
                  <a:gd name="connsiteY355" fmla="*/ 672246 h 1637465"/>
                  <a:gd name="connsiteX356" fmla="*/ 1750460 w 2128636"/>
                  <a:gd name="connsiteY356" fmla="*/ 653056 h 1637465"/>
                  <a:gd name="connsiteX357" fmla="*/ 1713272 w 2128636"/>
                  <a:gd name="connsiteY357" fmla="*/ 641137 h 1637465"/>
                  <a:gd name="connsiteX358" fmla="*/ 1696346 w 2128636"/>
                  <a:gd name="connsiteY358" fmla="*/ 629218 h 1637465"/>
                  <a:gd name="connsiteX359" fmla="*/ 1665476 w 2128636"/>
                  <a:gd name="connsiteY359" fmla="*/ 635535 h 1637465"/>
                  <a:gd name="connsiteX360" fmla="*/ 1657013 w 2128636"/>
                  <a:gd name="connsiteY360" fmla="*/ 628145 h 1637465"/>
                  <a:gd name="connsiteX361" fmla="*/ 1677156 w 2128636"/>
                  <a:gd name="connsiteY361" fmla="*/ 608955 h 1637465"/>
                  <a:gd name="connsiteX362" fmla="*/ 1641399 w 2128636"/>
                  <a:gd name="connsiteY362" fmla="*/ 610028 h 1637465"/>
                  <a:gd name="connsiteX363" fmla="*/ 1613746 w 2128636"/>
                  <a:gd name="connsiteY363" fmla="*/ 587739 h 1637465"/>
                  <a:gd name="connsiteX364" fmla="*/ 1583948 w 2128636"/>
                  <a:gd name="connsiteY364" fmla="*/ 570694 h 1637465"/>
                  <a:gd name="connsiteX365" fmla="*/ 1532576 w 2128636"/>
                  <a:gd name="connsiteY365" fmla="*/ 551624 h 1637465"/>
                  <a:gd name="connsiteX366" fmla="*/ 1505996 w 2128636"/>
                  <a:gd name="connsiteY366" fmla="*/ 571767 h 1637465"/>
                  <a:gd name="connsiteX367" fmla="*/ 1491216 w 2128636"/>
                  <a:gd name="connsiteY367" fmla="*/ 566523 h 1637465"/>
                  <a:gd name="connsiteX368" fmla="*/ 1451883 w 2128636"/>
                  <a:gd name="connsiteY368" fmla="*/ 579276 h 1637465"/>
                  <a:gd name="connsiteX369" fmla="*/ 1452836 w 2128636"/>
                  <a:gd name="connsiteY369" fmla="*/ 538870 h 1637465"/>
                  <a:gd name="connsiteX370" fmla="*/ 1435911 w 2128636"/>
                  <a:gd name="connsiteY370" fmla="*/ 510145 h 1637465"/>
                  <a:gd name="connsiteX371" fmla="*/ 1389068 w 2128636"/>
                  <a:gd name="connsiteY371" fmla="*/ 510145 h 1637465"/>
                  <a:gd name="connsiteX372" fmla="*/ 1338054 w 2128636"/>
                  <a:gd name="connsiteY372" fmla="*/ 530407 h 1637465"/>
                  <a:gd name="connsiteX373" fmla="*/ 1345563 w 2128636"/>
                  <a:gd name="connsiteY373" fmla="*/ 565450 h 1637465"/>
                  <a:gd name="connsiteX374" fmla="*/ 1332810 w 2128636"/>
                  <a:gd name="connsiteY374" fmla="*/ 587739 h 1637465"/>
                  <a:gd name="connsiteX375" fmla="*/ 1358317 w 2128636"/>
                  <a:gd name="connsiteY375" fmla="*/ 605856 h 1637465"/>
                  <a:gd name="connsiteX376" fmla="*/ 1317910 w 2128636"/>
                  <a:gd name="connsiteY376" fmla="*/ 589884 h 1637465"/>
                  <a:gd name="connsiteX377" fmla="*/ 1312547 w 2128636"/>
                  <a:gd name="connsiteY377" fmla="*/ 559013 h 1637465"/>
                  <a:gd name="connsiteX378" fmla="*/ 1325301 w 2128636"/>
                  <a:gd name="connsiteY378" fmla="*/ 525044 h 1637465"/>
                  <a:gd name="connsiteX379" fmla="*/ 1349854 w 2128636"/>
                  <a:gd name="connsiteY379" fmla="*/ 503827 h 1637465"/>
                  <a:gd name="connsiteX380" fmla="*/ 1255215 w 2128636"/>
                  <a:gd name="connsiteY380" fmla="*/ 527666 h 1637465"/>
                  <a:gd name="connsiteX381" fmla="*/ 1232926 w 2128636"/>
                  <a:gd name="connsiteY381" fmla="*/ 611100 h 1637465"/>
                  <a:gd name="connsiteX382" fmla="*/ 1283941 w 2128636"/>
                  <a:gd name="connsiteY382" fmla="*/ 620755 h 1637465"/>
                  <a:gd name="connsiteX383" fmla="*/ 1278577 w 2128636"/>
                  <a:gd name="connsiteY383" fmla="*/ 631363 h 1637465"/>
                  <a:gd name="connsiteX384" fmla="*/ 1242819 w 2128636"/>
                  <a:gd name="connsiteY384" fmla="*/ 634581 h 1637465"/>
                  <a:gd name="connsiteX385" fmla="*/ 1289543 w 2128636"/>
                  <a:gd name="connsiteY385" fmla="*/ 658420 h 1637465"/>
                  <a:gd name="connsiteX386" fmla="*/ 1313381 w 2128636"/>
                  <a:gd name="connsiteY386" fmla="*/ 663664 h 1637465"/>
                  <a:gd name="connsiteX387" fmla="*/ 1361058 w 2128636"/>
                  <a:gd name="connsiteY387" fmla="*/ 671173 h 1637465"/>
                  <a:gd name="connsiteX388" fmla="*/ 1414218 w 2128636"/>
                  <a:gd name="connsiteY388" fmla="*/ 680709 h 1637465"/>
                  <a:gd name="connsiteX389" fmla="*/ 1438056 w 2128636"/>
                  <a:gd name="connsiteY389" fmla="*/ 670101 h 1637465"/>
                  <a:gd name="connsiteX390" fmla="*/ 1492170 w 2128636"/>
                  <a:gd name="connsiteY390" fmla="*/ 677491 h 1637465"/>
                  <a:gd name="connsiteX391" fmla="*/ 1489071 w 2128636"/>
                  <a:gd name="connsiteY391" fmla="*/ 662592 h 1637465"/>
                  <a:gd name="connsiteX392" fmla="*/ 1494315 w 2128636"/>
                  <a:gd name="connsiteY392" fmla="*/ 650672 h 1637465"/>
                  <a:gd name="connsiteX393" fmla="*/ 1523041 w 2128636"/>
                  <a:gd name="connsiteY393" fmla="*/ 668790 h 1637465"/>
                  <a:gd name="connsiteX394" fmla="*/ 1535794 w 2128636"/>
                  <a:gd name="connsiteY394" fmla="*/ 680709 h 1637465"/>
                  <a:gd name="connsiteX395" fmla="*/ 1571552 w 2128636"/>
                  <a:gd name="connsiteY395" fmla="*/ 704547 h 1637465"/>
                  <a:gd name="connsiteX396" fmla="*/ 1547713 w 2128636"/>
                  <a:gd name="connsiteY396" fmla="*/ 724810 h 1637465"/>
                  <a:gd name="connsiteX397" fmla="*/ 1584902 w 2128636"/>
                  <a:gd name="connsiteY397" fmla="*/ 714083 h 1637465"/>
                  <a:gd name="connsiteX398" fmla="*/ 1607191 w 2128636"/>
                  <a:gd name="connsiteY398" fmla="*/ 737921 h 1637465"/>
                  <a:gd name="connsiteX399" fmla="*/ 1642948 w 2128636"/>
                  <a:gd name="connsiteY399" fmla="*/ 761760 h 1637465"/>
                  <a:gd name="connsiteX400" fmla="*/ 1642948 w 2128636"/>
                  <a:gd name="connsiteY400" fmla="*/ 803239 h 1637465"/>
                  <a:gd name="connsiteX401" fmla="*/ 1682163 w 2128636"/>
                  <a:gd name="connsiteY401" fmla="*/ 800020 h 1637465"/>
                  <a:gd name="connsiteX402" fmla="*/ 1719470 w 2128636"/>
                  <a:gd name="connsiteY402" fmla="*/ 818018 h 1637465"/>
                  <a:gd name="connsiteX403" fmla="*/ 1684308 w 2128636"/>
                  <a:gd name="connsiteY403" fmla="*/ 835063 h 1637465"/>
                  <a:gd name="connsiteX404" fmla="*/ 1623758 w 2128636"/>
                  <a:gd name="connsiteY404" fmla="*/ 812774 h 1637465"/>
                  <a:gd name="connsiteX405" fmla="*/ 1617441 w 2128636"/>
                  <a:gd name="connsiteY405" fmla="*/ 853180 h 1637465"/>
                  <a:gd name="connsiteX406" fmla="*/ 1561063 w 2128636"/>
                  <a:gd name="connsiteY406" fmla="*/ 865099 h 1637465"/>
                  <a:gd name="connsiteX407" fmla="*/ 1529119 w 2128636"/>
                  <a:gd name="connsiteY407" fmla="*/ 871417 h 1637465"/>
                  <a:gd name="connsiteX408" fmla="*/ 1515293 w 2128636"/>
                  <a:gd name="connsiteY408" fmla="*/ 901215 h 1637465"/>
                  <a:gd name="connsiteX409" fmla="*/ 1568453 w 2128636"/>
                  <a:gd name="connsiteY409" fmla="*/ 903360 h 1637465"/>
                  <a:gd name="connsiteX410" fmla="*/ 1592291 w 2128636"/>
                  <a:gd name="connsiteY410" fmla="*/ 899069 h 1637465"/>
                  <a:gd name="connsiteX411" fmla="*/ 1628049 w 2128636"/>
                  <a:gd name="connsiteY411" fmla="*/ 896924 h 1637465"/>
                  <a:gd name="connsiteX412" fmla="*/ 1655702 w 2128636"/>
                  <a:gd name="connsiteY412" fmla="*/ 920762 h 1637465"/>
                  <a:gd name="connsiteX413" fmla="*/ 1669409 w 2128636"/>
                  <a:gd name="connsiteY413" fmla="*/ 951633 h 1637465"/>
                  <a:gd name="connsiteX414" fmla="*/ 1726860 w 2128636"/>
                  <a:gd name="connsiteY414" fmla="*/ 969750 h 1637465"/>
                  <a:gd name="connsiteX415" fmla="*/ 1801236 w 2128636"/>
                  <a:gd name="connsiteY415" fmla="*/ 998357 h 1637465"/>
                  <a:gd name="connsiteX416" fmla="*/ 1738541 w 2128636"/>
                  <a:gd name="connsiteY416" fmla="*/ 934589 h 1637465"/>
                  <a:gd name="connsiteX417" fmla="*/ 1774298 w 2128636"/>
                  <a:gd name="connsiteY417" fmla="*/ 941025 h 1637465"/>
                  <a:gd name="connsiteX418" fmla="*/ 1839139 w 2128636"/>
                  <a:gd name="connsiteY418" fmla="*/ 945197 h 1637465"/>
                  <a:gd name="connsiteX419" fmla="*/ 1826385 w 2128636"/>
                  <a:gd name="connsiteY419" fmla="*/ 917663 h 1637465"/>
                  <a:gd name="connsiteX420" fmla="*/ 1802547 w 2128636"/>
                  <a:gd name="connsiteY420" fmla="*/ 884647 h 1637465"/>
                  <a:gd name="connsiteX421" fmla="*/ 1763213 w 2128636"/>
                  <a:gd name="connsiteY421" fmla="*/ 848889 h 1637465"/>
                  <a:gd name="connsiteX422" fmla="*/ 1769650 w 2128636"/>
                  <a:gd name="connsiteY422" fmla="*/ 822309 h 1637465"/>
                  <a:gd name="connsiteX423" fmla="*/ 1805765 w 2128636"/>
                  <a:gd name="connsiteY423" fmla="*/ 831726 h 1637465"/>
                  <a:gd name="connsiteX424" fmla="*/ 1581564 w 2128636"/>
                  <a:gd name="connsiteY424" fmla="*/ 780592 h 1637465"/>
                  <a:gd name="connsiteX425" fmla="*/ 1584663 w 2128636"/>
                  <a:gd name="connsiteY425" fmla="*/ 748768 h 1637465"/>
                  <a:gd name="connsiteX426" fmla="*/ 1553911 w 2128636"/>
                  <a:gd name="connsiteY426" fmla="*/ 741259 h 1637465"/>
                  <a:gd name="connsiteX427" fmla="*/ 1532576 w 2128636"/>
                  <a:gd name="connsiteY427" fmla="*/ 778447 h 1637465"/>
                  <a:gd name="connsiteX428" fmla="*/ 1581564 w 2128636"/>
                  <a:gd name="connsiteY428" fmla="*/ 780711 h 1637465"/>
                  <a:gd name="connsiteX429" fmla="*/ 1448665 w 2128636"/>
                  <a:gd name="connsiteY429" fmla="*/ 503947 h 1637465"/>
                  <a:gd name="connsiteX430" fmla="*/ 1463564 w 2128636"/>
                  <a:gd name="connsiteY430" fmla="*/ 533625 h 1637465"/>
                  <a:gd name="connsiteX431" fmla="*/ 1499321 w 2128636"/>
                  <a:gd name="connsiteY431" fmla="*/ 545545 h 1637465"/>
                  <a:gd name="connsiteX432" fmla="*/ 1556653 w 2128636"/>
                  <a:gd name="connsiteY432" fmla="*/ 536009 h 1637465"/>
                  <a:gd name="connsiteX433" fmla="*/ 1496103 w 2128636"/>
                  <a:gd name="connsiteY433" fmla="*/ 506211 h 1637465"/>
                  <a:gd name="connsiteX434" fmla="*/ 1448665 w 2128636"/>
                  <a:gd name="connsiteY434" fmla="*/ 503947 h 1637465"/>
                  <a:gd name="connsiteX435" fmla="*/ 1847244 w 2128636"/>
                  <a:gd name="connsiteY435" fmla="*/ 1408378 h 1637465"/>
                  <a:gd name="connsiteX436" fmla="*/ 1913157 w 2128636"/>
                  <a:gd name="connsiteY436" fmla="*/ 1430786 h 1637465"/>
                  <a:gd name="connsiteX437" fmla="*/ 1847244 w 2128636"/>
                  <a:gd name="connsiteY437" fmla="*/ 1408855 h 1637465"/>
                  <a:gd name="connsiteX438" fmla="*/ 2116857 w 2128636"/>
                  <a:gd name="connsiteY438" fmla="*/ 1471789 h 1637465"/>
                  <a:gd name="connsiteX439" fmla="*/ 2115427 w 2128636"/>
                  <a:gd name="connsiteY439" fmla="*/ 1459035 h 1637465"/>
                  <a:gd name="connsiteX440" fmla="*/ 2105534 w 2128636"/>
                  <a:gd name="connsiteY440" fmla="*/ 1453433 h 1637465"/>
                  <a:gd name="connsiteX441" fmla="*/ 2106964 w 2128636"/>
                  <a:gd name="connsiteY441" fmla="*/ 1429595 h 1637465"/>
                  <a:gd name="connsiteX442" fmla="*/ 2087774 w 2128636"/>
                  <a:gd name="connsiteY442" fmla="*/ 1424588 h 1637465"/>
                  <a:gd name="connsiteX443" fmla="*/ 2066558 w 2128636"/>
                  <a:gd name="connsiteY443" fmla="*/ 1420298 h 1637465"/>
                  <a:gd name="connsiteX444" fmla="*/ 2055950 w 2128636"/>
                  <a:gd name="connsiteY444" fmla="*/ 1406114 h 1637465"/>
                  <a:gd name="connsiteX445" fmla="*/ 2037475 w 2128636"/>
                  <a:gd name="connsiteY445" fmla="*/ 1406829 h 1637465"/>
                  <a:gd name="connsiteX446" fmla="*/ 2039621 w 2128636"/>
                  <a:gd name="connsiteY446" fmla="*/ 1389903 h 1637465"/>
                  <a:gd name="connsiteX447" fmla="*/ 2056665 w 2128636"/>
                  <a:gd name="connsiteY447" fmla="*/ 1362966 h 1637465"/>
                  <a:gd name="connsiteX448" fmla="*/ 2044746 w 2128636"/>
                  <a:gd name="connsiteY448" fmla="*/ 1355099 h 1637465"/>
                  <a:gd name="connsiteX449" fmla="*/ 2005770 w 2128636"/>
                  <a:gd name="connsiteY449" fmla="*/ 1408974 h 1637465"/>
                  <a:gd name="connsiteX450" fmla="*/ 1995162 w 2128636"/>
                  <a:gd name="connsiteY450" fmla="*/ 1431621 h 1637465"/>
                  <a:gd name="connsiteX451" fmla="*/ 1981693 w 2128636"/>
                  <a:gd name="connsiteY451" fmla="*/ 1445805 h 1637465"/>
                  <a:gd name="connsiteX452" fmla="*/ 1974661 w 2128636"/>
                  <a:gd name="connsiteY452" fmla="*/ 1474888 h 1637465"/>
                  <a:gd name="connsiteX453" fmla="*/ 2011491 w 2128636"/>
                  <a:gd name="connsiteY453" fmla="*/ 1474172 h 1637465"/>
                  <a:gd name="connsiteX454" fmla="*/ 2045461 w 2128636"/>
                  <a:gd name="connsiteY454" fmla="*/ 1468570 h 1637465"/>
                  <a:gd name="connsiteX455" fmla="*/ 2067512 w 2128636"/>
                  <a:gd name="connsiteY455" fmla="*/ 1474172 h 1637465"/>
                  <a:gd name="connsiteX456" fmla="*/ 2061790 w 2128636"/>
                  <a:gd name="connsiteY456" fmla="*/ 1491217 h 1637465"/>
                  <a:gd name="connsiteX457" fmla="*/ 2082411 w 2128636"/>
                  <a:gd name="connsiteY457" fmla="*/ 1482754 h 1637465"/>
                  <a:gd name="connsiteX458" fmla="*/ 2097191 w 2128636"/>
                  <a:gd name="connsiteY458" fmla="*/ 1489787 h 1637465"/>
                  <a:gd name="connsiteX459" fmla="*/ 2126989 w 2128636"/>
                  <a:gd name="connsiteY459" fmla="*/ 1492647 h 1637465"/>
                  <a:gd name="connsiteX460" fmla="*/ 2116857 w 2128636"/>
                  <a:gd name="connsiteY460" fmla="*/ 1472265 h 1637465"/>
                  <a:gd name="connsiteX461" fmla="*/ 195714 w 2128636"/>
                  <a:gd name="connsiteY461" fmla="*/ 1277028 h 1637465"/>
                  <a:gd name="connsiteX462" fmla="*/ 232187 w 2128636"/>
                  <a:gd name="connsiteY462" fmla="*/ 1329592 h 1637465"/>
                  <a:gd name="connsiteX463" fmla="*/ 220268 w 2128636"/>
                  <a:gd name="connsiteY463" fmla="*/ 1292523 h 1637465"/>
                  <a:gd name="connsiteX464" fmla="*/ 195714 w 2128636"/>
                  <a:gd name="connsiteY464" fmla="*/ 1277028 h 1637465"/>
                  <a:gd name="connsiteX465" fmla="*/ 1947127 w 2128636"/>
                  <a:gd name="connsiteY465" fmla="*/ 1519465 h 1637465"/>
                  <a:gd name="connsiteX466" fmla="*/ 1947127 w 2128636"/>
                  <a:gd name="connsiteY466" fmla="*/ 1503017 h 1637465"/>
                  <a:gd name="connsiteX467" fmla="*/ 1930560 w 2128636"/>
                  <a:gd name="connsiteY467" fmla="*/ 1512552 h 1637465"/>
                  <a:gd name="connsiteX468" fmla="*/ 1918640 w 2128636"/>
                  <a:gd name="connsiteY468" fmla="*/ 1526379 h 1637465"/>
                  <a:gd name="connsiteX469" fmla="*/ 1908509 w 2128636"/>
                  <a:gd name="connsiteY469" fmla="*/ 1536391 h 1637465"/>
                  <a:gd name="connsiteX470" fmla="*/ 1865957 w 2128636"/>
                  <a:gd name="connsiteY470" fmla="*/ 1529001 h 1637465"/>
                  <a:gd name="connsiteX471" fmla="*/ 1839973 w 2128636"/>
                  <a:gd name="connsiteY471" fmla="*/ 1507785 h 1637465"/>
                  <a:gd name="connsiteX472" fmla="*/ 1836755 w 2128636"/>
                  <a:gd name="connsiteY472" fmla="*/ 1483350 h 1637465"/>
                  <a:gd name="connsiteX473" fmla="*/ 1826147 w 2128636"/>
                  <a:gd name="connsiteY473" fmla="*/ 1475364 h 1637465"/>
                  <a:gd name="connsiteX474" fmla="*/ 1824002 w 2128636"/>
                  <a:gd name="connsiteY474" fmla="*/ 1465710 h 1637465"/>
                  <a:gd name="connsiteX475" fmla="*/ 1847840 w 2128636"/>
                  <a:gd name="connsiteY475" fmla="*/ 1434958 h 1637465"/>
                  <a:gd name="connsiteX476" fmla="*/ 1744262 w 2128636"/>
                  <a:gd name="connsiteY476" fmla="*/ 1451883 h 1637465"/>
                  <a:gd name="connsiteX477" fmla="*/ 1692175 w 2128636"/>
                  <a:gd name="connsiteY477" fmla="*/ 1496581 h 1637465"/>
                  <a:gd name="connsiteX478" fmla="*/ 1713987 w 2128636"/>
                  <a:gd name="connsiteY478" fmla="*/ 1471550 h 1637465"/>
                  <a:gd name="connsiteX479" fmla="*/ 1718755 w 2128636"/>
                  <a:gd name="connsiteY479" fmla="*/ 1460465 h 1637465"/>
                  <a:gd name="connsiteX480" fmla="*/ 1752248 w 2128636"/>
                  <a:gd name="connsiteY480" fmla="*/ 1429118 h 1637465"/>
                  <a:gd name="connsiteX481" fmla="*/ 1777159 w 2128636"/>
                  <a:gd name="connsiteY481" fmla="*/ 1421609 h 1637465"/>
                  <a:gd name="connsiteX482" fmla="*/ 1794799 w 2128636"/>
                  <a:gd name="connsiteY482" fmla="*/ 1400392 h 1637465"/>
                  <a:gd name="connsiteX483" fmla="*/ 1944624 w 2128636"/>
                  <a:gd name="connsiteY483" fmla="*/ 1393002 h 1637465"/>
                  <a:gd name="connsiteX484" fmla="*/ 1987653 w 2128636"/>
                  <a:gd name="connsiteY484" fmla="*/ 1366423 h 1637465"/>
                  <a:gd name="connsiteX485" fmla="*/ 2020550 w 2128636"/>
                  <a:gd name="connsiteY485" fmla="*/ 1356768 h 1637465"/>
                  <a:gd name="connsiteX486" fmla="*/ 2054043 w 2128636"/>
                  <a:gd name="connsiteY486" fmla="*/ 1336624 h 1637465"/>
                  <a:gd name="connsiteX487" fmla="*/ 2051897 w 2128636"/>
                  <a:gd name="connsiteY487" fmla="*/ 1326493 h 1637465"/>
                  <a:gd name="connsiteX488" fmla="*/ 2045104 w 2128636"/>
                  <a:gd name="connsiteY488" fmla="*/ 1319580 h 1637465"/>
                  <a:gd name="connsiteX489" fmla="*/ 2059407 w 2128636"/>
                  <a:gd name="connsiteY489" fmla="*/ 1305277 h 1637465"/>
                  <a:gd name="connsiteX490" fmla="*/ 2046653 w 2128636"/>
                  <a:gd name="connsiteY490" fmla="*/ 1286683 h 1637465"/>
                  <a:gd name="connsiteX491" fmla="*/ 2021146 w 2128636"/>
                  <a:gd name="connsiteY491" fmla="*/ 1289901 h 1637465"/>
                  <a:gd name="connsiteX492" fmla="*/ 2019596 w 2128636"/>
                  <a:gd name="connsiteY492" fmla="*/ 1270711 h 1637465"/>
                  <a:gd name="connsiteX493" fmla="*/ 1982289 w 2128636"/>
                  <a:gd name="connsiteY493" fmla="*/ 1279770 h 1637465"/>
                  <a:gd name="connsiteX494" fmla="*/ 1959523 w 2128636"/>
                  <a:gd name="connsiteY494" fmla="*/ 1289901 h 1637465"/>
                  <a:gd name="connsiteX495" fmla="*/ 1953683 w 2128636"/>
                  <a:gd name="connsiteY495" fmla="*/ 1280247 h 1637465"/>
                  <a:gd name="connsiteX496" fmla="*/ 1967509 w 2128636"/>
                  <a:gd name="connsiteY496" fmla="*/ 1274406 h 1637465"/>
                  <a:gd name="connsiteX497" fmla="*/ 1989202 w 2128636"/>
                  <a:gd name="connsiteY497" fmla="*/ 1266420 h 1637465"/>
                  <a:gd name="connsiteX498" fmla="*/ 2015782 w 2128636"/>
                  <a:gd name="connsiteY498" fmla="*/ 1256408 h 1637465"/>
                  <a:gd name="connsiteX499" fmla="*/ 1998261 w 2128636"/>
                  <a:gd name="connsiteY499" fmla="*/ 1245204 h 1637465"/>
                  <a:gd name="connsiteX500" fmla="*/ 1971204 w 2128636"/>
                  <a:gd name="connsiteY500" fmla="*/ 1234596 h 1637465"/>
                  <a:gd name="connsiteX501" fmla="*/ 1956782 w 2128636"/>
                  <a:gd name="connsiteY501" fmla="*/ 1231974 h 1637465"/>
                  <a:gd name="connsiteX502" fmla="*/ 1939857 w 2128636"/>
                  <a:gd name="connsiteY502" fmla="*/ 1220054 h 1637465"/>
                  <a:gd name="connsiteX503" fmla="*/ 1899450 w 2128636"/>
                  <a:gd name="connsiteY503" fmla="*/ 1189303 h 1637465"/>
                  <a:gd name="connsiteX504" fmla="*/ 1902073 w 2128636"/>
                  <a:gd name="connsiteY504" fmla="*/ 1182866 h 1637465"/>
                  <a:gd name="connsiteX505" fmla="*/ 1921263 w 2128636"/>
                  <a:gd name="connsiteY505" fmla="*/ 1172258 h 1637465"/>
                  <a:gd name="connsiteX506" fmla="*/ 1911608 w 2128636"/>
                  <a:gd name="connsiteY506" fmla="*/ 1161650 h 1637465"/>
                  <a:gd name="connsiteX507" fmla="*/ 1908509 w 2128636"/>
                  <a:gd name="connsiteY507" fmla="*/ 1148896 h 1637465"/>
                  <a:gd name="connsiteX508" fmla="*/ 1893014 w 2128636"/>
                  <a:gd name="connsiteY508" fmla="*/ 1131375 h 1637465"/>
                  <a:gd name="connsiteX509" fmla="*/ 1884074 w 2128636"/>
                  <a:gd name="connsiteY509" fmla="*/ 1117549 h 1637465"/>
                  <a:gd name="connsiteX510" fmla="*/ 1875016 w 2128636"/>
                  <a:gd name="connsiteY510" fmla="*/ 1099432 h 1637465"/>
                  <a:gd name="connsiteX511" fmla="*/ 1858567 w 2128636"/>
                  <a:gd name="connsiteY511" fmla="*/ 1072852 h 1637465"/>
                  <a:gd name="connsiteX512" fmla="*/ 1846648 w 2128636"/>
                  <a:gd name="connsiteY512" fmla="*/ 1051159 h 1637465"/>
                  <a:gd name="connsiteX513" fmla="*/ 1836040 w 2128636"/>
                  <a:gd name="connsiteY513" fmla="*/ 1059025 h 1637465"/>
                  <a:gd name="connsiteX514" fmla="*/ 1824836 w 2128636"/>
                  <a:gd name="connsiteY514" fmla="*/ 1075593 h 1637465"/>
                  <a:gd name="connsiteX515" fmla="*/ 1821618 w 2128636"/>
                  <a:gd name="connsiteY515" fmla="*/ 1089896 h 1637465"/>
                  <a:gd name="connsiteX516" fmla="*/ 1816850 w 2128636"/>
                  <a:gd name="connsiteY516" fmla="*/ 1103246 h 1637465"/>
                  <a:gd name="connsiteX517" fmla="*/ 1808387 w 2128636"/>
                  <a:gd name="connsiteY517" fmla="*/ 1112185 h 1637465"/>
                  <a:gd name="connsiteX518" fmla="*/ 1794084 w 2128636"/>
                  <a:gd name="connsiteY518" fmla="*/ 1114331 h 1637465"/>
                  <a:gd name="connsiteX519" fmla="*/ 1770246 w 2128636"/>
                  <a:gd name="connsiteY519" fmla="*/ 1128157 h 1637465"/>
                  <a:gd name="connsiteX520" fmla="*/ 1757492 w 2128636"/>
                  <a:gd name="connsiteY520" fmla="*/ 1117549 h 1637465"/>
                  <a:gd name="connsiteX521" fmla="*/ 1743666 w 2128636"/>
                  <a:gd name="connsiteY521" fmla="*/ 1105630 h 1637465"/>
                  <a:gd name="connsiteX522" fmla="*/ 1730912 w 2128636"/>
                  <a:gd name="connsiteY522" fmla="*/ 1097048 h 1637465"/>
                  <a:gd name="connsiteX523" fmla="*/ 1721377 w 2128636"/>
                  <a:gd name="connsiteY523" fmla="*/ 1080599 h 1637465"/>
                  <a:gd name="connsiteX524" fmla="*/ 1718635 w 2128636"/>
                  <a:gd name="connsiteY524" fmla="*/ 1053543 h 1637465"/>
                  <a:gd name="connsiteX525" fmla="*/ 1726621 w 2128636"/>
                  <a:gd name="connsiteY525" fmla="*/ 1033280 h 1637465"/>
                  <a:gd name="connsiteX526" fmla="*/ 1713868 w 2128636"/>
                  <a:gd name="connsiteY526" fmla="*/ 1032326 h 1637465"/>
                  <a:gd name="connsiteX527" fmla="*/ 1700637 w 2128636"/>
                  <a:gd name="connsiteY527" fmla="*/ 1026963 h 1637465"/>
                  <a:gd name="connsiteX528" fmla="*/ 1671912 w 2128636"/>
                  <a:gd name="connsiteY528" fmla="*/ 1016831 h 1637465"/>
                  <a:gd name="connsiteX529" fmla="*/ 1660827 w 2128636"/>
                  <a:gd name="connsiteY529" fmla="*/ 1003005 h 1637465"/>
                  <a:gd name="connsiteX530" fmla="*/ 1648908 w 2128636"/>
                  <a:gd name="connsiteY530" fmla="*/ 994542 h 1637465"/>
                  <a:gd name="connsiteX531" fmla="*/ 1638896 w 2128636"/>
                  <a:gd name="connsiteY531" fmla="*/ 985007 h 1637465"/>
                  <a:gd name="connsiteX532" fmla="*/ 1621851 w 2128636"/>
                  <a:gd name="connsiteY532" fmla="*/ 976425 h 1637465"/>
                  <a:gd name="connsiteX533" fmla="*/ 1598013 w 2128636"/>
                  <a:gd name="connsiteY533" fmla="*/ 984411 h 1637465"/>
                  <a:gd name="connsiteX534" fmla="*/ 1576320 w 2128636"/>
                  <a:gd name="connsiteY534" fmla="*/ 980716 h 1637465"/>
                  <a:gd name="connsiteX535" fmla="*/ 1557130 w 2128636"/>
                  <a:gd name="connsiteY535" fmla="*/ 974399 h 1637465"/>
                  <a:gd name="connsiteX536" fmla="*/ 1525305 w 2128636"/>
                  <a:gd name="connsiteY536" fmla="*/ 974399 h 1637465"/>
                  <a:gd name="connsiteX537" fmla="*/ 1515174 w 2128636"/>
                  <a:gd name="connsiteY537" fmla="*/ 991920 h 1637465"/>
                  <a:gd name="connsiteX538" fmla="*/ 1530550 w 2128636"/>
                  <a:gd name="connsiteY538" fmla="*/ 1008369 h 1637465"/>
                  <a:gd name="connsiteX539" fmla="*/ 1524709 w 2128636"/>
                  <a:gd name="connsiteY539" fmla="*/ 1020288 h 1637465"/>
                  <a:gd name="connsiteX540" fmla="*/ 1517320 w 2128636"/>
                  <a:gd name="connsiteY540" fmla="*/ 1031492 h 1637465"/>
                  <a:gd name="connsiteX541" fmla="*/ 1524709 w 2128636"/>
                  <a:gd name="connsiteY541" fmla="*/ 1044722 h 1637465"/>
                  <a:gd name="connsiteX542" fmla="*/ 1534245 w 2128636"/>
                  <a:gd name="connsiteY542" fmla="*/ 1066535 h 1637465"/>
                  <a:gd name="connsiteX543" fmla="*/ 1524709 w 2128636"/>
                  <a:gd name="connsiteY543" fmla="*/ 1078454 h 1637465"/>
                  <a:gd name="connsiteX544" fmla="*/ 1517796 w 2128636"/>
                  <a:gd name="connsiteY544" fmla="*/ 1094902 h 1637465"/>
                  <a:gd name="connsiteX545" fmla="*/ 1509810 w 2128636"/>
                  <a:gd name="connsiteY545" fmla="*/ 1117787 h 1637465"/>
                  <a:gd name="connsiteX546" fmla="*/ 1545568 w 2128636"/>
                  <a:gd name="connsiteY546" fmla="*/ 1146513 h 1637465"/>
                  <a:gd name="connsiteX547" fmla="*/ 1550932 w 2128636"/>
                  <a:gd name="connsiteY547" fmla="*/ 1199077 h 1637465"/>
                  <a:gd name="connsiteX548" fmla="*/ 1516962 w 2128636"/>
                  <a:gd name="connsiteY548" fmla="*/ 1232570 h 1637465"/>
                  <a:gd name="connsiteX549" fmla="*/ 1483469 w 2128636"/>
                  <a:gd name="connsiteY549" fmla="*/ 1244489 h 1637465"/>
                  <a:gd name="connsiteX550" fmla="*/ 1489786 w 2128636"/>
                  <a:gd name="connsiteY550" fmla="*/ 1268327 h 1637465"/>
                  <a:gd name="connsiteX551" fmla="*/ 1496222 w 2128636"/>
                  <a:gd name="connsiteY551" fmla="*/ 1292166 h 1637465"/>
                  <a:gd name="connsiteX552" fmla="*/ 1503136 w 2128636"/>
                  <a:gd name="connsiteY552" fmla="*/ 1320891 h 1637465"/>
                  <a:gd name="connsiteX553" fmla="*/ 1497772 w 2128636"/>
                  <a:gd name="connsiteY553" fmla="*/ 1341154 h 1637465"/>
                  <a:gd name="connsiteX554" fmla="*/ 1501467 w 2128636"/>
                  <a:gd name="connsiteY554" fmla="*/ 1353073 h 1637465"/>
                  <a:gd name="connsiteX555" fmla="*/ 1490859 w 2128636"/>
                  <a:gd name="connsiteY555" fmla="*/ 1352000 h 1637465"/>
                  <a:gd name="connsiteX556" fmla="*/ 1477628 w 2128636"/>
                  <a:gd name="connsiteY556" fmla="*/ 1366899 h 1637465"/>
                  <a:gd name="connsiteX557" fmla="*/ 1457366 w 2128636"/>
                  <a:gd name="connsiteY557" fmla="*/ 1359509 h 1637465"/>
                  <a:gd name="connsiteX558" fmla="*/ 1448903 w 2128636"/>
                  <a:gd name="connsiteY558" fmla="*/ 1342942 h 1637465"/>
                  <a:gd name="connsiteX559" fmla="*/ 1431859 w 2128636"/>
                  <a:gd name="connsiteY559" fmla="*/ 1326493 h 1637465"/>
                  <a:gd name="connsiteX560" fmla="*/ 1415410 w 2128636"/>
                  <a:gd name="connsiteY560" fmla="*/ 1305277 h 1637465"/>
                  <a:gd name="connsiteX561" fmla="*/ 1413860 w 2128636"/>
                  <a:gd name="connsiteY561" fmla="*/ 1268566 h 1637465"/>
                  <a:gd name="connsiteX562" fmla="*/ 1416483 w 2128636"/>
                  <a:gd name="connsiteY562" fmla="*/ 1249495 h 1637465"/>
                  <a:gd name="connsiteX563" fmla="*/ 1403252 w 2128636"/>
                  <a:gd name="connsiteY563" fmla="*/ 1234596 h 1637465"/>
                  <a:gd name="connsiteX564" fmla="*/ 1367495 w 2128636"/>
                  <a:gd name="connsiteY564" fmla="*/ 1232450 h 1637465"/>
                  <a:gd name="connsiteX565" fmla="*/ 1342583 w 2128636"/>
                  <a:gd name="connsiteY565" fmla="*/ 1227683 h 1637465"/>
                  <a:gd name="connsiteX566" fmla="*/ 1309567 w 2128636"/>
                  <a:gd name="connsiteY566" fmla="*/ 1211711 h 1637465"/>
                  <a:gd name="connsiteX567" fmla="*/ 1284060 w 2128636"/>
                  <a:gd name="connsiteY567" fmla="*/ 1194190 h 1637465"/>
                  <a:gd name="connsiteX568" fmla="*/ 1262367 w 2128636"/>
                  <a:gd name="connsiteY568" fmla="*/ 1180959 h 1637465"/>
                  <a:gd name="connsiteX569" fmla="*/ 1236264 w 2128636"/>
                  <a:gd name="connsiteY569" fmla="*/ 1174523 h 1637465"/>
                  <a:gd name="connsiteX570" fmla="*/ 1204439 w 2128636"/>
                  <a:gd name="connsiteY570" fmla="*/ 1161769 h 1637465"/>
                  <a:gd name="connsiteX571" fmla="*/ 1168682 w 2128636"/>
                  <a:gd name="connsiteY571" fmla="*/ 1172377 h 1637465"/>
                  <a:gd name="connsiteX572" fmla="*/ 1171900 w 2128636"/>
                  <a:gd name="connsiteY572" fmla="*/ 1160458 h 1637465"/>
                  <a:gd name="connsiteX573" fmla="*/ 1161173 w 2128636"/>
                  <a:gd name="connsiteY573" fmla="*/ 1130183 h 1637465"/>
                  <a:gd name="connsiteX574" fmla="*/ 1143651 w 2128636"/>
                  <a:gd name="connsiteY574" fmla="*/ 1109444 h 1637465"/>
                  <a:gd name="connsiteX575" fmla="*/ 1117071 w 2128636"/>
                  <a:gd name="connsiteY575" fmla="*/ 1103127 h 1637465"/>
                  <a:gd name="connsiteX576" fmla="*/ 1115999 w 2128636"/>
                  <a:gd name="connsiteY576" fmla="*/ 1057953 h 1637465"/>
                  <a:gd name="connsiteX577" fmla="*/ 1132566 w 2128636"/>
                  <a:gd name="connsiteY577" fmla="*/ 1018023 h 1637465"/>
                  <a:gd name="connsiteX578" fmla="*/ 1149492 w 2128636"/>
                  <a:gd name="connsiteY578" fmla="*/ 1004197 h 1637465"/>
                  <a:gd name="connsiteX579" fmla="*/ 1159146 w 2128636"/>
                  <a:gd name="connsiteY579" fmla="*/ 985603 h 1637465"/>
                  <a:gd name="connsiteX580" fmla="*/ 1169158 w 2128636"/>
                  <a:gd name="connsiteY580" fmla="*/ 974995 h 1637465"/>
                  <a:gd name="connsiteX581" fmla="*/ 1174999 w 2128636"/>
                  <a:gd name="connsiteY581" fmla="*/ 967605 h 1637465"/>
                  <a:gd name="connsiteX582" fmla="*/ 1186203 w 2128636"/>
                  <a:gd name="connsiteY582" fmla="*/ 960692 h 1637465"/>
                  <a:gd name="connsiteX583" fmla="*/ 1213856 w 2128636"/>
                  <a:gd name="connsiteY583" fmla="*/ 944124 h 1637465"/>
                  <a:gd name="connsiteX584" fmla="*/ 1179290 w 2128636"/>
                  <a:gd name="connsiteY584" fmla="*/ 930894 h 1637465"/>
                  <a:gd name="connsiteX585" fmla="*/ 1141506 w 2128636"/>
                  <a:gd name="connsiteY585" fmla="*/ 914445 h 1637465"/>
                  <a:gd name="connsiteX586" fmla="*/ 1195738 w 2128636"/>
                  <a:gd name="connsiteY586" fmla="*/ 923980 h 1637465"/>
                  <a:gd name="connsiteX587" fmla="*/ 1224464 w 2128636"/>
                  <a:gd name="connsiteY587" fmla="*/ 928271 h 1637465"/>
                  <a:gd name="connsiteX588" fmla="*/ 1230304 w 2128636"/>
                  <a:gd name="connsiteY588" fmla="*/ 907532 h 1637465"/>
                  <a:gd name="connsiteX589" fmla="*/ 1266062 w 2128636"/>
                  <a:gd name="connsiteY589" fmla="*/ 913372 h 1637465"/>
                  <a:gd name="connsiteX590" fmla="*/ 1300032 w 2128636"/>
                  <a:gd name="connsiteY590" fmla="*/ 878330 h 1637465"/>
                  <a:gd name="connsiteX591" fmla="*/ 1281438 w 2128636"/>
                  <a:gd name="connsiteY591" fmla="*/ 866411 h 1637465"/>
                  <a:gd name="connsiteX592" fmla="*/ 1239959 w 2128636"/>
                  <a:gd name="connsiteY592" fmla="*/ 852584 h 1637465"/>
                  <a:gd name="connsiteX593" fmla="*/ 1241627 w 2128636"/>
                  <a:gd name="connsiteY593" fmla="*/ 839354 h 1637465"/>
                  <a:gd name="connsiteX594" fmla="*/ 1289304 w 2128636"/>
                  <a:gd name="connsiteY594" fmla="*/ 863192 h 1637465"/>
                  <a:gd name="connsiteX595" fmla="*/ 1325062 w 2128636"/>
                  <a:gd name="connsiteY595" fmla="*/ 837208 h 1637465"/>
                  <a:gd name="connsiteX596" fmla="*/ 1311236 w 2128636"/>
                  <a:gd name="connsiteY596" fmla="*/ 823382 h 1637465"/>
                  <a:gd name="connsiteX597" fmla="*/ 1329830 w 2128636"/>
                  <a:gd name="connsiteY597" fmla="*/ 815396 h 1637465"/>
                  <a:gd name="connsiteX598" fmla="*/ 1345325 w 2128636"/>
                  <a:gd name="connsiteY598" fmla="*/ 826481 h 1637465"/>
                  <a:gd name="connsiteX599" fmla="*/ 1370832 w 2128636"/>
                  <a:gd name="connsiteY599" fmla="*/ 823859 h 1637465"/>
                  <a:gd name="connsiteX600" fmla="*/ 1357482 w 2128636"/>
                  <a:gd name="connsiteY600" fmla="*/ 806934 h 1637465"/>
                  <a:gd name="connsiteX601" fmla="*/ 1361773 w 2128636"/>
                  <a:gd name="connsiteY601" fmla="*/ 800497 h 1637465"/>
                  <a:gd name="connsiteX602" fmla="*/ 1378222 w 2128636"/>
                  <a:gd name="connsiteY602" fmla="*/ 814919 h 1637465"/>
                  <a:gd name="connsiteX603" fmla="*/ 1398961 w 2128636"/>
                  <a:gd name="connsiteY603" fmla="*/ 814919 h 1637465"/>
                  <a:gd name="connsiteX604" fmla="*/ 1420774 w 2128636"/>
                  <a:gd name="connsiteY604" fmla="*/ 798471 h 1637465"/>
                  <a:gd name="connsiteX605" fmla="*/ 1434600 w 2128636"/>
                  <a:gd name="connsiteY605" fmla="*/ 789412 h 1637465"/>
                  <a:gd name="connsiteX606" fmla="*/ 1422681 w 2128636"/>
                  <a:gd name="connsiteY606" fmla="*/ 763309 h 1637465"/>
                  <a:gd name="connsiteX607" fmla="*/ 1414814 w 2128636"/>
                  <a:gd name="connsiteY607" fmla="*/ 746384 h 1637465"/>
                  <a:gd name="connsiteX608" fmla="*/ 1414814 w 2128636"/>
                  <a:gd name="connsiteY608" fmla="*/ 736252 h 1637465"/>
                  <a:gd name="connsiteX609" fmla="*/ 1438652 w 2128636"/>
                  <a:gd name="connsiteY609" fmla="*/ 727790 h 1637465"/>
                  <a:gd name="connsiteX610" fmla="*/ 1432216 w 2128636"/>
                  <a:gd name="connsiteY610" fmla="*/ 713368 h 1637465"/>
                  <a:gd name="connsiteX611" fmla="*/ 1424230 w 2128636"/>
                  <a:gd name="connsiteY611" fmla="*/ 702759 h 1637465"/>
                  <a:gd name="connsiteX612" fmla="*/ 1406232 w 2128636"/>
                  <a:gd name="connsiteY612" fmla="*/ 690006 h 1637465"/>
                  <a:gd name="connsiteX613" fmla="*/ 1379056 w 2128636"/>
                  <a:gd name="connsiteY613" fmla="*/ 682616 h 1637465"/>
                  <a:gd name="connsiteX614" fmla="*/ 1341391 w 2128636"/>
                  <a:gd name="connsiteY614" fmla="*/ 679398 h 1637465"/>
                  <a:gd name="connsiteX615" fmla="*/ 1343537 w 2128636"/>
                  <a:gd name="connsiteY615" fmla="*/ 702283 h 1637465"/>
                  <a:gd name="connsiteX616" fmla="*/ 1350927 w 2128636"/>
                  <a:gd name="connsiteY616" fmla="*/ 714202 h 1637465"/>
                  <a:gd name="connsiteX617" fmla="*/ 1346636 w 2128636"/>
                  <a:gd name="connsiteY617" fmla="*/ 724810 h 1637465"/>
                  <a:gd name="connsiteX618" fmla="*/ 1331260 w 2128636"/>
                  <a:gd name="connsiteY618" fmla="*/ 735418 h 1637465"/>
                  <a:gd name="connsiteX619" fmla="*/ 1319341 w 2128636"/>
                  <a:gd name="connsiteY619" fmla="*/ 759257 h 1637465"/>
                  <a:gd name="connsiteX620" fmla="*/ 1308733 w 2128636"/>
                  <a:gd name="connsiteY620" fmla="*/ 744358 h 1637465"/>
                  <a:gd name="connsiteX621" fmla="*/ 1305515 w 2128636"/>
                  <a:gd name="connsiteY621" fmla="*/ 762952 h 1637465"/>
                  <a:gd name="connsiteX622" fmla="*/ 1314573 w 2128636"/>
                  <a:gd name="connsiteY622" fmla="*/ 777851 h 1637465"/>
                  <a:gd name="connsiteX623" fmla="*/ 1297529 w 2128636"/>
                  <a:gd name="connsiteY623" fmla="*/ 789770 h 1637465"/>
                  <a:gd name="connsiteX624" fmla="*/ 1284298 w 2128636"/>
                  <a:gd name="connsiteY624" fmla="*/ 779162 h 1637465"/>
                  <a:gd name="connsiteX625" fmla="*/ 1268327 w 2128636"/>
                  <a:gd name="connsiteY625" fmla="*/ 754131 h 1637465"/>
                  <a:gd name="connsiteX626" fmla="*/ 1278458 w 2128636"/>
                  <a:gd name="connsiteY626" fmla="*/ 743523 h 1637465"/>
                  <a:gd name="connsiteX627" fmla="*/ 1277862 w 2128636"/>
                  <a:gd name="connsiteY627" fmla="*/ 727551 h 1637465"/>
                  <a:gd name="connsiteX628" fmla="*/ 1261890 w 2128636"/>
                  <a:gd name="connsiteY628" fmla="*/ 711103 h 1637465"/>
                  <a:gd name="connsiteX629" fmla="*/ 1239601 w 2128636"/>
                  <a:gd name="connsiteY629" fmla="*/ 705739 h 1637465"/>
                  <a:gd name="connsiteX630" fmla="*/ 1230543 w 2128636"/>
                  <a:gd name="connsiteY630" fmla="*/ 722784 h 1637465"/>
                  <a:gd name="connsiteX631" fmla="*/ 1219934 w 2128636"/>
                  <a:gd name="connsiteY631" fmla="*/ 741974 h 1637465"/>
                  <a:gd name="connsiteX632" fmla="*/ 1211948 w 2128636"/>
                  <a:gd name="connsiteY632" fmla="*/ 713248 h 1637465"/>
                  <a:gd name="connsiteX633" fmla="*/ 1215167 w 2128636"/>
                  <a:gd name="connsiteY633" fmla="*/ 703117 h 1637465"/>
                  <a:gd name="connsiteX634" fmla="*/ 1221007 w 2128636"/>
                  <a:gd name="connsiteY634" fmla="*/ 693582 h 1637465"/>
                  <a:gd name="connsiteX635" fmla="*/ 1197169 w 2128636"/>
                  <a:gd name="connsiteY635" fmla="*/ 684046 h 1637465"/>
                  <a:gd name="connsiteX636" fmla="*/ 1179171 w 2128636"/>
                  <a:gd name="connsiteY636" fmla="*/ 688814 h 1637465"/>
                  <a:gd name="connsiteX637" fmla="*/ 1180243 w 2128636"/>
                  <a:gd name="connsiteY637" fmla="*/ 668074 h 1637465"/>
                  <a:gd name="connsiteX638" fmla="*/ 1194070 w 2128636"/>
                  <a:gd name="connsiteY638" fmla="*/ 663307 h 1637465"/>
                  <a:gd name="connsiteX639" fmla="*/ 1179171 w 2128636"/>
                  <a:gd name="connsiteY639" fmla="*/ 647812 h 1637465"/>
                  <a:gd name="connsiteX640" fmla="*/ 1157954 w 2128636"/>
                  <a:gd name="connsiteY640" fmla="*/ 635058 h 1637465"/>
                  <a:gd name="connsiteX641" fmla="*/ 1158908 w 2128636"/>
                  <a:gd name="connsiteY641" fmla="*/ 613842 h 1637465"/>
                  <a:gd name="connsiteX642" fmla="*/ 1128156 w 2128636"/>
                  <a:gd name="connsiteY642" fmla="*/ 592626 h 1637465"/>
                  <a:gd name="connsiteX643" fmla="*/ 1122316 w 2128636"/>
                  <a:gd name="connsiteY643" fmla="*/ 582018 h 1637465"/>
                  <a:gd name="connsiteX644" fmla="*/ 1139837 w 2128636"/>
                  <a:gd name="connsiteY644" fmla="*/ 569264 h 1637465"/>
                  <a:gd name="connsiteX645" fmla="*/ 1143532 w 2128636"/>
                  <a:gd name="connsiteY645" fmla="*/ 553769 h 1637465"/>
                  <a:gd name="connsiteX646" fmla="*/ 1145201 w 2128636"/>
                  <a:gd name="connsiteY646" fmla="*/ 545783 h 1637465"/>
                  <a:gd name="connsiteX647" fmla="*/ 1182389 w 2128636"/>
                  <a:gd name="connsiteY647" fmla="*/ 549001 h 1637465"/>
                  <a:gd name="connsiteX648" fmla="*/ 1216835 w 2128636"/>
                  <a:gd name="connsiteY648" fmla="*/ 501324 h 1637465"/>
                  <a:gd name="connsiteX649" fmla="*/ 1191924 w 2128636"/>
                  <a:gd name="connsiteY649" fmla="*/ 490716 h 1637465"/>
                  <a:gd name="connsiteX650" fmla="*/ 1152591 w 2128636"/>
                  <a:gd name="connsiteY650" fmla="*/ 482254 h 1637465"/>
                  <a:gd name="connsiteX651" fmla="*/ 1102649 w 2128636"/>
                  <a:gd name="connsiteY651" fmla="*/ 490239 h 1637465"/>
                  <a:gd name="connsiteX652" fmla="*/ 1108966 w 2128636"/>
                  <a:gd name="connsiteY652" fmla="*/ 504543 h 1637465"/>
                  <a:gd name="connsiteX653" fmla="*/ 1093590 w 2128636"/>
                  <a:gd name="connsiteY653" fmla="*/ 502993 h 1637465"/>
                  <a:gd name="connsiteX654" fmla="*/ 1093590 w 2128636"/>
                  <a:gd name="connsiteY654" fmla="*/ 530646 h 1637465"/>
                  <a:gd name="connsiteX655" fmla="*/ 1102649 w 2128636"/>
                  <a:gd name="connsiteY655" fmla="*/ 557106 h 1637465"/>
                  <a:gd name="connsiteX656" fmla="*/ 1106821 w 2128636"/>
                  <a:gd name="connsiteY656" fmla="*/ 584759 h 1637465"/>
                  <a:gd name="connsiteX657" fmla="*/ 1092041 w 2128636"/>
                  <a:gd name="connsiteY657" fmla="*/ 598585 h 1637465"/>
                  <a:gd name="connsiteX658" fmla="*/ 1099431 w 2128636"/>
                  <a:gd name="connsiteY658" fmla="*/ 613008 h 1637465"/>
                  <a:gd name="connsiteX659" fmla="*/ 1079764 w 2128636"/>
                  <a:gd name="connsiteY659" fmla="*/ 610862 h 1637465"/>
                  <a:gd name="connsiteX660" fmla="*/ 1074996 w 2128636"/>
                  <a:gd name="connsiteY660" fmla="*/ 636846 h 1637465"/>
                  <a:gd name="connsiteX661" fmla="*/ 1079287 w 2128636"/>
                  <a:gd name="connsiteY661" fmla="*/ 648765 h 1637465"/>
                  <a:gd name="connsiteX662" fmla="*/ 1080837 w 2128636"/>
                  <a:gd name="connsiteY662" fmla="*/ 675941 h 1637465"/>
                  <a:gd name="connsiteX663" fmla="*/ 1129229 w 2128636"/>
                  <a:gd name="connsiteY663" fmla="*/ 692866 h 1637465"/>
                  <a:gd name="connsiteX664" fmla="*/ 1128633 w 2128636"/>
                  <a:gd name="connsiteY664" fmla="*/ 704786 h 1637465"/>
                  <a:gd name="connsiteX665" fmla="*/ 1121243 w 2128636"/>
                  <a:gd name="connsiteY665" fmla="*/ 723976 h 1637465"/>
                  <a:gd name="connsiteX666" fmla="*/ 1133162 w 2128636"/>
                  <a:gd name="connsiteY666" fmla="*/ 715394 h 1637465"/>
                  <a:gd name="connsiteX667" fmla="*/ 1143770 w 2128636"/>
                  <a:gd name="connsiteY667" fmla="*/ 728743 h 1637465"/>
                  <a:gd name="connsiteX668" fmla="*/ 1127322 w 2128636"/>
                  <a:gd name="connsiteY668" fmla="*/ 743046 h 1637465"/>
                  <a:gd name="connsiteX669" fmla="*/ 1103483 w 2128636"/>
                  <a:gd name="connsiteY669" fmla="*/ 752582 h 1637465"/>
                  <a:gd name="connsiteX670" fmla="*/ 1103483 w 2128636"/>
                  <a:gd name="connsiteY670" fmla="*/ 776420 h 1637465"/>
                  <a:gd name="connsiteX671" fmla="*/ 1090730 w 2128636"/>
                  <a:gd name="connsiteY671" fmla="*/ 785479 h 1637465"/>
                  <a:gd name="connsiteX672" fmla="*/ 1077976 w 2128636"/>
                  <a:gd name="connsiteY672" fmla="*/ 765812 h 1637465"/>
                  <a:gd name="connsiteX673" fmla="*/ 1081075 w 2128636"/>
                  <a:gd name="connsiteY673" fmla="*/ 747218 h 1637465"/>
                  <a:gd name="connsiteX674" fmla="*/ 1053542 w 2128636"/>
                  <a:gd name="connsiteY674" fmla="*/ 739232 h 1637465"/>
                  <a:gd name="connsiteX675" fmla="*/ 1071063 w 2128636"/>
                  <a:gd name="connsiteY675" fmla="*/ 736610 h 1637465"/>
                  <a:gd name="connsiteX676" fmla="*/ 1083817 w 2128636"/>
                  <a:gd name="connsiteY676" fmla="*/ 727075 h 1637465"/>
                  <a:gd name="connsiteX677" fmla="*/ 1111469 w 2128636"/>
                  <a:gd name="connsiteY677" fmla="*/ 724929 h 1637465"/>
                  <a:gd name="connsiteX678" fmla="*/ 1098120 w 2128636"/>
                  <a:gd name="connsiteY678" fmla="*/ 704190 h 1637465"/>
                  <a:gd name="connsiteX679" fmla="*/ 1079049 w 2128636"/>
                  <a:gd name="connsiteY679" fmla="*/ 702640 h 1637465"/>
                  <a:gd name="connsiteX680" fmla="*/ 1098716 w 2128636"/>
                  <a:gd name="connsiteY680" fmla="*/ 698826 h 1637465"/>
                  <a:gd name="connsiteX681" fmla="*/ 1084293 w 2128636"/>
                  <a:gd name="connsiteY681" fmla="*/ 690363 h 1637465"/>
                  <a:gd name="connsiteX682" fmla="*/ 1057714 w 2128636"/>
                  <a:gd name="connsiteY682" fmla="*/ 684523 h 1637465"/>
                  <a:gd name="connsiteX683" fmla="*/ 1030061 w 2128636"/>
                  <a:gd name="connsiteY683" fmla="*/ 690959 h 1637465"/>
                  <a:gd name="connsiteX684" fmla="*/ 1006222 w 2128636"/>
                  <a:gd name="connsiteY684" fmla="*/ 707408 h 1637465"/>
                  <a:gd name="connsiteX685" fmla="*/ 1027558 w 2128636"/>
                  <a:gd name="connsiteY685" fmla="*/ 719327 h 1637465"/>
                  <a:gd name="connsiteX686" fmla="*/ 1045556 w 2128636"/>
                  <a:gd name="connsiteY686" fmla="*/ 733154 h 1637465"/>
                  <a:gd name="connsiteX687" fmla="*/ 1034471 w 2128636"/>
                  <a:gd name="connsiteY687" fmla="*/ 739590 h 1637465"/>
                  <a:gd name="connsiteX688" fmla="*/ 1024816 w 2128636"/>
                  <a:gd name="connsiteY688" fmla="*/ 745907 h 1637465"/>
                  <a:gd name="connsiteX689" fmla="*/ 1023267 w 2128636"/>
                  <a:gd name="connsiteY689" fmla="*/ 761402 h 1637465"/>
                  <a:gd name="connsiteX690" fmla="*/ 1000978 w 2128636"/>
                  <a:gd name="connsiteY690" fmla="*/ 760806 h 1637465"/>
                  <a:gd name="connsiteX691" fmla="*/ 954135 w 2128636"/>
                  <a:gd name="connsiteY691" fmla="*/ 766647 h 1637465"/>
                  <a:gd name="connsiteX692" fmla="*/ 916470 w 2128636"/>
                  <a:gd name="connsiteY692" fmla="*/ 757588 h 1637465"/>
                  <a:gd name="connsiteX693" fmla="*/ 890963 w 2128636"/>
                  <a:gd name="connsiteY693" fmla="*/ 751747 h 1637465"/>
                  <a:gd name="connsiteX694" fmla="*/ 869628 w 2128636"/>
                  <a:gd name="connsiteY694" fmla="*/ 741139 h 1637465"/>
                  <a:gd name="connsiteX695" fmla="*/ 857709 w 2128636"/>
                  <a:gd name="connsiteY695" fmla="*/ 722069 h 1637465"/>
                  <a:gd name="connsiteX696" fmla="*/ 818375 w 2128636"/>
                  <a:gd name="connsiteY696" fmla="*/ 723618 h 1637465"/>
                  <a:gd name="connsiteX697" fmla="*/ 783333 w 2128636"/>
                  <a:gd name="connsiteY697" fmla="*/ 738994 h 1637465"/>
                  <a:gd name="connsiteX698" fmla="*/ 793941 w 2128636"/>
                  <a:gd name="connsiteY698" fmla="*/ 749125 h 1637465"/>
                  <a:gd name="connsiteX699" fmla="*/ 816230 w 2128636"/>
                  <a:gd name="connsiteY699" fmla="*/ 741735 h 1637465"/>
                  <a:gd name="connsiteX700" fmla="*/ 848173 w 2128636"/>
                  <a:gd name="connsiteY700" fmla="*/ 732677 h 1637465"/>
                  <a:gd name="connsiteX701" fmla="*/ 808840 w 2128636"/>
                  <a:gd name="connsiteY701" fmla="*/ 753416 h 1637465"/>
                  <a:gd name="connsiteX702" fmla="*/ 811462 w 2128636"/>
                  <a:gd name="connsiteY702" fmla="*/ 786313 h 1637465"/>
                  <a:gd name="connsiteX703" fmla="*/ 805622 w 2128636"/>
                  <a:gd name="connsiteY703" fmla="*/ 804431 h 1637465"/>
                  <a:gd name="connsiteX704" fmla="*/ 790722 w 2128636"/>
                  <a:gd name="connsiteY704" fmla="*/ 797994 h 1637465"/>
                  <a:gd name="connsiteX705" fmla="*/ 788100 w 2128636"/>
                  <a:gd name="connsiteY705" fmla="*/ 778327 h 1637465"/>
                  <a:gd name="connsiteX706" fmla="*/ 776181 w 2128636"/>
                  <a:gd name="connsiteY706" fmla="*/ 771414 h 1637465"/>
                  <a:gd name="connsiteX707" fmla="*/ 760328 w 2128636"/>
                  <a:gd name="connsiteY707" fmla="*/ 766170 h 1637465"/>
                  <a:gd name="connsiteX708" fmla="*/ 738993 w 2128636"/>
                  <a:gd name="connsiteY708" fmla="*/ 760806 h 1637465"/>
                  <a:gd name="connsiteX709" fmla="*/ 694892 w 2128636"/>
                  <a:gd name="connsiteY709" fmla="*/ 768315 h 1637465"/>
                  <a:gd name="connsiteX710" fmla="*/ 624211 w 2128636"/>
                  <a:gd name="connsiteY710" fmla="*/ 763428 h 1637465"/>
                  <a:gd name="connsiteX711" fmla="*/ 651386 w 2128636"/>
                  <a:gd name="connsiteY711" fmla="*/ 744834 h 1637465"/>
                  <a:gd name="connsiteX712" fmla="*/ 642328 w 2128636"/>
                  <a:gd name="connsiteY712" fmla="*/ 726836 h 1637465"/>
                  <a:gd name="connsiteX713" fmla="*/ 603471 w 2128636"/>
                  <a:gd name="connsiteY713" fmla="*/ 717301 h 1637465"/>
                  <a:gd name="connsiteX714" fmla="*/ 568429 w 2128636"/>
                  <a:gd name="connsiteY714" fmla="*/ 714083 h 1637465"/>
                  <a:gd name="connsiteX715" fmla="*/ 533386 w 2128636"/>
                  <a:gd name="connsiteY715" fmla="*/ 702879 h 1637465"/>
                  <a:gd name="connsiteX716" fmla="*/ 486543 w 2128636"/>
                  <a:gd name="connsiteY716" fmla="*/ 686907 h 1637465"/>
                  <a:gd name="connsiteX717" fmla="*/ 432430 w 2128636"/>
                  <a:gd name="connsiteY717" fmla="*/ 689052 h 1637465"/>
                  <a:gd name="connsiteX718" fmla="*/ 404777 w 2128636"/>
                  <a:gd name="connsiteY718" fmla="*/ 699184 h 1637465"/>
                  <a:gd name="connsiteX719" fmla="*/ 405850 w 2128636"/>
                  <a:gd name="connsiteY719" fmla="*/ 683808 h 1637465"/>
                  <a:gd name="connsiteX720" fmla="*/ 397864 w 2128636"/>
                  <a:gd name="connsiteY720" fmla="*/ 665214 h 1637465"/>
                  <a:gd name="connsiteX721" fmla="*/ 365444 w 2128636"/>
                  <a:gd name="connsiteY721" fmla="*/ 699184 h 1637465"/>
                  <a:gd name="connsiteX722" fmla="*/ 329686 w 2128636"/>
                  <a:gd name="connsiteY722" fmla="*/ 651507 h 1637465"/>
                  <a:gd name="connsiteX723" fmla="*/ 315264 w 2128636"/>
                  <a:gd name="connsiteY723" fmla="*/ 655678 h 1637465"/>
                  <a:gd name="connsiteX724" fmla="*/ 306801 w 2128636"/>
                  <a:gd name="connsiteY724" fmla="*/ 669505 h 1637465"/>
                  <a:gd name="connsiteX725" fmla="*/ 289280 w 2128636"/>
                  <a:gd name="connsiteY725" fmla="*/ 685000 h 1637465"/>
                  <a:gd name="connsiteX726" fmla="*/ 265441 w 2128636"/>
                  <a:gd name="connsiteY726" fmla="*/ 688695 h 1637465"/>
                  <a:gd name="connsiteX727" fmla="*/ 242557 w 2128636"/>
                  <a:gd name="connsiteY727" fmla="*/ 696085 h 1637465"/>
                  <a:gd name="connsiteX728" fmla="*/ 205368 w 2128636"/>
                  <a:gd name="connsiteY728" fmla="*/ 716347 h 1637465"/>
                  <a:gd name="connsiteX729" fmla="*/ 189397 w 2128636"/>
                  <a:gd name="connsiteY729" fmla="*/ 726955 h 1637465"/>
                  <a:gd name="connsiteX730" fmla="*/ 195237 w 2128636"/>
                  <a:gd name="connsiteY730" fmla="*/ 713606 h 1637465"/>
                  <a:gd name="connsiteX731" fmla="*/ 241484 w 2128636"/>
                  <a:gd name="connsiteY731" fmla="*/ 687026 h 1637465"/>
                  <a:gd name="connsiteX732" fmla="*/ 279149 w 2128636"/>
                  <a:gd name="connsiteY732" fmla="*/ 669028 h 1637465"/>
                  <a:gd name="connsiteX733" fmla="*/ 258528 w 2128636"/>
                  <a:gd name="connsiteY733" fmla="*/ 666406 h 1637465"/>
                  <a:gd name="connsiteX734" fmla="*/ 220744 w 2128636"/>
                  <a:gd name="connsiteY734" fmla="*/ 680709 h 1637465"/>
                  <a:gd name="connsiteX735" fmla="*/ 194164 w 2128636"/>
                  <a:gd name="connsiteY735" fmla="*/ 693462 h 1637465"/>
                  <a:gd name="connsiteX736" fmla="*/ 177120 w 2128636"/>
                  <a:gd name="connsiteY736" fmla="*/ 698230 h 1637465"/>
                  <a:gd name="connsiteX737" fmla="*/ 171875 w 2128636"/>
                  <a:gd name="connsiteY737" fmla="*/ 694535 h 1637465"/>
                  <a:gd name="connsiteX738" fmla="*/ 159122 w 2128636"/>
                  <a:gd name="connsiteY738" fmla="*/ 689172 h 1637465"/>
                  <a:gd name="connsiteX739" fmla="*/ 143150 w 2128636"/>
                  <a:gd name="connsiteY739" fmla="*/ 697753 h 1637465"/>
                  <a:gd name="connsiteX740" fmla="*/ 126106 w 2128636"/>
                  <a:gd name="connsiteY740" fmla="*/ 713129 h 1637465"/>
                  <a:gd name="connsiteX741" fmla="*/ 135760 w 2128636"/>
                  <a:gd name="connsiteY741" fmla="*/ 726955 h 1637465"/>
                  <a:gd name="connsiteX742" fmla="*/ 100002 w 2128636"/>
                  <a:gd name="connsiteY742" fmla="*/ 717420 h 1637465"/>
                  <a:gd name="connsiteX743" fmla="*/ 44220 w 2128636"/>
                  <a:gd name="connsiteY743" fmla="*/ 691317 h 1637465"/>
                  <a:gd name="connsiteX744" fmla="*/ 0 w 2128636"/>
                  <a:gd name="connsiteY744" fmla="*/ 687741 h 1637465"/>
                  <a:gd name="connsiteX745" fmla="*/ 0 w 2128636"/>
                  <a:gd name="connsiteY745" fmla="*/ 1055092 h 1637465"/>
                  <a:gd name="connsiteX746" fmla="*/ 12754 w 2128636"/>
                  <a:gd name="connsiteY746" fmla="*/ 1057714 h 1637465"/>
                  <a:gd name="connsiteX747" fmla="*/ 34685 w 2128636"/>
                  <a:gd name="connsiteY747" fmla="*/ 1053423 h 1637465"/>
                  <a:gd name="connsiteX748" fmla="*/ 51014 w 2128636"/>
                  <a:gd name="connsiteY748" fmla="*/ 1065343 h 1637465"/>
                  <a:gd name="connsiteX749" fmla="*/ 74853 w 2128636"/>
                  <a:gd name="connsiteY749" fmla="*/ 1089181 h 1637465"/>
                  <a:gd name="connsiteX750" fmla="*/ 93208 w 2128636"/>
                  <a:gd name="connsiteY750" fmla="*/ 1101100 h 1637465"/>
                  <a:gd name="connsiteX751" fmla="*/ 115259 w 2128636"/>
                  <a:gd name="connsiteY751" fmla="*/ 1084056 h 1637465"/>
                  <a:gd name="connsiteX752" fmla="*/ 147799 w 2128636"/>
                  <a:gd name="connsiteY752" fmla="*/ 1085486 h 1637465"/>
                  <a:gd name="connsiteX753" fmla="*/ 199528 w 2128636"/>
                  <a:gd name="connsiteY753" fmla="*/ 1144367 h 1637465"/>
                  <a:gd name="connsiteX754" fmla="*/ 242080 w 2128636"/>
                  <a:gd name="connsiteY754" fmla="*/ 1194666 h 1637465"/>
                  <a:gd name="connsiteX755" fmla="*/ 264726 w 2128636"/>
                  <a:gd name="connsiteY755" fmla="*/ 1220173 h 1637465"/>
                  <a:gd name="connsiteX756" fmla="*/ 269732 w 2128636"/>
                  <a:gd name="connsiteY756" fmla="*/ 1242105 h 1637465"/>
                  <a:gd name="connsiteX757" fmla="*/ 253403 w 2128636"/>
                  <a:gd name="connsiteY757" fmla="*/ 1254024 h 1637465"/>
                  <a:gd name="connsiteX758" fmla="*/ 263534 w 2128636"/>
                  <a:gd name="connsiteY758" fmla="*/ 1265943 h 1637465"/>
                  <a:gd name="connsiteX759" fmla="*/ 257098 w 2128636"/>
                  <a:gd name="connsiteY759" fmla="*/ 1276075 h 1637465"/>
                  <a:gd name="connsiteX760" fmla="*/ 261389 w 2128636"/>
                  <a:gd name="connsiteY760" fmla="*/ 1294192 h 1637465"/>
                  <a:gd name="connsiteX761" fmla="*/ 282128 w 2128636"/>
                  <a:gd name="connsiteY761" fmla="*/ 1293119 h 1637465"/>
                  <a:gd name="connsiteX762" fmla="*/ 287373 w 2128636"/>
                  <a:gd name="connsiteY762" fmla="*/ 1306945 h 1637465"/>
                  <a:gd name="connsiteX763" fmla="*/ 288446 w 2128636"/>
                  <a:gd name="connsiteY763" fmla="*/ 1316004 h 1637465"/>
                  <a:gd name="connsiteX764" fmla="*/ 297504 w 2128636"/>
                  <a:gd name="connsiteY764" fmla="*/ 1314931 h 1637465"/>
                  <a:gd name="connsiteX765" fmla="*/ 317171 w 2128636"/>
                  <a:gd name="connsiteY765" fmla="*/ 1326851 h 1637465"/>
                  <a:gd name="connsiteX766" fmla="*/ 318721 w 2128636"/>
                  <a:gd name="connsiteY766" fmla="*/ 1337459 h 1637465"/>
                  <a:gd name="connsiteX767" fmla="*/ 317648 w 2128636"/>
                  <a:gd name="connsiteY767" fmla="*/ 1351881 h 1637465"/>
                  <a:gd name="connsiteX768" fmla="*/ 323011 w 2128636"/>
                  <a:gd name="connsiteY768" fmla="*/ 1364635 h 1637465"/>
                  <a:gd name="connsiteX769" fmla="*/ 348519 w 2128636"/>
                  <a:gd name="connsiteY769" fmla="*/ 1374170 h 1637465"/>
                  <a:gd name="connsiteX770" fmla="*/ 364967 w 2128636"/>
                  <a:gd name="connsiteY770" fmla="*/ 1384301 h 1637465"/>
                  <a:gd name="connsiteX771" fmla="*/ 385707 w 2128636"/>
                  <a:gd name="connsiteY771" fmla="*/ 1390619 h 1637465"/>
                  <a:gd name="connsiteX772" fmla="*/ 394765 w 2128636"/>
                  <a:gd name="connsiteY772" fmla="*/ 1405041 h 1637465"/>
                  <a:gd name="connsiteX773" fmla="*/ 412883 w 2128636"/>
                  <a:gd name="connsiteY773" fmla="*/ 1407663 h 1637465"/>
                  <a:gd name="connsiteX774" fmla="*/ 427186 w 2128636"/>
                  <a:gd name="connsiteY774" fmla="*/ 1414576 h 1637465"/>
                  <a:gd name="connsiteX775" fmla="*/ 445541 w 2128636"/>
                  <a:gd name="connsiteY775" fmla="*/ 1436984 h 1637465"/>
                  <a:gd name="connsiteX776" fmla="*/ 1106106 w 2128636"/>
                  <a:gd name="connsiteY776" fmla="*/ 1433409 h 1637465"/>
                  <a:gd name="connsiteX777" fmla="*/ 1114330 w 2128636"/>
                  <a:gd name="connsiteY777" fmla="*/ 1422681 h 1637465"/>
                  <a:gd name="connsiteX778" fmla="*/ 1124223 w 2128636"/>
                  <a:gd name="connsiteY778" fmla="*/ 1441156 h 1637465"/>
                  <a:gd name="connsiteX779" fmla="*/ 1144843 w 2128636"/>
                  <a:gd name="connsiteY779" fmla="*/ 1448188 h 1637465"/>
                  <a:gd name="connsiteX780" fmla="*/ 1166775 w 2128636"/>
                  <a:gd name="connsiteY780" fmla="*/ 1448904 h 1637465"/>
                  <a:gd name="connsiteX781" fmla="*/ 1186561 w 2128636"/>
                  <a:gd name="connsiteY781" fmla="*/ 1456770 h 1637465"/>
                  <a:gd name="connsiteX782" fmla="*/ 1207181 w 2128636"/>
                  <a:gd name="connsiteY782" fmla="*/ 1460227 h 1637465"/>
                  <a:gd name="connsiteX783" fmla="*/ 1241389 w 2128636"/>
                  <a:gd name="connsiteY783" fmla="*/ 1465114 h 1637465"/>
                  <a:gd name="connsiteX784" fmla="*/ 1272737 w 2128636"/>
                  <a:gd name="connsiteY784" fmla="*/ 1435792 h 1637465"/>
                  <a:gd name="connsiteX785" fmla="*/ 1323751 w 2128636"/>
                  <a:gd name="connsiteY785" fmla="*/ 1457009 h 1637465"/>
                  <a:gd name="connsiteX786" fmla="*/ 1349258 w 2128636"/>
                  <a:gd name="connsiteY786" fmla="*/ 1475126 h 1637465"/>
                  <a:gd name="connsiteX787" fmla="*/ 1362727 w 2128636"/>
                  <a:gd name="connsiteY787" fmla="*/ 1508619 h 1637465"/>
                  <a:gd name="connsiteX788" fmla="*/ 1376434 w 2128636"/>
                  <a:gd name="connsiteY788" fmla="*/ 1518154 h 1637465"/>
                  <a:gd name="connsiteX789" fmla="*/ 1413026 w 2128636"/>
                  <a:gd name="connsiteY789" fmla="*/ 1522922 h 1637465"/>
                  <a:gd name="connsiteX790" fmla="*/ 1457604 w 2128636"/>
                  <a:gd name="connsiteY790" fmla="*/ 1534841 h 1637465"/>
                  <a:gd name="connsiteX791" fmla="*/ 1466186 w 2128636"/>
                  <a:gd name="connsiteY791" fmla="*/ 1567738 h 1637465"/>
                  <a:gd name="connsiteX792" fmla="*/ 1435315 w 2128636"/>
                  <a:gd name="connsiteY792" fmla="*/ 1560349 h 1637465"/>
                  <a:gd name="connsiteX793" fmla="*/ 1427925 w 2128636"/>
                  <a:gd name="connsiteY793" fmla="*/ 1581565 h 1637465"/>
                  <a:gd name="connsiteX794" fmla="*/ 1410881 w 2128636"/>
                  <a:gd name="connsiteY794" fmla="*/ 1618753 h 1637465"/>
                  <a:gd name="connsiteX795" fmla="*/ 1410881 w 2128636"/>
                  <a:gd name="connsiteY795" fmla="*/ 1618753 h 1637465"/>
                  <a:gd name="connsiteX796" fmla="*/ 1414695 w 2128636"/>
                  <a:gd name="connsiteY796" fmla="*/ 1637466 h 1637465"/>
                  <a:gd name="connsiteX797" fmla="*/ 1444374 w 2128636"/>
                  <a:gd name="connsiteY797" fmla="*/ 1622209 h 1637465"/>
                  <a:gd name="connsiteX798" fmla="*/ 1475245 w 2128636"/>
                  <a:gd name="connsiteY798" fmla="*/ 1625427 h 1637465"/>
                  <a:gd name="connsiteX799" fmla="*/ 1490144 w 2128636"/>
                  <a:gd name="connsiteY799" fmla="*/ 1620064 h 1637465"/>
                  <a:gd name="connsiteX800" fmla="*/ 1490144 w 2128636"/>
                  <a:gd name="connsiteY800" fmla="*/ 1622448 h 1637465"/>
                  <a:gd name="connsiteX801" fmla="*/ 1497176 w 2128636"/>
                  <a:gd name="connsiteY801" fmla="*/ 1616488 h 1637465"/>
                  <a:gd name="connsiteX802" fmla="*/ 1495865 w 2128636"/>
                  <a:gd name="connsiteY802" fmla="*/ 1606953 h 1637465"/>
                  <a:gd name="connsiteX803" fmla="*/ 1478820 w 2128636"/>
                  <a:gd name="connsiteY803" fmla="*/ 1601947 h 1637465"/>
                  <a:gd name="connsiteX804" fmla="*/ 1527689 w 2128636"/>
                  <a:gd name="connsiteY804" fmla="*/ 1582876 h 1637465"/>
                  <a:gd name="connsiteX805" fmla="*/ 1560825 w 2128636"/>
                  <a:gd name="connsiteY805" fmla="*/ 1580492 h 1637465"/>
                  <a:gd name="connsiteX806" fmla="*/ 1592887 w 2128636"/>
                  <a:gd name="connsiteY806" fmla="*/ 1556654 h 1637465"/>
                  <a:gd name="connsiteX807" fmla="*/ 1675011 w 2128636"/>
                  <a:gd name="connsiteY807" fmla="*/ 1555938 h 1637465"/>
                  <a:gd name="connsiteX808" fmla="*/ 1704809 w 2128636"/>
                  <a:gd name="connsiteY808" fmla="*/ 1524710 h 1637465"/>
                  <a:gd name="connsiteX809" fmla="*/ 1735322 w 2128636"/>
                  <a:gd name="connsiteY809" fmla="*/ 1482278 h 1637465"/>
                  <a:gd name="connsiteX810" fmla="*/ 1767147 w 2128636"/>
                  <a:gd name="connsiteY810" fmla="*/ 1491455 h 1637465"/>
                  <a:gd name="connsiteX811" fmla="*/ 1787409 w 2128636"/>
                  <a:gd name="connsiteY811" fmla="*/ 1558084 h 1637465"/>
                  <a:gd name="connsiteX812" fmla="*/ 1812559 w 2128636"/>
                  <a:gd name="connsiteY812" fmla="*/ 1547595 h 1637465"/>
                  <a:gd name="connsiteX813" fmla="*/ 1840688 w 2128636"/>
                  <a:gd name="connsiteY813" fmla="*/ 1527451 h 1637465"/>
                  <a:gd name="connsiteX814" fmla="*/ 1842238 w 2128636"/>
                  <a:gd name="connsiteY814" fmla="*/ 1537464 h 1637465"/>
                  <a:gd name="connsiteX815" fmla="*/ 1864050 w 2128636"/>
                  <a:gd name="connsiteY815" fmla="*/ 1546045 h 1637465"/>
                  <a:gd name="connsiteX816" fmla="*/ 1846052 w 2128636"/>
                  <a:gd name="connsiteY816" fmla="*/ 1550813 h 1637465"/>
                  <a:gd name="connsiteX817" fmla="*/ 1815181 w 2128636"/>
                  <a:gd name="connsiteY817" fmla="*/ 1566785 h 1637465"/>
                  <a:gd name="connsiteX818" fmla="*/ 1812559 w 2128636"/>
                  <a:gd name="connsiteY818" fmla="*/ 1593246 h 1637465"/>
                  <a:gd name="connsiteX819" fmla="*/ 1843907 w 2128636"/>
                  <a:gd name="connsiteY819" fmla="*/ 1587405 h 1637465"/>
                  <a:gd name="connsiteX820" fmla="*/ 1866792 w 2128636"/>
                  <a:gd name="connsiteY820" fmla="*/ 1567858 h 1637465"/>
                  <a:gd name="connsiteX821" fmla="*/ 1921978 w 2128636"/>
                  <a:gd name="connsiteY821" fmla="*/ 1552958 h 1637465"/>
                  <a:gd name="connsiteX822" fmla="*/ 1926745 w 2128636"/>
                  <a:gd name="connsiteY822" fmla="*/ 1541039 h 1637465"/>
                  <a:gd name="connsiteX823" fmla="*/ 1958689 w 2128636"/>
                  <a:gd name="connsiteY823" fmla="*/ 1529120 h 1637465"/>
                  <a:gd name="connsiteX824" fmla="*/ 1947127 w 2128636"/>
                  <a:gd name="connsiteY824" fmla="*/ 1519465 h 1637465"/>
                  <a:gd name="connsiteX825" fmla="*/ 564495 w 2128636"/>
                  <a:gd name="connsiteY825" fmla="*/ 830653 h 1637465"/>
                  <a:gd name="connsiteX826" fmla="*/ 531598 w 2128636"/>
                  <a:gd name="connsiteY826" fmla="*/ 847936 h 1637465"/>
                  <a:gd name="connsiteX827" fmla="*/ 515507 w 2128636"/>
                  <a:gd name="connsiteY827" fmla="*/ 857710 h 1637465"/>
                  <a:gd name="connsiteX828" fmla="*/ 508356 w 2128636"/>
                  <a:gd name="connsiteY828" fmla="*/ 870344 h 1637465"/>
                  <a:gd name="connsiteX829" fmla="*/ 477842 w 2128636"/>
                  <a:gd name="connsiteY829" fmla="*/ 883813 h 1637465"/>
                  <a:gd name="connsiteX830" fmla="*/ 495244 w 2128636"/>
                  <a:gd name="connsiteY830" fmla="*/ 854253 h 1637465"/>
                  <a:gd name="connsiteX831" fmla="*/ 466877 w 2128636"/>
                  <a:gd name="connsiteY831" fmla="*/ 871655 h 1637465"/>
                  <a:gd name="connsiteX832" fmla="*/ 445303 w 2128636"/>
                  <a:gd name="connsiteY832" fmla="*/ 878807 h 1637465"/>
                  <a:gd name="connsiteX833" fmla="*/ 434814 w 2128636"/>
                  <a:gd name="connsiteY833" fmla="*/ 869867 h 1637465"/>
                  <a:gd name="connsiteX834" fmla="*/ 448283 w 2128636"/>
                  <a:gd name="connsiteY834" fmla="*/ 855922 h 1637465"/>
                  <a:gd name="connsiteX835" fmla="*/ 449594 w 2128636"/>
                  <a:gd name="connsiteY835" fmla="*/ 840784 h 1637465"/>
                  <a:gd name="connsiteX836" fmla="*/ 475816 w 2128636"/>
                  <a:gd name="connsiteY836" fmla="*/ 836970 h 1637465"/>
                  <a:gd name="connsiteX837" fmla="*/ 445780 w 2128636"/>
                  <a:gd name="connsiteY837" fmla="*/ 826362 h 1637465"/>
                  <a:gd name="connsiteX838" fmla="*/ 399295 w 2128636"/>
                  <a:gd name="connsiteY838" fmla="*/ 833990 h 1637465"/>
                  <a:gd name="connsiteX839" fmla="*/ 462705 w 2128636"/>
                  <a:gd name="connsiteY839" fmla="*/ 815396 h 1637465"/>
                  <a:gd name="connsiteX840" fmla="*/ 522301 w 2128636"/>
                  <a:gd name="connsiteY840" fmla="*/ 803477 h 1637465"/>
                  <a:gd name="connsiteX841" fmla="*/ 511335 w 2128636"/>
                  <a:gd name="connsiteY841" fmla="*/ 825051 h 1637465"/>
                  <a:gd name="connsiteX842" fmla="*/ 551861 w 2128636"/>
                  <a:gd name="connsiteY842" fmla="*/ 819568 h 1637465"/>
                  <a:gd name="connsiteX843" fmla="*/ 563899 w 2128636"/>
                  <a:gd name="connsiteY843" fmla="*/ 830653 h 1637465"/>
                  <a:gd name="connsiteX844" fmla="*/ 698944 w 2128636"/>
                  <a:gd name="connsiteY844" fmla="*/ 1001336 h 1637465"/>
                  <a:gd name="connsiteX845" fmla="*/ 669265 w 2128636"/>
                  <a:gd name="connsiteY845" fmla="*/ 1014447 h 1637465"/>
                  <a:gd name="connsiteX846" fmla="*/ 649003 w 2128636"/>
                  <a:gd name="connsiteY846" fmla="*/ 1032565 h 1637465"/>
                  <a:gd name="connsiteX847" fmla="*/ 583924 w 2128636"/>
                  <a:gd name="connsiteY847" fmla="*/ 1025771 h 1637465"/>
                  <a:gd name="connsiteX848" fmla="*/ 608477 w 2128636"/>
                  <a:gd name="connsiteY848" fmla="*/ 1017785 h 1637465"/>
                  <a:gd name="connsiteX849" fmla="*/ 627429 w 2128636"/>
                  <a:gd name="connsiteY849" fmla="*/ 999191 h 1637465"/>
                  <a:gd name="connsiteX850" fmla="*/ 619920 w 2128636"/>
                  <a:gd name="connsiteY850" fmla="*/ 976783 h 1637465"/>
                  <a:gd name="connsiteX851" fmla="*/ 654486 w 2128636"/>
                  <a:gd name="connsiteY851" fmla="*/ 976783 h 1637465"/>
                  <a:gd name="connsiteX852" fmla="*/ 691316 w 2128636"/>
                  <a:gd name="connsiteY852" fmla="*/ 990251 h 1637465"/>
                  <a:gd name="connsiteX853" fmla="*/ 756395 w 2128636"/>
                  <a:gd name="connsiteY853" fmla="*/ 966413 h 1637465"/>
                  <a:gd name="connsiteX854" fmla="*/ 698348 w 2128636"/>
                  <a:gd name="connsiteY854" fmla="*/ 1001336 h 1637465"/>
                  <a:gd name="connsiteX855" fmla="*/ 1068441 w 2128636"/>
                  <a:gd name="connsiteY855" fmla="*/ 1387639 h 1637465"/>
                  <a:gd name="connsiteX856" fmla="*/ 1048178 w 2128636"/>
                  <a:gd name="connsiteY856" fmla="*/ 1345087 h 1637465"/>
                  <a:gd name="connsiteX857" fmla="*/ 1012420 w 2128636"/>
                  <a:gd name="connsiteY857" fmla="*/ 1291927 h 1637465"/>
                  <a:gd name="connsiteX858" fmla="*/ 1032468 w 2128636"/>
                  <a:gd name="connsiteY858" fmla="*/ 1277374 h 1637465"/>
                  <a:gd name="connsiteX859" fmla="*/ 1042219 w 2128636"/>
                  <a:gd name="connsiteY859" fmla="*/ 1282392 h 1637465"/>
                  <a:gd name="connsiteX860" fmla="*/ 1070825 w 2128636"/>
                  <a:gd name="connsiteY860" fmla="*/ 1350451 h 1637465"/>
                  <a:gd name="connsiteX861" fmla="*/ 1068202 w 2128636"/>
                  <a:gd name="connsiteY861" fmla="*/ 1387639 h 16374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Lst>
                <a:rect l="l" t="t" r="r" b="b"/>
                <a:pathLst>
                  <a:path w="2128636" h="1637465">
                    <a:moveTo>
                      <a:pt x="419796" y="1434958"/>
                    </a:moveTo>
                    <a:cubicBezTo>
                      <a:pt x="412883" y="1427449"/>
                      <a:pt x="394765" y="1429118"/>
                      <a:pt x="392143" y="1422204"/>
                    </a:cubicBezTo>
                    <a:cubicBezTo>
                      <a:pt x="389521" y="1415291"/>
                      <a:pt x="373072" y="1390261"/>
                      <a:pt x="364014" y="1390857"/>
                    </a:cubicBezTo>
                    <a:cubicBezTo>
                      <a:pt x="353072" y="1392526"/>
                      <a:pt x="341892" y="1390058"/>
                      <a:pt x="332666" y="1383944"/>
                    </a:cubicBezTo>
                    <a:cubicBezTo>
                      <a:pt x="322058" y="1375958"/>
                      <a:pt x="315145" y="1375362"/>
                      <a:pt x="307636" y="1380249"/>
                    </a:cubicBezTo>
                    <a:cubicBezTo>
                      <a:pt x="300127" y="1385136"/>
                      <a:pt x="315621" y="1386089"/>
                      <a:pt x="315145" y="1391334"/>
                    </a:cubicBezTo>
                    <a:cubicBezTo>
                      <a:pt x="314668" y="1396578"/>
                      <a:pt x="319912" y="1399916"/>
                      <a:pt x="326230" y="1398843"/>
                    </a:cubicBezTo>
                    <a:cubicBezTo>
                      <a:pt x="332547" y="1397770"/>
                      <a:pt x="336361" y="1410762"/>
                      <a:pt x="342678" y="1411596"/>
                    </a:cubicBezTo>
                    <a:cubicBezTo>
                      <a:pt x="348995" y="1412431"/>
                      <a:pt x="351260" y="1422204"/>
                      <a:pt x="358650" y="1422204"/>
                    </a:cubicBezTo>
                    <a:cubicBezTo>
                      <a:pt x="366040" y="1422204"/>
                      <a:pt x="367709" y="1430667"/>
                      <a:pt x="371404" y="1435435"/>
                    </a:cubicBezTo>
                    <a:cubicBezTo>
                      <a:pt x="375099" y="1440203"/>
                      <a:pt x="383323" y="1435435"/>
                      <a:pt x="383323" y="1440799"/>
                    </a:cubicBezTo>
                    <a:cubicBezTo>
                      <a:pt x="383323" y="1446162"/>
                      <a:pt x="391785" y="1448904"/>
                      <a:pt x="393931" y="1454267"/>
                    </a:cubicBezTo>
                    <a:cubicBezTo>
                      <a:pt x="406458" y="1456663"/>
                      <a:pt x="419307" y="1456663"/>
                      <a:pt x="431834" y="1454267"/>
                    </a:cubicBezTo>
                    <a:cubicBezTo>
                      <a:pt x="431941" y="1450823"/>
                      <a:pt x="432800" y="1447450"/>
                      <a:pt x="434337" y="1444374"/>
                    </a:cubicBezTo>
                    <a:cubicBezTo>
                      <a:pt x="438390" y="1437580"/>
                      <a:pt x="426709" y="1442348"/>
                      <a:pt x="419796" y="1434958"/>
                    </a:cubicBezTo>
                    <a:close/>
                    <a:moveTo>
                      <a:pt x="401678" y="590480"/>
                    </a:moveTo>
                    <a:cubicBezTo>
                      <a:pt x="420868" y="594771"/>
                      <a:pt x="422895" y="628741"/>
                      <a:pt x="435767" y="628741"/>
                    </a:cubicBezTo>
                    <a:cubicBezTo>
                      <a:pt x="444230" y="628741"/>
                      <a:pt x="437913" y="618133"/>
                      <a:pt x="451620" y="618133"/>
                    </a:cubicBezTo>
                    <a:cubicBezTo>
                      <a:pt x="465327" y="618133"/>
                      <a:pt x="462347" y="610624"/>
                      <a:pt x="475459" y="611696"/>
                    </a:cubicBezTo>
                    <a:cubicBezTo>
                      <a:pt x="488570" y="612769"/>
                      <a:pt x="499297" y="608597"/>
                      <a:pt x="499297" y="593698"/>
                    </a:cubicBezTo>
                    <a:cubicBezTo>
                      <a:pt x="499297" y="578799"/>
                      <a:pt x="508832" y="573436"/>
                      <a:pt x="521586" y="569860"/>
                    </a:cubicBezTo>
                    <a:cubicBezTo>
                      <a:pt x="534340" y="566284"/>
                      <a:pt x="522659" y="550789"/>
                      <a:pt x="540776" y="546021"/>
                    </a:cubicBezTo>
                    <a:cubicBezTo>
                      <a:pt x="567296" y="538038"/>
                      <a:pt x="592935" y="527375"/>
                      <a:pt x="617297" y="514197"/>
                    </a:cubicBezTo>
                    <a:cubicBezTo>
                      <a:pt x="625760" y="507761"/>
                      <a:pt x="606570" y="499298"/>
                      <a:pt x="587499" y="487617"/>
                    </a:cubicBezTo>
                    <a:cubicBezTo>
                      <a:pt x="568429" y="475936"/>
                      <a:pt x="553530" y="472718"/>
                      <a:pt x="538630" y="482254"/>
                    </a:cubicBezTo>
                    <a:cubicBezTo>
                      <a:pt x="523731" y="491789"/>
                      <a:pt x="535412" y="471645"/>
                      <a:pt x="523731" y="477009"/>
                    </a:cubicBezTo>
                    <a:cubicBezTo>
                      <a:pt x="512051" y="482373"/>
                      <a:pt x="480107" y="468427"/>
                      <a:pt x="476054" y="463183"/>
                    </a:cubicBezTo>
                    <a:cubicBezTo>
                      <a:pt x="472002" y="457938"/>
                      <a:pt x="414313" y="475102"/>
                      <a:pt x="400606" y="475102"/>
                    </a:cubicBezTo>
                    <a:cubicBezTo>
                      <a:pt x="386899" y="475102"/>
                      <a:pt x="401559" y="490001"/>
                      <a:pt x="411214" y="497391"/>
                    </a:cubicBezTo>
                    <a:cubicBezTo>
                      <a:pt x="420868" y="504781"/>
                      <a:pt x="387375" y="528262"/>
                      <a:pt x="394169" y="533149"/>
                    </a:cubicBezTo>
                    <a:cubicBezTo>
                      <a:pt x="400963" y="538036"/>
                      <a:pt x="387733" y="552339"/>
                      <a:pt x="372953" y="568906"/>
                    </a:cubicBezTo>
                    <a:cubicBezTo>
                      <a:pt x="358173" y="585474"/>
                      <a:pt x="382608" y="586189"/>
                      <a:pt x="401678" y="590480"/>
                    </a:cubicBezTo>
                    <a:close/>
                    <a:moveTo>
                      <a:pt x="933157" y="677610"/>
                    </a:moveTo>
                    <a:cubicBezTo>
                      <a:pt x="939475" y="670220"/>
                      <a:pt x="966055" y="692509"/>
                      <a:pt x="967127" y="676537"/>
                    </a:cubicBezTo>
                    <a:cubicBezTo>
                      <a:pt x="968200" y="660565"/>
                      <a:pt x="937448" y="652699"/>
                      <a:pt x="924695" y="644713"/>
                    </a:cubicBezTo>
                    <a:cubicBezTo>
                      <a:pt x="911941" y="636727"/>
                      <a:pt x="906577" y="640422"/>
                      <a:pt x="886434" y="625523"/>
                    </a:cubicBezTo>
                    <a:cubicBezTo>
                      <a:pt x="866290" y="610624"/>
                      <a:pt x="891678" y="603234"/>
                      <a:pt x="876779" y="591553"/>
                    </a:cubicBezTo>
                    <a:cubicBezTo>
                      <a:pt x="861880" y="579872"/>
                      <a:pt x="856636" y="547929"/>
                      <a:pt x="867244" y="537320"/>
                    </a:cubicBezTo>
                    <a:cubicBezTo>
                      <a:pt x="877852" y="526712"/>
                      <a:pt x="889533" y="510741"/>
                      <a:pt x="870462" y="503351"/>
                    </a:cubicBezTo>
                    <a:cubicBezTo>
                      <a:pt x="851391" y="495961"/>
                      <a:pt x="820521" y="509668"/>
                      <a:pt x="823739" y="513959"/>
                    </a:cubicBezTo>
                    <a:cubicBezTo>
                      <a:pt x="826957" y="518250"/>
                      <a:pt x="853418" y="533030"/>
                      <a:pt x="853418" y="539466"/>
                    </a:cubicBezTo>
                    <a:cubicBezTo>
                      <a:pt x="853418" y="545902"/>
                      <a:pt x="828983" y="521349"/>
                      <a:pt x="820521" y="526712"/>
                    </a:cubicBezTo>
                    <a:cubicBezTo>
                      <a:pt x="812058" y="532076"/>
                      <a:pt x="802403" y="516104"/>
                      <a:pt x="795013" y="526712"/>
                    </a:cubicBezTo>
                    <a:cubicBezTo>
                      <a:pt x="787624" y="537320"/>
                      <a:pt x="804549" y="574389"/>
                      <a:pt x="810866" y="585117"/>
                    </a:cubicBezTo>
                    <a:cubicBezTo>
                      <a:pt x="817183" y="595844"/>
                      <a:pt x="804549" y="595844"/>
                      <a:pt x="796086" y="597870"/>
                    </a:cubicBezTo>
                    <a:cubicBezTo>
                      <a:pt x="787624" y="599896"/>
                      <a:pt x="786432" y="568191"/>
                      <a:pt x="777969" y="556510"/>
                    </a:cubicBezTo>
                    <a:cubicBezTo>
                      <a:pt x="769506" y="544830"/>
                      <a:pt x="735417" y="531003"/>
                      <a:pt x="733391" y="539466"/>
                    </a:cubicBezTo>
                    <a:cubicBezTo>
                      <a:pt x="731365" y="547929"/>
                      <a:pt x="754607" y="547929"/>
                      <a:pt x="751389" y="559609"/>
                    </a:cubicBezTo>
                    <a:cubicBezTo>
                      <a:pt x="748171" y="571290"/>
                      <a:pt x="735417" y="552220"/>
                      <a:pt x="723736" y="561755"/>
                    </a:cubicBezTo>
                    <a:cubicBezTo>
                      <a:pt x="712056" y="571290"/>
                      <a:pt x="714201" y="564973"/>
                      <a:pt x="716346" y="555438"/>
                    </a:cubicBezTo>
                    <a:cubicBezTo>
                      <a:pt x="718492" y="545902"/>
                      <a:pt x="699302" y="535175"/>
                      <a:pt x="678086" y="537320"/>
                    </a:cubicBezTo>
                    <a:cubicBezTo>
                      <a:pt x="656869" y="539466"/>
                      <a:pt x="668550" y="554365"/>
                      <a:pt x="662114" y="559609"/>
                    </a:cubicBezTo>
                    <a:cubicBezTo>
                      <a:pt x="655677" y="564854"/>
                      <a:pt x="623853" y="556510"/>
                      <a:pt x="643997" y="552220"/>
                    </a:cubicBezTo>
                    <a:cubicBezTo>
                      <a:pt x="664140" y="547929"/>
                      <a:pt x="655916" y="536248"/>
                      <a:pt x="648288" y="524567"/>
                    </a:cubicBezTo>
                    <a:cubicBezTo>
                      <a:pt x="640659" y="512886"/>
                      <a:pt x="620635" y="526712"/>
                      <a:pt x="587738" y="538393"/>
                    </a:cubicBezTo>
                    <a:cubicBezTo>
                      <a:pt x="554841" y="550074"/>
                      <a:pt x="540061" y="562232"/>
                      <a:pt x="544113" y="563900"/>
                    </a:cubicBezTo>
                    <a:cubicBezTo>
                      <a:pt x="548166" y="565569"/>
                      <a:pt x="549477" y="570217"/>
                      <a:pt x="536723" y="580945"/>
                    </a:cubicBezTo>
                    <a:cubicBezTo>
                      <a:pt x="523970" y="591672"/>
                      <a:pt x="536723" y="601088"/>
                      <a:pt x="548643" y="601088"/>
                    </a:cubicBezTo>
                    <a:cubicBezTo>
                      <a:pt x="560562" y="601088"/>
                      <a:pt x="550073" y="610505"/>
                      <a:pt x="558178" y="613008"/>
                    </a:cubicBezTo>
                    <a:cubicBezTo>
                      <a:pt x="566283" y="615511"/>
                      <a:pt x="603948" y="598109"/>
                      <a:pt x="614556" y="605618"/>
                    </a:cubicBezTo>
                    <a:cubicBezTo>
                      <a:pt x="625164" y="613127"/>
                      <a:pt x="551861" y="617537"/>
                      <a:pt x="551861" y="629456"/>
                    </a:cubicBezTo>
                    <a:cubicBezTo>
                      <a:pt x="551861" y="641375"/>
                      <a:pt x="592267" y="649600"/>
                      <a:pt x="621946" y="644355"/>
                    </a:cubicBezTo>
                    <a:cubicBezTo>
                      <a:pt x="651625" y="639111"/>
                      <a:pt x="703831" y="648527"/>
                      <a:pt x="703831" y="656274"/>
                    </a:cubicBezTo>
                    <a:cubicBezTo>
                      <a:pt x="703831" y="664022"/>
                      <a:pt x="668789" y="661519"/>
                      <a:pt x="642209" y="660446"/>
                    </a:cubicBezTo>
                    <a:cubicBezTo>
                      <a:pt x="615629" y="659373"/>
                      <a:pt x="569859" y="667955"/>
                      <a:pt x="572004" y="676418"/>
                    </a:cubicBezTo>
                    <a:cubicBezTo>
                      <a:pt x="574150" y="684881"/>
                      <a:pt x="577368" y="686072"/>
                      <a:pt x="605021" y="698707"/>
                    </a:cubicBezTo>
                    <a:cubicBezTo>
                      <a:pt x="632673" y="711341"/>
                      <a:pt x="661279" y="692390"/>
                      <a:pt x="660207" y="710626"/>
                    </a:cubicBezTo>
                    <a:cubicBezTo>
                      <a:pt x="659134" y="728863"/>
                      <a:pt x="675106" y="732915"/>
                      <a:pt x="712294" y="734465"/>
                    </a:cubicBezTo>
                    <a:cubicBezTo>
                      <a:pt x="749482" y="736014"/>
                      <a:pt x="766526" y="717420"/>
                      <a:pt x="784644" y="718493"/>
                    </a:cubicBezTo>
                    <a:cubicBezTo>
                      <a:pt x="802761" y="719566"/>
                      <a:pt x="811104" y="716347"/>
                      <a:pt x="819686" y="703594"/>
                    </a:cubicBezTo>
                    <a:cubicBezTo>
                      <a:pt x="828268" y="690840"/>
                      <a:pt x="835658" y="698349"/>
                      <a:pt x="837684" y="704666"/>
                    </a:cubicBezTo>
                    <a:cubicBezTo>
                      <a:pt x="839711" y="710984"/>
                      <a:pt x="863191" y="710030"/>
                      <a:pt x="868555" y="715275"/>
                    </a:cubicBezTo>
                    <a:cubicBezTo>
                      <a:pt x="882143" y="728863"/>
                      <a:pt x="926959" y="724929"/>
                      <a:pt x="944004" y="716347"/>
                    </a:cubicBezTo>
                    <a:cubicBezTo>
                      <a:pt x="961049" y="707765"/>
                      <a:pt x="936614" y="684523"/>
                      <a:pt x="928032" y="695131"/>
                    </a:cubicBezTo>
                    <a:cubicBezTo>
                      <a:pt x="919450" y="705739"/>
                      <a:pt x="912180" y="699303"/>
                      <a:pt x="910034" y="694058"/>
                    </a:cubicBezTo>
                    <a:cubicBezTo>
                      <a:pt x="907889" y="688814"/>
                      <a:pt x="926721" y="685119"/>
                      <a:pt x="933157" y="677610"/>
                    </a:cubicBezTo>
                    <a:close/>
                    <a:moveTo>
                      <a:pt x="529214" y="416221"/>
                    </a:moveTo>
                    <a:cubicBezTo>
                      <a:pt x="548404" y="418247"/>
                      <a:pt x="567475" y="401322"/>
                      <a:pt x="566522" y="391667"/>
                    </a:cubicBezTo>
                    <a:cubicBezTo>
                      <a:pt x="565568" y="382013"/>
                      <a:pt x="519798" y="415148"/>
                      <a:pt x="529214" y="416221"/>
                    </a:cubicBezTo>
                    <a:close/>
                    <a:moveTo>
                      <a:pt x="441012" y="386423"/>
                    </a:moveTo>
                    <a:cubicBezTo>
                      <a:pt x="448521" y="389641"/>
                      <a:pt x="441012" y="404421"/>
                      <a:pt x="449594" y="400249"/>
                    </a:cubicBezTo>
                    <a:cubicBezTo>
                      <a:pt x="458176" y="396077"/>
                      <a:pt x="460202" y="394886"/>
                      <a:pt x="466519" y="397031"/>
                    </a:cubicBezTo>
                    <a:cubicBezTo>
                      <a:pt x="478438" y="400845"/>
                      <a:pt x="480345" y="390595"/>
                      <a:pt x="485709" y="385112"/>
                    </a:cubicBezTo>
                    <a:cubicBezTo>
                      <a:pt x="491073" y="379629"/>
                      <a:pt x="488927" y="404183"/>
                      <a:pt x="502634" y="404183"/>
                    </a:cubicBezTo>
                    <a:cubicBezTo>
                      <a:pt x="514554" y="404183"/>
                      <a:pt x="512289" y="378675"/>
                      <a:pt x="522897" y="386185"/>
                    </a:cubicBezTo>
                    <a:cubicBezTo>
                      <a:pt x="533505" y="393694"/>
                      <a:pt x="536723" y="382966"/>
                      <a:pt x="538869" y="375576"/>
                    </a:cubicBezTo>
                    <a:cubicBezTo>
                      <a:pt x="541014" y="368186"/>
                      <a:pt x="540895" y="355314"/>
                      <a:pt x="552695" y="353168"/>
                    </a:cubicBezTo>
                    <a:cubicBezTo>
                      <a:pt x="564495" y="351023"/>
                      <a:pt x="554722" y="365087"/>
                      <a:pt x="560085" y="374504"/>
                    </a:cubicBezTo>
                    <a:cubicBezTo>
                      <a:pt x="567833" y="388449"/>
                      <a:pt x="581301" y="375576"/>
                      <a:pt x="582374" y="369140"/>
                    </a:cubicBezTo>
                    <a:cubicBezTo>
                      <a:pt x="583447" y="362704"/>
                      <a:pt x="602637" y="366995"/>
                      <a:pt x="601564" y="359605"/>
                    </a:cubicBezTo>
                    <a:cubicBezTo>
                      <a:pt x="600491" y="352215"/>
                      <a:pt x="606809" y="350069"/>
                      <a:pt x="601564" y="341487"/>
                    </a:cubicBezTo>
                    <a:cubicBezTo>
                      <a:pt x="596320" y="332906"/>
                      <a:pt x="610027" y="335170"/>
                      <a:pt x="616463" y="328734"/>
                    </a:cubicBezTo>
                    <a:cubicBezTo>
                      <a:pt x="622900" y="322297"/>
                      <a:pt x="607881" y="327661"/>
                      <a:pt x="597273" y="318126"/>
                    </a:cubicBezTo>
                    <a:cubicBezTo>
                      <a:pt x="586665" y="308590"/>
                      <a:pt x="582374" y="321344"/>
                      <a:pt x="582374" y="327661"/>
                    </a:cubicBezTo>
                    <a:cubicBezTo>
                      <a:pt x="582374" y="333978"/>
                      <a:pt x="562231" y="328972"/>
                      <a:pt x="550311" y="325158"/>
                    </a:cubicBezTo>
                    <a:cubicBezTo>
                      <a:pt x="538392" y="321344"/>
                      <a:pt x="523731" y="338984"/>
                      <a:pt x="506687" y="347447"/>
                    </a:cubicBezTo>
                    <a:cubicBezTo>
                      <a:pt x="489642" y="355910"/>
                      <a:pt x="488689" y="371285"/>
                      <a:pt x="472717" y="369736"/>
                    </a:cubicBezTo>
                    <a:cubicBezTo>
                      <a:pt x="456745" y="368186"/>
                      <a:pt x="433622" y="383205"/>
                      <a:pt x="441012" y="386423"/>
                    </a:cubicBezTo>
                    <a:close/>
                    <a:moveTo>
                      <a:pt x="606809" y="381059"/>
                    </a:moveTo>
                    <a:cubicBezTo>
                      <a:pt x="592029" y="382132"/>
                      <a:pt x="592982" y="397031"/>
                      <a:pt x="610027" y="397031"/>
                    </a:cubicBezTo>
                    <a:cubicBezTo>
                      <a:pt x="627071" y="397031"/>
                      <a:pt x="632316" y="402395"/>
                      <a:pt x="607881" y="401322"/>
                    </a:cubicBezTo>
                    <a:cubicBezTo>
                      <a:pt x="583447" y="400249"/>
                      <a:pt x="572839" y="421465"/>
                      <a:pt x="589883" y="417175"/>
                    </a:cubicBezTo>
                    <a:cubicBezTo>
                      <a:pt x="606928" y="412884"/>
                      <a:pt x="627071" y="413003"/>
                      <a:pt x="614318" y="417175"/>
                    </a:cubicBezTo>
                    <a:cubicBezTo>
                      <a:pt x="601564" y="421346"/>
                      <a:pt x="566641" y="424445"/>
                      <a:pt x="571766" y="431001"/>
                    </a:cubicBezTo>
                    <a:cubicBezTo>
                      <a:pt x="574984" y="435292"/>
                      <a:pt x="588810" y="434219"/>
                      <a:pt x="602637" y="439583"/>
                    </a:cubicBezTo>
                    <a:cubicBezTo>
                      <a:pt x="616463" y="444946"/>
                      <a:pt x="624926" y="448045"/>
                      <a:pt x="635534" y="436365"/>
                    </a:cubicBezTo>
                    <a:cubicBezTo>
                      <a:pt x="646142" y="424684"/>
                      <a:pt x="659372" y="412526"/>
                      <a:pt x="654724" y="428975"/>
                    </a:cubicBezTo>
                    <a:cubicBezTo>
                      <a:pt x="650075" y="445423"/>
                      <a:pt x="671649" y="433146"/>
                      <a:pt x="700375" y="432074"/>
                    </a:cubicBezTo>
                    <a:cubicBezTo>
                      <a:pt x="729100" y="431001"/>
                      <a:pt x="695011" y="449118"/>
                      <a:pt x="665332" y="451264"/>
                    </a:cubicBezTo>
                    <a:cubicBezTo>
                      <a:pt x="635653" y="453409"/>
                      <a:pt x="640898" y="468189"/>
                      <a:pt x="664259" y="473552"/>
                    </a:cubicBezTo>
                    <a:cubicBezTo>
                      <a:pt x="687621" y="478916"/>
                      <a:pt x="737563" y="458653"/>
                      <a:pt x="749244" y="446973"/>
                    </a:cubicBezTo>
                    <a:cubicBezTo>
                      <a:pt x="760924" y="435292"/>
                      <a:pt x="771652" y="453409"/>
                      <a:pt x="783333" y="444827"/>
                    </a:cubicBezTo>
                    <a:cubicBezTo>
                      <a:pt x="795013" y="436245"/>
                      <a:pt x="817302" y="445900"/>
                      <a:pt x="837446" y="441728"/>
                    </a:cubicBezTo>
                    <a:cubicBezTo>
                      <a:pt x="857589" y="437556"/>
                      <a:pt x="861284" y="399176"/>
                      <a:pt x="846028" y="392740"/>
                    </a:cubicBezTo>
                    <a:cubicBezTo>
                      <a:pt x="830771" y="386304"/>
                      <a:pt x="831129" y="400249"/>
                      <a:pt x="819448" y="402395"/>
                    </a:cubicBezTo>
                    <a:cubicBezTo>
                      <a:pt x="807767" y="404540"/>
                      <a:pt x="801331" y="389641"/>
                      <a:pt x="791795" y="379986"/>
                    </a:cubicBezTo>
                    <a:cubicBezTo>
                      <a:pt x="782260" y="370332"/>
                      <a:pt x="788577" y="352334"/>
                      <a:pt x="774751" y="354479"/>
                    </a:cubicBezTo>
                    <a:cubicBezTo>
                      <a:pt x="760924" y="356625"/>
                      <a:pt x="731245" y="378914"/>
                      <a:pt x="749244" y="381059"/>
                    </a:cubicBezTo>
                    <a:cubicBezTo>
                      <a:pt x="767242" y="383205"/>
                      <a:pt x="761163" y="392978"/>
                      <a:pt x="751389" y="397031"/>
                    </a:cubicBezTo>
                    <a:cubicBezTo>
                      <a:pt x="741615" y="401084"/>
                      <a:pt x="773678" y="408950"/>
                      <a:pt x="769506" y="415148"/>
                    </a:cubicBezTo>
                    <a:cubicBezTo>
                      <a:pt x="765334" y="421346"/>
                      <a:pt x="716346" y="416221"/>
                      <a:pt x="714201" y="405494"/>
                    </a:cubicBezTo>
                    <a:cubicBezTo>
                      <a:pt x="712056" y="394766"/>
                      <a:pt x="673795" y="375815"/>
                      <a:pt x="657823" y="379986"/>
                    </a:cubicBezTo>
                    <a:cubicBezTo>
                      <a:pt x="641851" y="384158"/>
                      <a:pt x="648288" y="367233"/>
                      <a:pt x="632316" y="366160"/>
                    </a:cubicBezTo>
                    <a:cubicBezTo>
                      <a:pt x="616344" y="365087"/>
                      <a:pt x="621827" y="379986"/>
                      <a:pt x="606809" y="381059"/>
                    </a:cubicBezTo>
                    <a:close/>
                    <a:moveTo>
                      <a:pt x="662114" y="304538"/>
                    </a:moveTo>
                    <a:cubicBezTo>
                      <a:pt x="667478" y="291784"/>
                      <a:pt x="626952" y="293930"/>
                      <a:pt x="630290" y="298221"/>
                    </a:cubicBezTo>
                    <a:cubicBezTo>
                      <a:pt x="637679" y="307756"/>
                      <a:pt x="656750" y="317291"/>
                      <a:pt x="662114" y="304538"/>
                    </a:cubicBezTo>
                    <a:close/>
                    <a:moveTo>
                      <a:pt x="750316" y="299293"/>
                    </a:moveTo>
                    <a:cubicBezTo>
                      <a:pt x="764143" y="297148"/>
                      <a:pt x="757825" y="286540"/>
                      <a:pt x="735417" y="289639"/>
                    </a:cubicBezTo>
                    <a:cubicBezTo>
                      <a:pt x="713009" y="292738"/>
                      <a:pt x="674867" y="292857"/>
                      <a:pt x="674867" y="308829"/>
                    </a:cubicBezTo>
                    <a:cubicBezTo>
                      <a:pt x="674867" y="321582"/>
                      <a:pt x="682257" y="327899"/>
                      <a:pt x="706811" y="330045"/>
                    </a:cubicBezTo>
                    <a:cubicBezTo>
                      <a:pt x="731365" y="332190"/>
                      <a:pt x="752938" y="308829"/>
                      <a:pt x="741019" y="308829"/>
                    </a:cubicBezTo>
                    <a:cubicBezTo>
                      <a:pt x="729100" y="308829"/>
                      <a:pt x="736490" y="301320"/>
                      <a:pt x="750316" y="299293"/>
                    </a:cubicBezTo>
                    <a:close/>
                    <a:moveTo>
                      <a:pt x="698229" y="279031"/>
                    </a:moveTo>
                    <a:cubicBezTo>
                      <a:pt x="708837" y="283322"/>
                      <a:pt x="719565" y="269495"/>
                      <a:pt x="726955" y="275812"/>
                    </a:cubicBezTo>
                    <a:cubicBezTo>
                      <a:pt x="734344" y="282130"/>
                      <a:pt x="767361" y="287732"/>
                      <a:pt x="767361" y="270568"/>
                    </a:cubicBezTo>
                    <a:cubicBezTo>
                      <a:pt x="767361" y="253404"/>
                      <a:pt x="725882" y="251378"/>
                      <a:pt x="715274" y="257814"/>
                    </a:cubicBezTo>
                    <a:cubicBezTo>
                      <a:pt x="704666" y="264251"/>
                      <a:pt x="655677" y="266277"/>
                      <a:pt x="669623" y="276885"/>
                    </a:cubicBezTo>
                    <a:cubicBezTo>
                      <a:pt x="678086" y="283441"/>
                      <a:pt x="687621" y="274859"/>
                      <a:pt x="698229" y="279031"/>
                    </a:cubicBezTo>
                    <a:close/>
                    <a:moveTo>
                      <a:pt x="875707" y="246133"/>
                    </a:moveTo>
                    <a:cubicBezTo>
                      <a:pt x="888460" y="237552"/>
                      <a:pt x="911464" y="251378"/>
                      <a:pt x="907650" y="261033"/>
                    </a:cubicBezTo>
                    <a:cubicBezTo>
                      <a:pt x="903836" y="270687"/>
                      <a:pt x="866648" y="259006"/>
                      <a:pt x="869390" y="267350"/>
                    </a:cubicBezTo>
                    <a:cubicBezTo>
                      <a:pt x="870462" y="270568"/>
                      <a:pt x="874753" y="283322"/>
                      <a:pt x="900260" y="275812"/>
                    </a:cubicBezTo>
                    <a:cubicBezTo>
                      <a:pt x="922144" y="268518"/>
                      <a:pt x="946257" y="273023"/>
                      <a:pt x="964028" y="287732"/>
                    </a:cubicBezTo>
                    <a:cubicBezTo>
                      <a:pt x="980954" y="301558"/>
                      <a:pt x="996925" y="306922"/>
                      <a:pt x="1008606" y="293095"/>
                    </a:cubicBezTo>
                    <a:cubicBezTo>
                      <a:pt x="1020287" y="279269"/>
                      <a:pt x="993707" y="277124"/>
                      <a:pt x="999071" y="266515"/>
                    </a:cubicBezTo>
                    <a:cubicBezTo>
                      <a:pt x="1004435" y="255907"/>
                      <a:pt x="982026" y="249471"/>
                      <a:pt x="970346" y="249471"/>
                    </a:cubicBezTo>
                    <a:cubicBezTo>
                      <a:pt x="958665" y="249471"/>
                      <a:pt x="954374" y="228255"/>
                      <a:pt x="944838" y="232546"/>
                    </a:cubicBezTo>
                    <a:cubicBezTo>
                      <a:pt x="935303" y="236836"/>
                      <a:pt x="928866" y="244465"/>
                      <a:pt x="928866" y="230400"/>
                    </a:cubicBezTo>
                    <a:cubicBezTo>
                      <a:pt x="928866" y="216335"/>
                      <a:pt x="873680" y="215501"/>
                      <a:pt x="859854" y="220865"/>
                    </a:cubicBezTo>
                    <a:cubicBezTo>
                      <a:pt x="846028" y="226228"/>
                      <a:pt x="862953" y="254596"/>
                      <a:pt x="875707" y="246133"/>
                    </a:cubicBezTo>
                    <a:close/>
                    <a:moveTo>
                      <a:pt x="883216" y="335409"/>
                    </a:moveTo>
                    <a:cubicBezTo>
                      <a:pt x="891678" y="324800"/>
                      <a:pt x="849127" y="290711"/>
                      <a:pt x="847458" y="306683"/>
                    </a:cubicBezTo>
                    <a:cubicBezTo>
                      <a:pt x="845789" y="322655"/>
                      <a:pt x="874157" y="346732"/>
                      <a:pt x="883216" y="335409"/>
                    </a:cubicBezTo>
                    <a:close/>
                    <a:moveTo>
                      <a:pt x="1021360" y="196192"/>
                    </a:moveTo>
                    <a:cubicBezTo>
                      <a:pt x="1028869" y="183438"/>
                      <a:pt x="976543" y="173426"/>
                      <a:pt x="989535" y="184273"/>
                    </a:cubicBezTo>
                    <a:cubicBezTo>
                      <a:pt x="996925" y="190828"/>
                      <a:pt x="1013970" y="208945"/>
                      <a:pt x="1021360" y="196192"/>
                    </a:cubicBezTo>
                    <a:close/>
                    <a:moveTo>
                      <a:pt x="901214" y="437437"/>
                    </a:moveTo>
                    <a:cubicBezTo>
                      <a:pt x="908723" y="428975"/>
                      <a:pt x="885361" y="410857"/>
                      <a:pt x="878925" y="425518"/>
                    </a:cubicBezTo>
                    <a:cubicBezTo>
                      <a:pt x="872488" y="440179"/>
                      <a:pt x="893705" y="446019"/>
                      <a:pt x="901214" y="437437"/>
                    </a:cubicBezTo>
                    <a:close/>
                    <a:moveTo>
                      <a:pt x="1021360" y="363061"/>
                    </a:moveTo>
                    <a:cubicBezTo>
                      <a:pt x="1020287" y="373669"/>
                      <a:pt x="995853" y="360916"/>
                      <a:pt x="976782" y="353407"/>
                    </a:cubicBezTo>
                    <a:cubicBezTo>
                      <a:pt x="957711" y="345898"/>
                      <a:pt x="969273" y="368306"/>
                      <a:pt x="984172" y="381059"/>
                    </a:cubicBezTo>
                    <a:cubicBezTo>
                      <a:pt x="999071" y="393813"/>
                      <a:pt x="976782" y="387496"/>
                      <a:pt x="956519" y="373669"/>
                    </a:cubicBezTo>
                    <a:cubicBezTo>
                      <a:pt x="936256" y="359843"/>
                      <a:pt x="938521" y="383205"/>
                      <a:pt x="948056" y="390595"/>
                    </a:cubicBezTo>
                    <a:cubicBezTo>
                      <a:pt x="957592" y="397985"/>
                      <a:pt x="945911" y="408712"/>
                      <a:pt x="933157" y="391667"/>
                    </a:cubicBezTo>
                    <a:cubicBezTo>
                      <a:pt x="920404" y="374623"/>
                      <a:pt x="913967" y="356625"/>
                      <a:pt x="893824" y="355910"/>
                    </a:cubicBezTo>
                    <a:cubicBezTo>
                      <a:pt x="873680" y="355194"/>
                      <a:pt x="882858" y="375576"/>
                      <a:pt x="890606" y="385708"/>
                    </a:cubicBezTo>
                    <a:cubicBezTo>
                      <a:pt x="901214" y="399534"/>
                      <a:pt x="911941" y="402752"/>
                      <a:pt x="928866" y="412288"/>
                    </a:cubicBezTo>
                    <a:cubicBezTo>
                      <a:pt x="945792" y="421823"/>
                      <a:pt x="973564" y="407997"/>
                      <a:pt x="986317" y="411215"/>
                    </a:cubicBezTo>
                    <a:cubicBezTo>
                      <a:pt x="999071" y="414433"/>
                      <a:pt x="972491" y="430286"/>
                      <a:pt x="980954" y="441013"/>
                    </a:cubicBezTo>
                    <a:cubicBezTo>
                      <a:pt x="989416" y="451740"/>
                      <a:pt x="1012897" y="444112"/>
                      <a:pt x="1030895" y="443039"/>
                    </a:cubicBezTo>
                    <a:cubicBezTo>
                      <a:pt x="1048893" y="441967"/>
                      <a:pt x="1040550" y="431120"/>
                      <a:pt x="1051158" y="423968"/>
                    </a:cubicBezTo>
                    <a:cubicBezTo>
                      <a:pt x="1061766" y="416817"/>
                      <a:pt x="1040550" y="417532"/>
                      <a:pt x="1049012" y="399534"/>
                    </a:cubicBezTo>
                    <a:cubicBezTo>
                      <a:pt x="1057475" y="381536"/>
                      <a:pt x="1022433" y="352334"/>
                      <a:pt x="1021360" y="363061"/>
                    </a:cubicBezTo>
                    <a:close/>
                    <a:moveTo>
                      <a:pt x="1066057" y="300366"/>
                    </a:moveTo>
                    <a:cubicBezTo>
                      <a:pt x="1080551" y="300663"/>
                      <a:pt x="1094973" y="298112"/>
                      <a:pt x="1108490" y="292857"/>
                    </a:cubicBezTo>
                    <a:cubicBezTo>
                      <a:pt x="1122316" y="287493"/>
                      <a:pt x="1101100" y="287493"/>
                      <a:pt x="1110635" y="274859"/>
                    </a:cubicBezTo>
                    <a:cubicBezTo>
                      <a:pt x="1120170" y="262224"/>
                      <a:pt x="1086796" y="261033"/>
                      <a:pt x="1085128" y="265204"/>
                    </a:cubicBezTo>
                    <a:cubicBezTo>
                      <a:pt x="1083459" y="269376"/>
                      <a:pt x="1041623" y="239697"/>
                      <a:pt x="1035186" y="249232"/>
                    </a:cubicBezTo>
                    <a:cubicBezTo>
                      <a:pt x="1028750" y="258768"/>
                      <a:pt x="1050085" y="300366"/>
                      <a:pt x="1066057" y="300366"/>
                    </a:cubicBezTo>
                    <a:close/>
                    <a:moveTo>
                      <a:pt x="1152114" y="305610"/>
                    </a:moveTo>
                    <a:cubicBezTo>
                      <a:pt x="1149968" y="299293"/>
                      <a:pt x="1069394" y="308948"/>
                      <a:pt x="1081910" y="318364"/>
                    </a:cubicBezTo>
                    <a:cubicBezTo>
                      <a:pt x="1103245" y="334336"/>
                      <a:pt x="1154259" y="312047"/>
                      <a:pt x="1152114" y="305610"/>
                    </a:cubicBezTo>
                    <a:close/>
                    <a:moveTo>
                      <a:pt x="1140195" y="460561"/>
                    </a:moveTo>
                    <a:cubicBezTo>
                      <a:pt x="1159265" y="459488"/>
                      <a:pt x="1149730" y="436722"/>
                      <a:pt x="1128275" y="420154"/>
                    </a:cubicBezTo>
                    <a:cubicBezTo>
                      <a:pt x="1106821" y="403587"/>
                      <a:pt x="1059263" y="436960"/>
                      <a:pt x="1067726" y="443993"/>
                    </a:cubicBezTo>
                    <a:cubicBezTo>
                      <a:pt x="1090468" y="454765"/>
                      <a:pt x="1115272" y="460497"/>
                      <a:pt x="1140433" y="460799"/>
                    </a:cubicBezTo>
                    <a:close/>
                    <a:moveTo>
                      <a:pt x="1004315" y="609551"/>
                    </a:moveTo>
                    <a:cubicBezTo>
                      <a:pt x="1028154" y="625523"/>
                      <a:pt x="1020287" y="596797"/>
                      <a:pt x="1046867" y="597632"/>
                    </a:cubicBezTo>
                    <a:cubicBezTo>
                      <a:pt x="1073447" y="598466"/>
                      <a:pt x="1074520" y="555199"/>
                      <a:pt x="1078811" y="539227"/>
                    </a:cubicBezTo>
                    <a:cubicBezTo>
                      <a:pt x="1083101" y="523256"/>
                      <a:pt x="1057475" y="524328"/>
                      <a:pt x="1063911" y="536009"/>
                    </a:cubicBezTo>
                    <a:cubicBezTo>
                      <a:pt x="1070348" y="547690"/>
                      <a:pt x="1062839" y="559848"/>
                      <a:pt x="1060693" y="545545"/>
                    </a:cubicBezTo>
                    <a:cubicBezTo>
                      <a:pt x="1058548" y="531242"/>
                      <a:pt x="1038404" y="544591"/>
                      <a:pt x="1030895" y="533625"/>
                    </a:cubicBezTo>
                    <a:cubicBezTo>
                      <a:pt x="1023386" y="522660"/>
                      <a:pt x="1054734" y="521706"/>
                      <a:pt x="1061766" y="508118"/>
                    </a:cubicBezTo>
                    <a:cubicBezTo>
                      <a:pt x="1068798" y="494530"/>
                      <a:pt x="1037928" y="496199"/>
                      <a:pt x="1044721" y="485829"/>
                    </a:cubicBezTo>
                    <a:cubicBezTo>
                      <a:pt x="1051516" y="475460"/>
                      <a:pt x="997998" y="486902"/>
                      <a:pt x="1013970" y="493219"/>
                    </a:cubicBezTo>
                    <a:cubicBezTo>
                      <a:pt x="1029942" y="499536"/>
                      <a:pt x="1015043" y="508118"/>
                      <a:pt x="1000144" y="497510"/>
                    </a:cubicBezTo>
                    <a:cubicBezTo>
                      <a:pt x="985245" y="486902"/>
                      <a:pt x="944004" y="504662"/>
                      <a:pt x="958665" y="516700"/>
                    </a:cubicBezTo>
                    <a:cubicBezTo>
                      <a:pt x="970584" y="526236"/>
                      <a:pt x="1005388" y="510264"/>
                      <a:pt x="985245" y="537916"/>
                    </a:cubicBezTo>
                    <a:cubicBezTo>
                      <a:pt x="965101" y="565569"/>
                      <a:pt x="956519" y="530527"/>
                      <a:pt x="937568" y="533625"/>
                    </a:cubicBezTo>
                    <a:cubicBezTo>
                      <a:pt x="918616" y="536724"/>
                      <a:pt x="926840" y="560205"/>
                      <a:pt x="955566" y="569383"/>
                    </a:cubicBezTo>
                    <a:cubicBezTo>
                      <a:pt x="984291" y="578561"/>
                      <a:pt x="980954" y="593698"/>
                      <a:pt x="1004315" y="609551"/>
                    </a:cubicBezTo>
                    <a:close/>
                    <a:moveTo>
                      <a:pt x="1177621" y="439583"/>
                    </a:moveTo>
                    <a:cubicBezTo>
                      <a:pt x="1185011" y="460799"/>
                      <a:pt x="1193593" y="445900"/>
                      <a:pt x="1205274" y="454362"/>
                    </a:cubicBezTo>
                    <a:cubicBezTo>
                      <a:pt x="1216954" y="462825"/>
                      <a:pt x="1235072" y="468189"/>
                      <a:pt x="1244607" y="459726"/>
                    </a:cubicBezTo>
                    <a:cubicBezTo>
                      <a:pt x="1254143" y="451264"/>
                      <a:pt x="1258434" y="444827"/>
                      <a:pt x="1261533" y="452336"/>
                    </a:cubicBezTo>
                    <a:cubicBezTo>
                      <a:pt x="1266777" y="464255"/>
                      <a:pt x="1290258" y="466163"/>
                      <a:pt x="1341272" y="467235"/>
                    </a:cubicBezTo>
                    <a:cubicBezTo>
                      <a:pt x="1392287" y="468308"/>
                      <a:pt x="1379533" y="445900"/>
                      <a:pt x="1394432" y="454362"/>
                    </a:cubicBezTo>
                    <a:cubicBezTo>
                      <a:pt x="1409331" y="462825"/>
                      <a:pt x="1443301" y="462944"/>
                      <a:pt x="1458200" y="459726"/>
                    </a:cubicBezTo>
                    <a:cubicBezTo>
                      <a:pt x="1473099" y="456508"/>
                      <a:pt x="1480012" y="433146"/>
                      <a:pt x="1480012" y="421465"/>
                    </a:cubicBezTo>
                    <a:cubicBezTo>
                      <a:pt x="1480012" y="409785"/>
                      <a:pt x="1365230" y="400249"/>
                      <a:pt x="1345086" y="411930"/>
                    </a:cubicBezTo>
                    <a:cubicBezTo>
                      <a:pt x="1324943" y="423611"/>
                      <a:pt x="1292999" y="406566"/>
                      <a:pt x="1277028" y="415148"/>
                    </a:cubicBezTo>
                    <a:cubicBezTo>
                      <a:pt x="1261056" y="423730"/>
                      <a:pt x="1266419" y="404421"/>
                      <a:pt x="1237694" y="403229"/>
                    </a:cubicBezTo>
                    <a:cubicBezTo>
                      <a:pt x="1208969" y="402037"/>
                      <a:pt x="1239840" y="387376"/>
                      <a:pt x="1245203" y="380940"/>
                    </a:cubicBezTo>
                    <a:cubicBezTo>
                      <a:pt x="1250567" y="374504"/>
                      <a:pt x="1201579" y="357102"/>
                      <a:pt x="1181435" y="361869"/>
                    </a:cubicBezTo>
                    <a:cubicBezTo>
                      <a:pt x="1161292" y="366637"/>
                      <a:pt x="1149492" y="355433"/>
                      <a:pt x="1130421" y="346970"/>
                    </a:cubicBezTo>
                    <a:cubicBezTo>
                      <a:pt x="1111350" y="338508"/>
                      <a:pt x="1058905" y="340534"/>
                      <a:pt x="1069752" y="355433"/>
                    </a:cubicBezTo>
                    <a:cubicBezTo>
                      <a:pt x="1077261" y="366041"/>
                      <a:pt x="1138884" y="388449"/>
                      <a:pt x="1145320" y="377841"/>
                    </a:cubicBezTo>
                    <a:cubicBezTo>
                      <a:pt x="1151756" y="367233"/>
                      <a:pt x="1167609" y="390475"/>
                      <a:pt x="1177144" y="401679"/>
                    </a:cubicBezTo>
                    <a:cubicBezTo>
                      <a:pt x="1186680" y="412884"/>
                      <a:pt x="1170112" y="418247"/>
                      <a:pt x="1177621" y="439583"/>
                    </a:cubicBezTo>
                    <a:close/>
                    <a:moveTo>
                      <a:pt x="1231854" y="314073"/>
                    </a:moveTo>
                    <a:cubicBezTo>
                      <a:pt x="1212664" y="304538"/>
                      <a:pt x="1188706" y="324800"/>
                      <a:pt x="1208015" y="332190"/>
                    </a:cubicBezTo>
                    <a:cubicBezTo>
                      <a:pt x="1225417" y="338627"/>
                      <a:pt x="1250924" y="323728"/>
                      <a:pt x="1231854" y="314073"/>
                    </a:cubicBezTo>
                    <a:close/>
                    <a:moveTo>
                      <a:pt x="1078811" y="194881"/>
                    </a:moveTo>
                    <a:cubicBezTo>
                      <a:pt x="1094425" y="202747"/>
                      <a:pt x="1085128" y="212879"/>
                      <a:pt x="1102649" y="220388"/>
                    </a:cubicBezTo>
                    <a:cubicBezTo>
                      <a:pt x="1120170" y="227897"/>
                      <a:pt x="1168562" y="210733"/>
                      <a:pt x="1172734" y="222533"/>
                    </a:cubicBezTo>
                    <a:cubicBezTo>
                      <a:pt x="1176906" y="234333"/>
                      <a:pt x="1122793" y="235287"/>
                      <a:pt x="1130302" y="242677"/>
                    </a:cubicBezTo>
                    <a:cubicBezTo>
                      <a:pt x="1137811" y="250067"/>
                      <a:pt x="1168562" y="261867"/>
                      <a:pt x="1164271" y="268184"/>
                    </a:cubicBezTo>
                    <a:cubicBezTo>
                      <a:pt x="1159981" y="274501"/>
                      <a:pt x="1215286" y="292023"/>
                      <a:pt x="1220650" y="284156"/>
                    </a:cubicBezTo>
                    <a:cubicBezTo>
                      <a:pt x="1226013" y="276289"/>
                      <a:pt x="1240793" y="277719"/>
                      <a:pt x="1254619" y="283083"/>
                    </a:cubicBezTo>
                    <a:cubicBezTo>
                      <a:pt x="1268446" y="288447"/>
                      <a:pt x="1269518" y="250067"/>
                      <a:pt x="1278458" y="256503"/>
                    </a:cubicBezTo>
                    <a:cubicBezTo>
                      <a:pt x="1287397" y="262940"/>
                      <a:pt x="1286921" y="242677"/>
                      <a:pt x="1302892" y="236241"/>
                    </a:cubicBezTo>
                    <a:cubicBezTo>
                      <a:pt x="1318864" y="229804"/>
                      <a:pt x="1341868" y="229804"/>
                      <a:pt x="1343299" y="222533"/>
                    </a:cubicBezTo>
                    <a:cubicBezTo>
                      <a:pt x="1344371" y="217170"/>
                      <a:pt x="1339008" y="209780"/>
                      <a:pt x="1319460" y="211806"/>
                    </a:cubicBezTo>
                    <a:cubicBezTo>
                      <a:pt x="1299912" y="213832"/>
                      <a:pt x="1287517" y="206562"/>
                      <a:pt x="1295622" y="195953"/>
                    </a:cubicBezTo>
                    <a:cubicBezTo>
                      <a:pt x="1303727" y="185345"/>
                      <a:pt x="1274286" y="182127"/>
                      <a:pt x="1284894" y="173545"/>
                    </a:cubicBezTo>
                    <a:cubicBezTo>
                      <a:pt x="1295502" y="164963"/>
                      <a:pt x="1265466" y="156858"/>
                      <a:pt x="1269042" y="170208"/>
                    </a:cubicBezTo>
                    <a:cubicBezTo>
                      <a:pt x="1272618" y="183557"/>
                      <a:pt x="1249852" y="171281"/>
                      <a:pt x="1246753" y="159481"/>
                    </a:cubicBezTo>
                    <a:cubicBezTo>
                      <a:pt x="1243654" y="147681"/>
                      <a:pt x="1199910" y="143628"/>
                      <a:pt x="1171185" y="118121"/>
                    </a:cubicBezTo>
                    <a:cubicBezTo>
                      <a:pt x="1142459" y="92614"/>
                      <a:pt x="1112780" y="109539"/>
                      <a:pt x="1129825" y="112757"/>
                    </a:cubicBezTo>
                    <a:cubicBezTo>
                      <a:pt x="1146869" y="115975"/>
                      <a:pt x="1145677" y="124676"/>
                      <a:pt x="1131970" y="123365"/>
                    </a:cubicBezTo>
                    <a:cubicBezTo>
                      <a:pt x="1118263" y="122054"/>
                      <a:pt x="1093590" y="124438"/>
                      <a:pt x="1115999" y="133020"/>
                    </a:cubicBezTo>
                    <a:cubicBezTo>
                      <a:pt x="1138407" y="141602"/>
                      <a:pt x="1113853" y="144939"/>
                      <a:pt x="1095736" y="144939"/>
                    </a:cubicBezTo>
                    <a:cubicBezTo>
                      <a:pt x="1077619" y="144939"/>
                      <a:pt x="1076665" y="168778"/>
                      <a:pt x="1100027" y="171519"/>
                    </a:cubicBezTo>
                    <a:cubicBezTo>
                      <a:pt x="1123389" y="174260"/>
                      <a:pt x="1106344" y="188444"/>
                      <a:pt x="1087273" y="183438"/>
                    </a:cubicBezTo>
                    <a:cubicBezTo>
                      <a:pt x="1068202" y="178432"/>
                      <a:pt x="1061766" y="186537"/>
                      <a:pt x="1078811" y="195119"/>
                    </a:cubicBezTo>
                    <a:close/>
                    <a:moveTo>
                      <a:pt x="1207419" y="89634"/>
                    </a:moveTo>
                    <a:cubicBezTo>
                      <a:pt x="1222199" y="80098"/>
                      <a:pt x="1233999" y="86416"/>
                      <a:pt x="1221245" y="92852"/>
                    </a:cubicBezTo>
                    <a:cubicBezTo>
                      <a:pt x="1208492" y="99288"/>
                      <a:pt x="1212664" y="103460"/>
                      <a:pt x="1230781" y="102387"/>
                    </a:cubicBezTo>
                    <a:cubicBezTo>
                      <a:pt x="1248898" y="101315"/>
                      <a:pt x="1223272" y="107751"/>
                      <a:pt x="1223272" y="118359"/>
                    </a:cubicBezTo>
                    <a:cubicBezTo>
                      <a:pt x="1223272" y="128967"/>
                      <a:pt x="1244607" y="122531"/>
                      <a:pt x="1245680" y="133139"/>
                    </a:cubicBezTo>
                    <a:cubicBezTo>
                      <a:pt x="1246753" y="143747"/>
                      <a:pt x="1292403" y="148038"/>
                      <a:pt x="1306230" y="135285"/>
                    </a:cubicBezTo>
                    <a:cubicBezTo>
                      <a:pt x="1320056" y="122531"/>
                      <a:pt x="1314692" y="138503"/>
                      <a:pt x="1313620" y="147204"/>
                    </a:cubicBezTo>
                    <a:cubicBezTo>
                      <a:pt x="1312547" y="155905"/>
                      <a:pt x="1378460" y="163176"/>
                      <a:pt x="1381678" y="152567"/>
                    </a:cubicBezTo>
                    <a:cubicBezTo>
                      <a:pt x="1384897" y="141959"/>
                      <a:pt x="1394432" y="146250"/>
                      <a:pt x="1407186" y="149349"/>
                    </a:cubicBezTo>
                    <a:cubicBezTo>
                      <a:pt x="1419939" y="152448"/>
                      <a:pt x="1482634" y="137430"/>
                      <a:pt x="1483707" y="125511"/>
                    </a:cubicBezTo>
                    <a:cubicBezTo>
                      <a:pt x="1484780" y="113592"/>
                      <a:pt x="1503970" y="131947"/>
                      <a:pt x="1483707" y="145774"/>
                    </a:cubicBezTo>
                    <a:cubicBezTo>
                      <a:pt x="1463444" y="159600"/>
                      <a:pt x="1423157" y="157693"/>
                      <a:pt x="1405040" y="162699"/>
                    </a:cubicBezTo>
                    <a:cubicBezTo>
                      <a:pt x="1386923" y="167705"/>
                      <a:pt x="1416960" y="180816"/>
                      <a:pt x="1434838" y="194642"/>
                    </a:cubicBezTo>
                    <a:cubicBezTo>
                      <a:pt x="1452717" y="208469"/>
                      <a:pt x="1411000" y="200960"/>
                      <a:pt x="1394432" y="182723"/>
                    </a:cubicBezTo>
                    <a:cubicBezTo>
                      <a:pt x="1377864" y="164487"/>
                      <a:pt x="1339127" y="164606"/>
                      <a:pt x="1318983" y="165679"/>
                    </a:cubicBezTo>
                    <a:cubicBezTo>
                      <a:pt x="1298840" y="166751"/>
                      <a:pt x="1305157" y="203939"/>
                      <a:pt x="1320056" y="203939"/>
                    </a:cubicBezTo>
                    <a:cubicBezTo>
                      <a:pt x="1334955" y="203939"/>
                      <a:pt x="1349854" y="209303"/>
                      <a:pt x="1364634" y="232665"/>
                    </a:cubicBezTo>
                    <a:cubicBezTo>
                      <a:pt x="1379414" y="256026"/>
                      <a:pt x="1411477" y="250663"/>
                      <a:pt x="1411477" y="261390"/>
                    </a:cubicBezTo>
                    <a:cubicBezTo>
                      <a:pt x="1411477" y="272117"/>
                      <a:pt x="1369998" y="252808"/>
                      <a:pt x="1346636" y="248637"/>
                    </a:cubicBezTo>
                    <a:cubicBezTo>
                      <a:pt x="1323274" y="244465"/>
                      <a:pt x="1285967" y="259245"/>
                      <a:pt x="1285013" y="276170"/>
                    </a:cubicBezTo>
                    <a:cubicBezTo>
                      <a:pt x="1284060" y="293095"/>
                      <a:pt x="1318983" y="291069"/>
                      <a:pt x="1342345" y="277243"/>
                    </a:cubicBezTo>
                    <a:cubicBezTo>
                      <a:pt x="1365707" y="263416"/>
                      <a:pt x="1348781" y="281534"/>
                      <a:pt x="1337100" y="292142"/>
                    </a:cubicBezTo>
                    <a:cubicBezTo>
                      <a:pt x="1325420" y="302750"/>
                      <a:pt x="1364634" y="311332"/>
                      <a:pt x="1364634" y="324085"/>
                    </a:cubicBezTo>
                    <a:cubicBezTo>
                      <a:pt x="1364634" y="336839"/>
                      <a:pt x="1336028" y="332548"/>
                      <a:pt x="1332810" y="320867"/>
                    </a:cubicBezTo>
                    <a:cubicBezTo>
                      <a:pt x="1329591" y="309186"/>
                      <a:pt x="1318983" y="297029"/>
                      <a:pt x="1291331" y="299651"/>
                    </a:cubicBezTo>
                    <a:cubicBezTo>
                      <a:pt x="1263678" y="302273"/>
                      <a:pt x="1271187" y="320867"/>
                      <a:pt x="1288112" y="323489"/>
                    </a:cubicBezTo>
                    <a:cubicBezTo>
                      <a:pt x="1305038" y="326112"/>
                      <a:pt x="1306230" y="338388"/>
                      <a:pt x="1287040" y="338388"/>
                    </a:cubicBezTo>
                    <a:cubicBezTo>
                      <a:pt x="1267850" y="338388"/>
                      <a:pt x="1224821" y="350308"/>
                      <a:pt x="1238171" y="362823"/>
                    </a:cubicBezTo>
                    <a:cubicBezTo>
                      <a:pt x="1251520" y="375338"/>
                      <a:pt x="1307302" y="362823"/>
                      <a:pt x="1316838" y="371285"/>
                    </a:cubicBezTo>
                    <a:cubicBezTo>
                      <a:pt x="1326373" y="379748"/>
                      <a:pt x="1352596" y="383205"/>
                      <a:pt x="1359390" y="373431"/>
                    </a:cubicBezTo>
                    <a:cubicBezTo>
                      <a:pt x="1366183" y="363657"/>
                      <a:pt x="1387042" y="368067"/>
                      <a:pt x="1408258" y="368067"/>
                    </a:cubicBezTo>
                    <a:cubicBezTo>
                      <a:pt x="1429475" y="368067"/>
                      <a:pt x="1434838" y="371285"/>
                      <a:pt x="1444016" y="379986"/>
                    </a:cubicBezTo>
                    <a:cubicBezTo>
                      <a:pt x="1453194" y="388688"/>
                      <a:pt x="1470596" y="385350"/>
                      <a:pt x="1482277" y="376887"/>
                    </a:cubicBezTo>
                    <a:cubicBezTo>
                      <a:pt x="1489202" y="369849"/>
                      <a:pt x="1499131" y="366643"/>
                      <a:pt x="1508857" y="368306"/>
                    </a:cubicBezTo>
                    <a:cubicBezTo>
                      <a:pt x="1523756" y="368306"/>
                      <a:pt x="1526974" y="358770"/>
                      <a:pt x="1519465" y="347089"/>
                    </a:cubicBezTo>
                    <a:cubicBezTo>
                      <a:pt x="1511956" y="335409"/>
                      <a:pt x="1492885" y="355552"/>
                      <a:pt x="1490859" y="347089"/>
                    </a:cubicBezTo>
                    <a:cubicBezTo>
                      <a:pt x="1488237" y="336600"/>
                      <a:pt x="1470596" y="333263"/>
                      <a:pt x="1440798" y="337554"/>
                    </a:cubicBezTo>
                    <a:cubicBezTo>
                      <a:pt x="1411000" y="341845"/>
                      <a:pt x="1423873" y="318364"/>
                      <a:pt x="1441871" y="323728"/>
                    </a:cubicBezTo>
                    <a:cubicBezTo>
                      <a:pt x="1462622" y="328289"/>
                      <a:pt x="1484184" y="327551"/>
                      <a:pt x="1504566" y="321582"/>
                    </a:cubicBezTo>
                    <a:cubicBezTo>
                      <a:pt x="1524829" y="316219"/>
                      <a:pt x="1508857" y="306683"/>
                      <a:pt x="1508857" y="297744"/>
                    </a:cubicBezTo>
                    <a:cubicBezTo>
                      <a:pt x="1508857" y="288804"/>
                      <a:pt x="1534364" y="294526"/>
                      <a:pt x="1553554" y="294526"/>
                    </a:cubicBezTo>
                    <a:cubicBezTo>
                      <a:pt x="1572744" y="294526"/>
                      <a:pt x="1600277" y="263655"/>
                      <a:pt x="1601231" y="245657"/>
                    </a:cubicBezTo>
                    <a:cubicBezTo>
                      <a:pt x="1602184" y="227659"/>
                      <a:pt x="1558679" y="231830"/>
                      <a:pt x="1537463" y="231830"/>
                    </a:cubicBezTo>
                    <a:cubicBezTo>
                      <a:pt x="1516247" y="231830"/>
                      <a:pt x="1551528" y="215263"/>
                      <a:pt x="1592172" y="217885"/>
                    </a:cubicBezTo>
                    <a:cubicBezTo>
                      <a:pt x="1632817" y="220507"/>
                      <a:pt x="1614461" y="201913"/>
                      <a:pt x="1621851" y="195596"/>
                    </a:cubicBezTo>
                    <a:cubicBezTo>
                      <a:pt x="1629241" y="189279"/>
                      <a:pt x="1648431" y="202986"/>
                      <a:pt x="1668694" y="198695"/>
                    </a:cubicBezTo>
                    <a:cubicBezTo>
                      <a:pt x="1688957" y="194404"/>
                      <a:pt x="1675011" y="177479"/>
                      <a:pt x="1688837" y="177479"/>
                    </a:cubicBezTo>
                    <a:cubicBezTo>
                      <a:pt x="1698611" y="177479"/>
                      <a:pt x="1720781" y="162580"/>
                      <a:pt x="1764286" y="138145"/>
                    </a:cubicBezTo>
                    <a:cubicBezTo>
                      <a:pt x="1807791" y="113711"/>
                      <a:pt x="1841880" y="118002"/>
                      <a:pt x="1844026" y="104175"/>
                    </a:cubicBezTo>
                    <a:cubicBezTo>
                      <a:pt x="1846171" y="90349"/>
                      <a:pt x="1783476" y="104175"/>
                      <a:pt x="1772510" y="99884"/>
                    </a:cubicBezTo>
                    <a:cubicBezTo>
                      <a:pt x="1761545" y="95594"/>
                      <a:pt x="1816016" y="83913"/>
                      <a:pt x="1828769" y="87131"/>
                    </a:cubicBezTo>
                    <a:cubicBezTo>
                      <a:pt x="1841523" y="90349"/>
                      <a:pt x="1858567" y="87131"/>
                      <a:pt x="1902192" y="65915"/>
                    </a:cubicBezTo>
                    <a:cubicBezTo>
                      <a:pt x="1945816" y="44698"/>
                      <a:pt x="1926626" y="39335"/>
                      <a:pt x="1908509" y="42076"/>
                    </a:cubicBezTo>
                    <a:cubicBezTo>
                      <a:pt x="1890392" y="44818"/>
                      <a:pt x="1870606" y="39096"/>
                      <a:pt x="1871679" y="27177"/>
                    </a:cubicBezTo>
                    <a:cubicBezTo>
                      <a:pt x="1872751" y="15258"/>
                      <a:pt x="1845099" y="26104"/>
                      <a:pt x="1844026" y="19668"/>
                    </a:cubicBezTo>
                    <a:cubicBezTo>
                      <a:pt x="1842953" y="13232"/>
                      <a:pt x="1817446" y="16569"/>
                      <a:pt x="1789793" y="27177"/>
                    </a:cubicBezTo>
                    <a:cubicBezTo>
                      <a:pt x="1762141" y="37785"/>
                      <a:pt x="1787648" y="16569"/>
                      <a:pt x="1799448" y="12278"/>
                    </a:cubicBezTo>
                    <a:cubicBezTo>
                      <a:pt x="1811248" y="7987"/>
                      <a:pt x="1729244" y="12278"/>
                      <a:pt x="1715417" y="2743"/>
                    </a:cubicBezTo>
                    <a:cubicBezTo>
                      <a:pt x="1701591" y="-6793"/>
                      <a:pt x="1685619" y="18595"/>
                      <a:pt x="1672865" y="5842"/>
                    </a:cubicBezTo>
                    <a:cubicBezTo>
                      <a:pt x="1660112" y="-6912"/>
                      <a:pt x="1627215" y="3815"/>
                      <a:pt x="1631506" y="13351"/>
                    </a:cubicBezTo>
                    <a:cubicBezTo>
                      <a:pt x="1635797" y="22886"/>
                      <a:pt x="1626142" y="22886"/>
                      <a:pt x="1613389" y="12278"/>
                    </a:cubicBezTo>
                    <a:cubicBezTo>
                      <a:pt x="1600635" y="1670"/>
                      <a:pt x="1576201" y="13351"/>
                      <a:pt x="1553792" y="10133"/>
                    </a:cubicBezTo>
                    <a:cubicBezTo>
                      <a:pt x="1531384" y="6914"/>
                      <a:pt x="1541039" y="28250"/>
                      <a:pt x="1516604" y="17642"/>
                    </a:cubicBezTo>
                    <a:cubicBezTo>
                      <a:pt x="1492170" y="7034"/>
                      <a:pt x="1465590" y="12278"/>
                      <a:pt x="1472980" y="15496"/>
                    </a:cubicBezTo>
                    <a:cubicBezTo>
                      <a:pt x="1480370" y="18714"/>
                      <a:pt x="1470834" y="25032"/>
                      <a:pt x="1460226" y="21813"/>
                    </a:cubicBezTo>
                    <a:cubicBezTo>
                      <a:pt x="1449618" y="18595"/>
                      <a:pt x="1439964" y="22886"/>
                      <a:pt x="1445327" y="33733"/>
                    </a:cubicBezTo>
                    <a:cubicBezTo>
                      <a:pt x="1450691" y="44579"/>
                      <a:pt x="1405994" y="30634"/>
                      <a:pt x="1405994" y="42315"/>
                    </a:cubicBezTo>
                    <a:cubicBezTo>
                      <a:pt x="1405994" y="53995"/>
                      <a:pt x="1390022" y="60313"/>
                      <a:pt x="1377268" y="49704"/>
                    </a:cubicBezTo>
                    <a:cubicBezTo>
                      <a:pt x="1364515" y="39096"/>
                      <a:pt x="1324228" y="35878"/>
                      <a:pt x="1335909" y="45414"/>
                    </a:cubicBezTo>
                    <a:cubicBezTo>
                      <a:pt x="1347589" y="54949"/>
                      <a:pt x="1300151" y="49704"/>
                      <a:pt x="1312070" y="59240"/>
                    </a:cubicBezTo>
                    <a:cubicBezTo>
                      <a:pt x="1323989" y="68775"/>
                      <a:pt x="1296218" y="76284"/>
                      <a:pt x="1296218" y="71159"/>
                    </a:cubicBezTo>
                    <a:cubicBezTo>
                      <a:pt x="1296218" y="66034"/>
                      <a:pt x="1269638" y="56379"/>
                      <a:pt x="1259030" y="65915"/>
                    </a:cubicBezTo>
                    <a:cubicBezTo>
                      <a:pt x="1248421" y="75450"/>
                      <a:pt x="1245203" y="87131"/>
                      <a:pt x="1239840" y="80814"/>
                    </a:cubicBezTo>
                    <a:cubicBezTo>
                      <a:pt x="1234476" y="74496"/>
                      <a:pt x="1211114" y="76523"/>
                      <a:pt x="1188825" y="84985"/>
                    </a:cubicBezTo>
                    <a:cubicBezTo>
                      <a:pt x="1166536" y="93448"/>
                      <a:pt x="1192520" y="99408"/>
                      <a:pt x="1207419" y="89872"/>
                    </a:cubicBezTo>
                    <a:close/>
                    <a:moveTo>
                      <a:pt x="1475245" y="1007415"/>
                    </a:moveTo>
                    <a:cubicBezTo>
                      <a:pt x="1482634" y="1006342"/>
                      <a:pt x="1497534" y="979762"/>
                      <a:pt x="1478463" y="980835"/>
                    </a:cubicBezTo>
                    <a:cubicBezTo>
                      <a:pt x="1459392" y="981908"/>
                      <a:pt x="1463683" y="1008726"/>
                      <a:pt x="1475245" y="1007177"/>
                    </a:cubicBezTo>
                    <a:close/>
                    <a:moveTo>
                      <a:pt x="1381678" y="983577"/>
                    </a:moveTo>
                    <a:cubicBezTo>
                      <a:pt x="1398723" y="994304"/>
                      <a:pt x="1424230" y="965579"/>
                      <a:pt x="1422085" y="956997"/>
                    </a:cubicBezTo>
                    <a:cubicBezTo>
                      <a:pt x="1419939" y="948415"/>
                      <a:pt x="1360820" y="970942"/>
                      <a:pt x="1381678" y="983696"/>
                    </a:cubicBezTo>
                    <a:close/>
                    <a:moveTo>
                      <a:pt x="1458200" y="925172"/>
                    </a:moveTo>
                    <a:cubicBezTo>
                      <a:pt x="1460346" y="914564"/>
                      <a:pt x="1423157" y="910273"/>
                      <a:pt x="1425303" y="898592"/>
                    </a:cubicBezTo>
                    <a:cubicBezTo>
                      <a:pt x="1427448" y="886912"/>
                      <a:pt x="1390141" y="877376"/>
                      <a:pt x="1378460" y="870940"/>
                    </a:cubicBezTo>
                    <a:cubicBezTo>
                      <a:pt x="1366779" y="864503"/>
                      <a:pt x="1348901" y="861524"/>
                      <a:pt x="1348901" y="848770"/>
                    </a:cubicBezTo>
                    <a:cubicBezTo>
                      <a:pt x="1348901" y="836016"/>
                      <a:pt x="1323393" y="845552"/>
                      <a:pt x="1322321" y="864742"/>
                    </a:cubicBezTo>
                    <a:cubicBezTo>
                      <a:pt x="1321248" y="883932"/>
                      <a:pt x="1310401" y="879522"/>
                      <a:pt x="1315884" y="897639"/>
                    </a:cubicBezTo>
                    <a:cubicBezTo>
                      <a:pt x="1321367" y="915756"/>
                      <a:pt x="1292046" y="919928"/>
                      <a:pt x="1295741" y="929582"/>
                    </a:cubicBezTo>
                    <a:cubicBezTo>
                      <a:pt x="1299436" y="939237"/>
                      <a:pt x="1312666" y="928510"/>
                      <a:pt x="1325420" y="928510"/>
                    </a:cubicBezTo>
                    <a:cubicBezTo>
                      <a:pt x="1338173" y="928510"/>
                      <a:pt x="1322082" y="946269"/>
                      <a:pt x="1338173" y="947581"/>
                    </a:cubicBezTo>
                    <a:cubicBezTo>
                      <a:pt x="1354026" y="945673"/>
                      <a:pt x="1368520" y="937688"/>
                      <a:pt x="1378580" y="925292"/>
                    </a:cubicBezTo>
                    <a:cubicBezTo>
                      <a:pt x="1383943" y="916829"/>
                      <a:pt x="1394551" y="913372"/>
                      <a:pt x="1409450" y="924219"/>
                    </a:cubicBezTo>
                    <a:cubicBezTo>
                      <a:pt x="1424349" y="935065"/>
                      <a:pt x="1456174" y="935900"/>
                      <a:pt x="1458200" y="925292"/>
                    </a:cubicBezTo>
                    <a:close/>
                    <a:moveTo>
                      <a:pt x="1805765" y="831606"/>
                    </a:moveTo>
                    <a:cubicBezTo>
                      <a:pt x="1818519" y="832679"/>
                      <a:pt x="1820664" y="848651"/>
                      <a:pt x="1840808" y="865576"/>
                    </a:cubicBezTo>
                    <a:cubicBezTo>
                      <a:pt x="1860951" y="882502"/>
                      <a:pt x="1863216" y="870940"/>
                      <a:pt x="1866315" y="859259"/>
                    </a:cubicBezTo>
                    <a:cubicBezTo>
                      <a:pt x="1869414" y="847578"/>
                      <a:pt x="1891822" y="857114"/>
                      <a:pt x="1890749" y="845433"/>
                    </a:cubicBezTo>
                    <a:cubicBezTo>
                      <a:pt x="1889676" y="833752"/>
                      <a:pt x="1908866" y="819926"/>
                      <a:pt x="1921620" y="814681"/>
                    </a:cubicBezTo>
                    <a:cubicBezTo>
                      <a:pt x="1934374" y="809437"/>
                      <a:pt x="1911012" y="796564"/>
                      <a:pt x="1893967" y="797637"/>
                    </a:cubicBezTo>
                    <a:cubicBezTo>
                      <a:pt x="1884885" y="799520"/>
                      <a:pt x="1875981" y="793691"/>
                      <a:pt x="1874098" y="784597"/>
                    </a:cubicBezTo>
                    <a:cubicBezTo>
                      <a:pt x="1873741" y="782928"/>
                      <a:pt x="1873657" y="781212"/>
                      <a:pt x="1873824" y="779519"/>
                    </a:cubicBezTo>
                    <a:cubicBezTo>
                      <a:pt x="1873824" y="772129"/>
                      <a:pt x="1841880" y="754012"/>
                      <a:pt x="1831272" y="757230"/>
                    </a:cubicBezTo>
                    <a:cubicBezTo>
                      <a:pt x="1820664" y="760448"/>
                      <a:pt x="1802547" y="743523"/>
                      <a:pt x="1788721" y="742331"/>
                    </a:cubicBezTo>
                    <a:cubicBezTo>
                      <a:pt x="1774894" y="741139"/>
                      <a:pt x="1754751" y="730412"/>
                      <a:pt x="1756896" y="715751"/>
                    </a:cubicBezTo>
                    <a:cubicBezTo>
                      <a:pt x="1759042" y="701091"/>
                      <a:pt x="1784549" y="720042"/>
                      <a:pt x="1789793" y="708361"/>
                    </a:cubicBezTo>
                    <a:cubicBezTo>
                      <a:pt x="1795038" y="696681"/>
                      <a:pt x="1763213" y="702998"/>
                      <a:pt x="1762141" y="694535"/>
                    </a:cubicBezTo>
                    <a:cubicBezTo>
                      <a:pt x="1761068" y="686072"/>
                      <a:pt x="1769650" y="689172"/>
                      <a:pt x="1775967" y="683927"/>
                    </a:cubicBezTo>
                    <a:cubicBezTo>
                      <a:pt x="1782284" y="678683"/>
                      <a:pt x="1770723" y="667955"/>
                      <a:pt x="1763213" y="663664"/>
                    </a:cubicBezTo>
                    <a:cubicBezTo>
                      <a:pt x="1755704" y="659373"/>
                      <a:pt x="1753678" y="672246"/>
                      <a:pt x="1746288" y="672246"/>
                    </a:cubicBezTo>
                    <a:cubicBezTo>
                      <a:pt x="1738898" y="672246"/>
                      <a:pt x="1745215" y="660327"/>
                      <a:pt x="1750460" y="653056"/>
                    </a:cubicBezTo>
                    <a:cubicBezTo>
                      <a:pt x="1755704" y="645785"/>
                      <a:pt x="1726025" y="637084"/>
                      <a:pt x="1713272" y="641137"/>
                    </a:cubicBezTo>
                    <a:cubicBezTo>
                      <a:pt x="1700518" y="645190"/>
                      <a:pt x="1696346" y="637919"/>
                      <a:pt x="1696346" y="629218"/>
                    </a:cubicBezTo>
                    <a:cubicBezTo>
                      <a:pt x="1696346" y="620517"/>
                      <a:pt x="1673938" y="629218"/>
                      <a:pt x="1665476" y="635535"/>
                    </a:cubicBezTo>
                    <a:cubicBezTo>
                      <a:pt x="1657013" y="641852"/>
                      <a:pt x="1646286" y="629218"/>
                      <a:pt x="1657013" y="628145"/>
                    </a:cubicBezTo>
                    <a:cubicBezTo>
                      <a:pt x="1667740" y="627072"/>
                      <a:pt x="1680852" y="618610"/>
                      <a:pt x="1677156" y="608955"/>
                    </a:cubicBezTo>
                    <a:cubicBezTo>
                      <a:pt x="1673461" y="599300"/>
                      <a:pt x="1646286" y="598347"/>
                      <a:pt x="1641399" y="610028"/>
                    </a:cubicBezTo>
                    <a:cubicBezTo>
                      <a:pt x="1636512" y="621709"/>
                      <a:pt x="1613746" y="597274"/>
                      <a:pt x="1613746" y="587739"/>
                    </a:cubicBezTo>
                    <a:cubicBezTo>
                      <a:pt x="1613746" y="578203"/>
                      <a:pt x="1579776" y="586666"/>
                      <a:pt x="1583948" y="570694"/>
                    </a:cubicBezTo>
                    <a:cubicBezTo>
                      <a:pt x="1588120" y="554723"/>
                      <a:pt x="1544257" y="551624"/>
                      <a:pt x="1532576" y="551624"/>
                    </a:cubicBezTo>
                    <a:cubicBezTo>
                      <a:pt x="1520895" y="551624"/>
                      <a:pt x="1503970" y="561159"/>
                      <a:pt x="1505996" y="571767"/>
                    </a:cubicBezTo>
                    <a:cubicBezTo>
                      <a:pt x="1508023" y="582375"/>
                      <a:pt x="1493243" y="578203"/>
                      <a:pt x="1491216" y="566523"/>
                    </a:cubicBezTo>
                    <a:cubicBezTo>
                      <a:pt x="1489190" y="554842"/>
                      <a:pt x="1460346" y="579276"/>
                      <a:pt x="1451883" y="579276"/>
                    </a:cubicBezTo>
                    <a:cubicBezTo>
                      <a:pt x="1443420" y="579276"/>
                      <a:pt x="1457127" y="548405"/>
                      <a:pt x="1452836" y="538870"/>
                    </a:cubicBezTo>
                    <a:cubicBezTo>
                      <a:pt x="1446579" y="529673"/>
                      <a:pt x="1440917" y="520078"/>
                      <a:pt x="1435911" y="510145"/>
                    </a:cubicBezTo>
                    <a:cubicBezTo>
                      <a:pt x="1429475" y="494173"/>
                      <a:pt x="1397650" y="500609"/>
                      <a:pt x="1389068" y="510145"/>
                    </a:cubicBezTo>
                    <a:cubicBezTo>
                      <a:pt x="1380486" y="519680"/>
                      <a:pt x="1353311" y="515508"/>
                      <a:pt x="1338054" y="530407"/>
                    </a:cubicBezTo>
                    <a:cubicBezTo>
                      <a:pt x="1322797" y="545306"/>
                      <a:pt x="1339127" y="560086"/>
                      <a:pt x="1345563" y="565450"/>
                    </a:cubicBezTo>
                    <a:cubicBezTo>
                      <a:pt x="1352000" y="570813"/>
                      <a:pt x="1323274" y="579276"/>
                      <a:pt x="1332810" y="587739"/>
                    </a:cubicBezTo>
                    <a:cubicBezTo>
                      <a:pt x="1342345" y="596201"/>
                      <a:pt x="1356648" y="592030"/>
                      <a:pt x="1358317" y="605856"/>
                    </a:cubicBezTo>
                    <a:cubicBezTo>
                      <a:pt x="1359985" y="619682"/>
                      <a:pt x="1323274" y="601565"/>
                      <a:pt x="1317910" y="589884"/>
                    </a:cubicBezTo>
                    <a:cubicBezTo>
                      <a:pt x="1312547" y="578203"/>
                      <a:pt x="1320056" y="567595"/>
                      <a:pt x="1312547" y="559013"/>
                    </a:cubicBezTo>
                    <a:cubicBezTo>
                      <a:pt x="1305038" y="550432"/>
                      <a:pt x="1311593" y="539943"/>
                      <a:pt x="1325301" y="525044"/>
                    </a:cubicBezTo>
                    <a:cubicBezTo>
                      <a:pt x="1339008" y="510145"/>
                      <a:pt x="1349854" y="512290"/>
                      <a:pt x="1349854" y="503827"/>
                    </a:cubicBezTo>
                    <a:cubicBezTo>
                      <a:pt x="1349854" y="495365"/>
                      <a:pt x="1290258" y="495245"/>
                      <a:pt x="1255215" y="527666"/>
                    </a:cubicBezTo>
                    <a:cubicBezTo>
                      <a:pt x="1232581" y="549011"/>
                      <a:pt x="1223951" y="581312"/>
                      <a:pt x="1232926" y="611100"/>
                    </a:cubicBezTo>
                    <a:cubicBezTo>
                      <a:pt x="1235072" y="619682"/>
                      <a:pt x="1265823" y="615391"/>
                      <a:pt x="1283941" y="620755"/>
                    </a:cubicBezTo>
                    <a:cubicBezTo>
                      <a:pt x="1302058" y="626119"/>
                      <a:pt x="1292403" y="633509"/>
                      <a:pt x="1278577" y="631363"/>
                    </a:cubicBezTo>
                    <a:cubicBezTo>
                      <a:pt x="1264751" y="629218"/>
                      <a:pt x="1241389" y="624927"/>
                      <a:pt x="1242819" y="634581"/>
                    </a:cubicBezTo>
                    <a:cubicBezTo>
                      <a:pt x="1244250" y="644236"/>
                      <a:pt x="1272618" y="662115"/>
                      <a:pt x="1289543" y="658420"/>
                    </a:cubicBezTo>
                    <a:cubicBezTo>
                      <a:pt x="1306468" y="654725"/>
                      <a:pt x="1306587" y="654129"/>
                      <a:pt x="1313381" y="663664"/>
                    </a:cubicBezTo>
                    <a:cubicBezTo>
                      <a:pt x="1320175" y="673200"/>
                      <a:pt x="1341034" y="670101"/>
                      <a:pt x="1361058" y="671173"/>
                    </a:cubicBezTo>
                    <a:cubicBezTo>
                      <a:pt x="1378937" y="673419"/>
                      <a:pt x="1396673" y="676601"/>
                      <a:pt x="1414218" y="680709"/>
                    </a:cubicBezTo>
                    <a:cubicBezTo>
                      <a:pt x="1423384" y="681080"/>
                      <a:pt x="1432192" y="677157"/>
                      <a:pt x="1438056" y="670101"/>
                    </a:cubicBezTo>
                    <a:cubicBezTo>
                      <a:pt x="1441156" y="664737"/>
                      <a:pt x="1480489" y="678563"/>
                      <a:pt x="1492170" y="677491"/>
                    </a:cubicBezTo>
                    <a:cubicBezTo>
                      <a:pt x="1503851" y="676418"/>
                      <a:pt x="1496461" y="665571"/>
                      <a:pt x="1489071" y="662592"/>
                    </a:cubicBezTo>
                    <a:cubicBezTo>
                      <a:pt x="1481681" y="659612"/>
                      <a:pt x="1484780" y="645666"/>
                      <a:pt x="1494315" y="650672"/>
                    </a:cubicBezTo>
                    <a:cubicBezTo>
                      <a:pt x="1503851" y="655678"/>
                      <a:pt x="1519822" y="659254"/>
                      <a:pt x="1523041" y="668790"/>
                    </a:cubicBezTo>
                    <a:cubicBezTo>
                      <a:pt x="1526259" y="678325"/>
                      <a:pt x="1534960" y="673081"/>
                      <a:pt x="1535794" y="680709"/>
                    </a:cubicBezTo>
                    <a:cubicBezTo>
                      <a:pt x="1536629" y="688337"/>
                      <a:pt x="1570837" y="696681"/>
                      <a:pt x="1571552" y="704547"/>
                    </a:cubicBezTo>
                    <a:cubicBezTo>
                      <a:pt x="1572267" y="712414"/>
                      <a:pt x="1538655" y="717301"/>
                      <a:pt x="1547713" y="724810"/>
                    </a:cubicBezTo>
                    <a:cubicBezTo>
                      <a:pt x="1556772" y="732319"/>
                      <a:pt x="1571552" y="715155"/>
                      <a:pt x="1584902" y="714083"/>
                    </a:cubicBezTo>
                    <a:cubicBezTo>
                      <a:pt x="1598251" y="713010"/>
                      <a:pt x="1597655" y="741735"/>
                      <a:pt x="1607191" y="737921"/>
                    </a:cubicBezTo>
                    <a:cubicBezTo>
                      <a:pt x="1620302" y="732081"/>
                      <a:pt x="1631029" y="743166"/>
                      <a:pt x="1642948" y="761760"/>
                    </a:cubicBezTo>
                    <a:cubicBezTo>
                      <a:pt x="1654867" y="780354"/>
                      <a:pt x="1641876" y="796802"/>
                      <a:pt x="1642948" y="803239"/>
                    </a:cubicBezTo>
                    <a:cubicBezTo>
                      <a:pt x="1644021" y="809675"/>
                      <a:pt x="1668455" y="807410"/>
                      <a:pt x="1682163" y="800020"/>
                    </a:cubicBezTo>
                    <a:cubicBezTo>
                      <a:pt x="1695870" y="792630"/>
                      <a:pt x="1708743" y="808483"/>
                      <a:pt x="1719470" y="818018"/>
                    </a:cubicBezTo>
                    <a:cubicBezTo>
                      <a:pt x="1730197" y="827554"/>
                      <a:pt x="1680136" y="843526"/>
                      <a:pt x="1684308" y="835063"/>
                    </a:cubicBezTo>
                    <a:cubicBezTo>
                      <a:pt x="1688480" y="826600"/>
                      <a:pt x="1654629" y="801093"/>
                      <a:pt x="1623758" y="812774"/>
                    </a:cubicBezTo>
                    <a:cubicBezTo>
                      <a:pt x="1592887" y="824455"/>
                      <a:pt x="1614223" y="842572"/>
                      <a:pt x="1617441" y="853180"/>
                    </a:cubicBezTo>
                    <a:cubicBezTo>
                      <a:pt x="1620659" y="863788"/>
                      <a:pt x="1589789" y="874396"/>
                      <a:pt x="1561063" y="865099"/>
                    </a:cubicBezTo>
                    <a:cubicBezTo>
                      <a:pt x="1532338" y="855802"/>
                      <a:pt x="1540800" y="871417"/>
                      <a:pt x="1529119" y="871417"/>
                    </a:cubicBezTo>
                    <a:cubicBezTo>
                      <a:pt x="1517439" y="871417"/>
                      <a:pt x="1505281" y="889534"/>
                      <a:pt x="1515293" y="901215"/>
                    </a:cubicBezTo>
                    <a:cubicBezTo>
                      <a:pt x="1525305" y="912896"/>
                      <a:pt x="1549382" y="902287"/>
                      <a:pt x="1568453" y="903360"/>
                    </a:cubicBezTo>
                    <a:cubicBezTo>
                      <a:pt x="1587524" y="904433"/>
                      <a:pt x="1589789" y="909677"/>
                      <a:pt x="1592291" y="899069"/>
                    </a:cubicBezTo>
                    <a:cubicBezTo>
                      <a:pt x="1594795" y="888461"/>
                      <a:pt x="1614580" y="893825"/>
                      <a:pt x="1628049" y="896924"/>
                    </a:cubicBezTo>
                    <a:cubicBezTo>
                      <a:pt x="1641518" y="900023"/>
                      <a:pt x="1638657" y="919332"/>
                      <a:pt x="1655702" y="920762"/>
                    </a:cubicBezTo>
                    <a:cubicBezTo>
                      <a:pt x="1672746" y="922193"/>
                      <a:pt x="1658801" y="939952"/>
                      <a:pt x="1669409" y="951633"/>
                    </a:cubicBezTo>
                    <a:cubicBezTo>
                      <a:pt x="1680017" y="963314"/>
                      <a:pt x="1714106" y="956997"/>
                      <a:pt x="1726860" y="969750"/>
                    </a:cubicBezTo>
                    <a:cubicBezTo>
                      <a:pt x="1739613" y="982504"/>
                      <a:pt x="1793727" y="1007892"/>
                      <a:pt x="1801236" y="998357"/>
                    </a:cubicBezTo>
                    <a:cubicBezTo>
                      <a:pt x="1808745" y="988821"/>
                      <a:pt x="1754512" y="938760"/>
                      <a:pt x="1738541" y="934589"/>
                    </a:cubicBezTo>
                    <a:cubicBezTo>
                      <a:pt x="1722569" y="930417"/>
                      <a:pt x="1754512" y="925053"/>
                      <a:pt x="1774298" y="941025"/>
                    </a:cubicBezTo>
                    <a:cubicBezTo>
                      <a:pt x="1794084" y="956997"/>
                      <a:pt x="1824240" y="964863"/>
                      <a:pt x="1839139" y="945197"/>
                    </a:cubicBezTo>
                    <a:cubicBezTo>
                      <a:pt x="1854038" y="925530"/>
                      <a:pt x="1826385" y="931490"/>
                      <a:pt x="1826385" y="917663"/>
                    </a:cubicBezTo>
                    <a:cubicBezTo>
                      <a:pt x="1826385" y="903837"/>
                      <a:pt x="1816850" y="884647"/>
                      <a:pt x="1802547" y="884647"/>
                    </a:cubicBezTo>
                    <a:cubicBezTo>
                      <a:pt x="1788244" y="884647"/>
                      <a:pt x="1749387" y="854849"/>
                      <a:pt x="1763213" y="848889"/>
                    </a:cubicBezTo>
                    <a:cubicBezTo>
                      <a:pt x="1777040" y="842930"/>
                      <a:pt x="1759042" y="833990"/>
                      <a:pt x="1769650" y="822309"/>
                    </a:cubicBezTo>
                    <a:cubicBezTo>
                      <a:pt x="1780258" y="810629"/>
                      <a:pt x="1793011" y="830653"/>
                      <a:pt x="1805765" y="831726"/>
                    </a:cubicBezTo>
                    <a:close/>
                    <a:moveTo>
                      <a:pt x="1581564" y="780592"/>
                    </a:moveTo>
                    <a:cubicBezTo>
                      <a:pt x="1594318" y="778447"/>
                      <a:pt x="1591934" y="758780"/>
                      <a:pt x="1584663" y="748768"/>
                    </a:cubicBezTo>
                    <a:cubicBezTo>
                      <a:pt x="1579419" y="741259"/>
                      <a:pt x="1565592" y="740186"/>
                      <a:pt x="1553911" y="741259"/>
                    </a:cubicBezTo>
                    <a:cubicBezTo>
                      <a:pt x="1542231" y="742331"/>
                      <a:pt x="1521968" y="760448"/>
                      <a:pt x="1532576" y="778447"/>
                    </a:cubicBezTo>
                    <a:cubicBezTo>
                      <a:pt x="1543184" y="796445"/>
                      <a:pt x="1568811" y="782857"/>
                      <a:pt x="1581564" y="780711"/>
                    </a:cubicBezTo>
                    <a:close/>
                    <a:moveTo>
                      <a:pt x="1448665" y="503947"/>
                    </a:moveTo>
                    <a:cubicBezTo>
                      <a:pt x="1442228" y="517773"/>
                      <a:pt x="1462491" y="517773"/>
                      <a:pt x="1463564" y="533625"/>
                    </a:cubicBezTo>
                    <a:cubicBezTo>
                      <a:pt x="1464636" y="549478"/>
                      <a:pt x="1484780" y="554961"/>
                      <a:pt x="1499321" y="545545"/>
                    </a:cubicBezTo>
                    <a:cubicBezTo>
                      <a:pt x="1513863" y="536128"/>
                      <a:pt x="1556653" y="548405"/>
                      <a:pt x="1556653" y="536009"/>
                    </a:cubicBezTo>
                    <a:cubicBezTo>
                      <a:pt x="1556653" y="523613"/>
                      <a:pt x="1512075" y="503112"/>
                      <a:pt x="1496103" y="506211"/>
                    </a:cubicBezTo>
                    <a:cubicBezTo>
                      <a:pt x="1480131" y="509310"/>
                      <a:pt x="1454982" y="490597"/>
                      <a:pt x="1448665" y="503947"/>
                    </a:cubicBezTo>
                    <a:close/>
                    <a:moveTo>
                      <a:pt x="1847244" y="1408378"/>
                    </a:moveTo>
                    <a:cubicBezTo>
                      <a:pt x="1849390" y="1416960"/>
                      <a:pt x="1911012" y="1442467"/>
                      <a:pt x="1913157" y="1430786"/>
                    </a:cubicBezTo>
                    <a:cubicBezTo>
                      <a:pt x="1915303" y="1419106"/>
                      <a:pt x="1845337" y="1401584"/>
                      <a:pt x="1847244" y="1408855"/>
                    </a:cubicBezTo>
                    <a:close/>
                    <a:moveTo>
                      <a:pt x="2116857" y="1471789"/>
                    </a:moveTo>
                    <a:cubicBezTo>
                      <a:pt x="2112567" y="1479655"/>
                      <a:pt x="2106249" y="1466186"/>
                      <a:pt x="2115427" y="1459035"/>
                    </a:cubicBezTo>
                    <a:cubicBezTo>
                      <a:pt x="2124605" y="1451883"/>
                      <a:pt x="2113997" y="1449142"/>
                      <a:pt x="2105534" y="1453433"/>
                    </a:cubicBezTo>
                    <a:cubicBezTo>
                      <a:pt x="2097071" y="1457724"/>
                      <a:pt x="2099098" y="1434243"/>
                      <a:pt x="2106964" y="1429595"/>
                    </a:cubicBezTo>
                    <a:cubicBezTo>
                      <a:pt x="2114831" y="1424946"/>
                      <a:pt x="2087774" y="1416841"/>
                      <a:pt x="2087774" y="1424588"/>
                    </a:cubicBezTo>
                    <a:cubicBezTo>
                      <a:pt x="2087774" y="1432336"/>
                      <a:pt x="2068704" y="1427449"/>
                      <a:pt x="2066558" y="1420298"/>
                    </a:cubicBezTo>
                    <a:cubicBezTo>
                      <a:pt x="2064413" y="1413146"/>
                      <a:pt x="2050944" y="1411120"/>
                      <a:pt x="2055950" y="1406114"/>
                    </a:cubicBezTo>
                    <a:cubicBezTo>
                      <a:pt x="2060956" y="1401108"/>
                      <a:pt x="2039621" y="1398366"/>
                      <a:pt x="2037475" y="1406829"/>
                    </a:cubicBezTo>
                    <a:cubicBezTo>
                      <a:pt x="2035330" y="1415291"/>
                      <a:pt x="2029012" y="1401227"/>
                      <a:pt x="2039621" y="1389903"/>
                    </a:cubicBezTo>
                    <a:cubicBezTo>
                      <a:pt x="2050229" y="1378580"/>
                      <a:pt x="2046653" y="1368568"/>
                      <a:pt x="2056665" y="1362966"/>
                    </a:cubicBezTo>
                    <a:cubicBezTo>
                      <a:pt x="2066677" y="1357364"/>
                      <a:pt x="2055950" y="1351047"/>
                      <a:pt x="2044746" y="1355099"/>
                    </a:cubicBezTo>
                    <a:cubicBezTo>
                      <a:pt x="2033542" y="1359152"/>
                      <a:pt x="2005770" y="1398366"/>
                      <a:pt x="2005770" y="1408974"/>
                    </a:cubicBezTo>
                    <a:cubicBezTo>
                      <a:pt x="2005770" y="1419582"/>
                      <a:pt x="2005055" y="1432813"/>
                      <a:pt x="1995162" y="1431621"/>
                    </a:cubicBezTo>
                    <a:cubicBezTo>
                      <a:pt x="1985269" y="1430429"/>
                      <a:pt x="1973946" y="1440203"/>
                      <a:pt x="1981693" y="1445805"/>
                    </a:cubicBezTo>
                    <a:cubicBezTo>
                      <a:pt x="1989441" y="1451407"/>
                      <a:pt x="1961192" y="1467617"/>
                      <a:pt x="1974661" y="1474888"/>
                    </a:cubicBezTo>
                    <a:cubicBezTo>
                      <a:pt x="1983839" y="1479894"/>
                      <a:pt x="1998499" y="1472742"/>
                      <a:pt x="2011491" y="1474172"/>
                    </a:cubicBezTo>
                    <a:cubicBezTo>
                      <a:pt x="2023100" y="1477021"/>
                      <a:pt x="2035377" y="1475007"/>
                      <a:pt x="2045461" y="1468570"/>
                    </a:cubicBezTo>
                    <a:cubicBezTo>
                      <a:pt x="2056188" y="1460704"/>
                      <a:pt x="2056188" y="1475603"/>
                      <a:pt x="2067512" y="1474172"/>
                    </a:cubicBezTo>
                    <a:cubicBezTo>
                      <a:pt x="2078835" y="1472742"/>
                      <a:pt x="2061075" y="1483350"/>
                      <a:pt x="2061790" y="1491217"/>
                    </a:cubicBezTo>
                    <a:cubicBezTo>
                      <a:pt x="2062505" y="1499084"/>
                      <a:pt x="2073710" y="1486926"/>
                      <a:pt x="2082411" y="1482754"/>
                    </a:cubicBezTo>
                    <a:cubicBezTo>
                      <a:pt x="2091112" y="1478583"/>
                      <a:pt x="2101482" y="1482754"/>
                      <a:pt x="2097191" y="1489787"/>
                    </a:cubicBezTo>
                    <a:cubicBezTo>
                      <a:pt x="2092900" y="1496819"/>
                      <a:pt x="2121029" y="1503970"/>
                      <a:pt x="2126989" y="1492647"/>
                    </a:cubicBezTo>
                    <a:cubicBezTo>
                      <a:pt x="2132948" y="1481324"/>
                      <a:pt x="2121148" y="1464518"/>
                      <a:pt x="2116857" y="1472265"/>
                    </a:cubicBezTo>
                    <a:close/>
                    <a:moveTo>
                      <a:pt x="195714" y="1277028"/>
                    </a:moveTo>
                    <a:cubicBezTo>
                      <a:pt x="176524" y="1287160"/>
                      <a:pt x="222532" y="1335671"/>
                      <a:pt x="232187" y="1329592"/>
                    </a:cubicBezTo>
                    <a:cubicBezTo>
                      <a:pt x="238742" y="1325420"/>
                      <a:pt x="220268" y="1305158"/>
                      <a:pt x="220268" y="1292523"/>
                    </a:cubicBezTo>
                    <a:cubicBezTo>
                      <a:pt x="220268" y="1279889"/>
                      <a:pt x="214785" y="1266778"/>
                      <a:pt x="195714" y="1277028"/>
                    </a:cubicBezTo>
                    <a:close/>
                    <a:moveTo>
                      <a:pt x="1947127" y="1519465"/>
                    </a:moveTo>
                    <a:cubicBezTo>
                      <a:pt x="1939737" y="1520538"/>
                      <a:pt x="1945578" y="1508857"/>
                      <a:pt x="1947127" y="1503017"/>
                    </a:cubicBezTo>
                    <a:cubicBezTo>
                      <a:pt x="1948677" y="1497177"/>
                      <a:pt x="1931156" y="1505639"/>
                      <a:pt x="1930560" y="1512552"/>
                    </a:cubicBezTo>
                    <a:cubicBezTo>
                      <a:pt x="1929964" y="1519465"/>
                      <a:pt x="1918640" y="1522088"/>
                      <a:pt x="1918640" y="1526379"/>
                    </a:cubicBezTo>
                    <a:cubicBezTo>
                      <a:pt x="1918640" y="1538298"/>
                      <a:pt x="1916972" y="1532219"/>
                      <a:pt x="1908509" y="1536391"/>
                    </a:cubicBezTo>
                    <a:cubicBezTo>
                      <a:pt x="1900046" y="1540563"/>
                      <a:pt x="1867030" y="1536391"/>
                      <a:pt x="1865957" y="1529001"/>
                    </a:cubicBezTo>
                    <a:cubicBezTo>
                      <a:pt x="1864884" y="1521611"/>
                      <a:pt x="1841046" y="1517797"/>
                      <a:pt x="1839973" y="1507785"/>
                    </a:cubicBezTo>
                    <a:cubicBezTo>
                      <a:pt x="1838901" y="1497773"/>
                      <a:pt x="1827220" y="1494435"/>
                      <a:pt x="1836755" y="1483350"/>
                    </a:cubicBezTo>
                    <a:cubicBezTo>
                      <a:pt x="1846290" y="1472265"/>
                      <a:pt x="1835206" y="1466782"/>
                      <a:pt x="1826147" y="1475364"/>
                    </a:cubicBezTo>
                    <a:cubicBezTo>
                      <a:pt x="1817088" y="1483946"/>
                      <a:pt x="1811844" y="1470597"/>
                      <a:pt x="1824002" y="1465710"/>
                    </a:cubicBezTo>
                    <a:cubicBezTo>
                      <a:pt x="1836159" y="1460823"/>
                      <a:pt x="1859044" y="1456174"/>
                      <a:pt x="1847840" y="1434958"/>
                    </a:cubicBezTo>
                    <a:cubicBezTo>
                      <a:pt x="1836636" y="1413742"/>
                      <a:pt x="1762856" y="1441275"/>
                      <a:pt x="1744262" y="1451883"/>
                    </a:cubicBezTo>
                    <a:cubicBezTo>
                      <a:pt x="1725668" y="1462492"/>
                      <a:pt x="1702306" y="1496581"/>
                      <a:pt x="1692175" y="1496581"/>
                    </a:cubicBezTo>
                    <a:cubicBezTo>
                      <a:pt x="1682043" y="1496581"/>
                      <a:pt x="1709696" y="1478463"/>
                      <a:pt x="1713987" y="1471550"/>
                    </a:cubicBezTo>
                    <a:cubicBezTo>
                      <a:pt x="1718278" y="1464637"/>
                      <a:pt x="1712914" y="1457724"/>
                      <a:pt x="1718755" y="1460465"/>
                    </a:cubicBezTo>
                    <a:cubicBezTo>
                      <a:pt x="1724595" y="1463207"/>
                      <a:pt x="1741044" y="1437580"/>
                      <a:pt x="1752248" y="1429118"/>
                    </a:cubicBezTo>
                    <a:cubicBezTo>
                      <a:pt x="1763452" y="1420655"/>
                      <a:pt x="1776086" y="1428522"/>
                      <a:pt x="1777159" y="1421609"/>
                    </a:cubicBezTo>
                    <a:cubicBezTo>
                      <a:pt x="1778232" y="1414695"/>
                      <a:pt x="1784072" y="1409689"/>
                      <a:pt x="1794799" y="1400392"/>
                    </a:cubicBezTo>
                    <a:cubicBezTo>
                      <a:pt x="1805527" y="1391095"/>
                      <a:pt x="1932347" y="1392406"/>
                      <a:pt x="1944624" y="1393002"/>
                    </a:cubicBezTo>
                    <a:cubicBezTo>
                      <a:pt x="1956901" y="1393598"/>
                      <a:pt x="1980382" y="1377031"/>
                      <a:pt x="1987653" y="1366423"/>
                    </a:cubicBezTo>
                    <a:cubicBezTo>
                      <a:pt x="1994923" y="1355814"/>
                      <a:pt x="2003624" y="1355814"/>
                      <a:pt x="2020550" y="1356768"/>
                    </a:cubicBezTo>
                    <a:cubicBezTo>
                      <a:pt x="2037475" y="1357722"/>
                      <a:pt x="2045580" y="1342465"/>
                      <a:pt x="2054043" y="1336624"/>
                    </a:cubicBezTo>
                    <a:cubicBezTo>
                      <a:pt x="2062505" y="1330784"/>
                      <a:pt x="2059407" y="1328162"/>
                      <a:pt x="2051897" y="1326493"/>
                    </a:cubicBezTo>
                    <a:cubicBezTo>
                      <a:pt x="2044388" y="1324824"/>
                      <a:pt x="2037594" y="1320176"/>
                      <a:pt x="2045104" y="1319580"/>
                    </a:cubicBezTo>
                    <a:cubicBezTo>
                      <a:pt x="2052613" y="1318984"/>
                      <a:pt x="2056188" y="1314812"/>
                      <a:pt x="2059407" y="1305277"/>
                    </a:cubicBezTo>
                    <a:cubicBezTo>
                      <a:pt x="2062625" y="1295741"/>
                      <a:pt x="2056784" y="1299913"/>
                      <a:pt x="2046653" y="1286683"/>
                    </a:cubicBezTo>
                    <a:cubicBezTo>
                      <a:pt x="2036522" y="1273452"/>
                      <a:pt x="2031277" y="1290974"/>
                      <a:pt x="2021146" y="1289901"/>
                    </a:cubicBezTo>
                    <a:cubicBezTo>
                      <a:pt x="2011014" y="1288828"/>
                      <a:pt x="2028059" y="1276075"/>
                      <a:pt x="2019596" y="1270711"/>
                    </a:cubicBezTo>
                    <a:cubicBezTo>
                      <a:pt x="2011134" y="1265347"/>
                      <a:pt x="1995043" y="1269162"/>
                      <a:pt x="1982289" y="1279770"/>
                    </a:cubicBezTo>
                    <a:cubicBezTo>
                      <a:pt x="1969536" y="1290378"/>
                      <a:pt x="1970370" y="1279174"/>
                      <a:pt x="1959523" y="1289901"/>
                    </a:cubicBezTo>
                    <a:cubicBezTo>
                      <a:pt x="1948677" y="1300628"/>
                      <a:pt x="1948319" y="1284537"/>
                      <a:pt x="1953683" y="1280247"/>
                    </a:cubicBezTo>
                    <a:cubicBezTo>
                      <a:pt x="1959047" y="1275956"/>
                      <a:pt x="1962622" y="1280842"/>
                      <a:pt x="1967509" y="1274406"/>
                    </a:cubicBezTo>
                    <a:cubicBezTo>
                      <a:pt x="1972396" y="1267970"/>
                      <a:pt x="1977045" y="1274406"/>
                      <a:pt x="1989202" y="1266420"/>
                    </a:cubicBezTo>
                    <a:cubicBezTo>
                      <a:pt x="2001360" y="1258434"/>
                      <a:pt x="2012087" y="1262248"/>
                      <a:pt x="2015782" y="1256408"/>
                    </a:cubicBezTo>
                    <a:cubicBezTo>
                      <a:pt x="2019477" y="1250568"/>
                      <a:pt x="2009942" y="1242582"/>
                      <a:pt x="1998261" y="1245204"/>
                    </a:cubicBezTo>
                    <a:cubicBezTo>
                      <a:pt x="1986580" y="1247826"/>
                      <a:pt x="1978594" y="1229232"/>
                      <a:pt x="1971204" y="1234596"/>
                    </a:cubicBezTo>
                    <a:cubicBezTo>
                      <a:pt x="1963814" y="1239959"/>
                      <a:pt x="1965364" y="1226610"/>
                      <a:pt x="1956782" y="1231974"/>
                    </a:cubicBezTo>
                    <a:cubicBezTo>
                      <a:pt x="1948200" y="1237337"/>
                      <a:pt x="1943552" y="1230305"/>
                      <a:pt x="1939857" y="1220054"/>
                    </a:cubicBezTo>
                    <a:cubicBezTo>
                      <a:pt x="1936162" y="1209804"/>
                      <a:pt x="1913277" y="1193594"/>
                      <a:pt x="1899450" y="1189303"/>
                    </a:cubicBezTo>
                    <a:cubicBezTo>
                      <a:pt x="1885624" y="1185012"/>
                      <a:pt x="1894683" y="1177383"/>
                      <a:pt x="1902073" y="1182866"/>
                    </a:cubicBezTo>
                    <a:cubicBezTo>
                      <a:pt x="1909462" y="1188349"/>
                      <a:pt x="1918044" y="1177622"/>
                      <a:pt x="1921263" y="1172258"/>
                    </a:cubicBezTo>
                    <a:cubicBezTo>
                      <a:pt x="1924481" y="1166894"/>
                      <a:pt x="1915899" y="1162246"/>
                      <a:pt x="1911608" y="1161650"/>
                    </a:cubicBezTo>
                    <a:cubicBezTo>
                      <a:pt x="1907317" y="1161054"/>
                      <a:pt x="1907436" y="1154141"/>
                      <a:pt x="1908509" y="1148896"/>
                    </a:cubicBezTo>
                    <a:cubicBezTo>
                      <a:pt x="1909582" y="1143652"/>
                      <a:pt x="1893610" y="1136977"/>
                      <a:pt x="1893014" y="1131375"/>
                    </a:cubicBezTo>
                    <a:cubicBezTo>
                      <a:pt x="1892418" y="1125773"/>
                      <a:pt x="1883479" y="1122317"/>
                      <a:pt x="1884074" y="1117549"/>
                    </a:cubicBezTo>
                    <a:cubicBezTo>
                      <a:pt x="1884670" y="1112781"/>
                      <a:pt x="1875016" y="1105630"/>
                      <a:pt x="1875016" y="1099432"/>
                    </a:cubicBezTo>
                    <a:cubicBezTo>
                      <a:pt x="1875016" y="1093234"/>
                      <a:pt x="1859044" y="1080361"/>
                      <a:pt x="1858567" y="1072852"/>
                    </a:cubicBezTo>
                    <a:cubicBezTo>
                      <a:pt x="1858091" y="1065343"/>
                      <a:pt x="1849509" y="1060098"/>
                      <a:pt x="1846648" y="1051159"/>
                    </a:cubicBezTo>
                    <a:cubicBezTo>
                      <a:pt x="1843788" y="1042219"/>
                      <a:pt x="1839258" y="1046272"/>
                      <a:pt x="1836040" y="1059025"/>
                    </a:cubicBezTo>
                    <a:cubicBezTo>
                      <a:pt x="1832822" y="1071779"/>
                      <a:pt x="1821618" y="1070945"/>
                      <a:pt x="1824836" y="1075593"/>
                    </a:cubicBezTo>
                    <a:cubicBezTo>
                      <a:pt x="1831391" y="1084294"/>
                      <a:pt x="1826505" y="1084533"/>
                      <a:pt x="1821618" y="1089896"/>
                    </a:cubicBezTo>
                    <a:cubicBezTo>
                      <a:pt x="1816731" y="1095260"/>
                      <a:pt x="1824836" y="1103246"/>
                      <a:pt x="1816850" y="1103246"/>
                    </a:cubicBezTo>
                    <a:cubicBezTo>
                      <a:pt x="1808864" y="1103246"/>
                      <a:pt x="1812678" y="1119694"/>
                      <a:pt x="1808387" y="1112185"/>
                    </a:cubicBezTo>
                    <a:cubicBezTo>
                      <a:pt x="1804096" y="1104676"/>
                      <a:pt x="1794084" y="1106941"/>
                      <a:pt x="1794084" y="1114331"/>
                    </a:cubicBezTo>
                    <a:cubicBezTo>
                      <a:pt x="1794084" y="1121721"/>
                      <a:pt x="1777040" y="1128753"/>
                      <a:pt x="1770246" y="1128157"/>
                    </a:cubicBezTo>
                    <a:cubicBezTo>
                      <a:pt x="1763452" y="1127561"/>
                      <a:pt x="1763333" y="1113258"/>
                      <a:pt x="1757492" y="1117549"/>
                    </a:cubicBezTo>
                    <a:cubicBezTo>
                      <a:pt x="1751652" y="1121840"/>
                      <a:pt x="1752725" y="1105630"/>
                      <a:pt x="1743666" y="1105630"/>
                    </a:cubicBezTo>
                    <a:cubicBezTo>
                      <a:pt x="1734607" y="1105630"/>
                      <a:pt x="1728290" y="1105034"/>
                      <a:pt x="1730912" y="1097048"/>
                    </a:cubicBezTo>
                    <a:cubicBezTo>
                      <a:pt x="1733535" y="1089062"/>
                      <a:pt x="1715536" y="1085129"/>
                      <a:pt x="1721377" y="1080599"/>
                    </a:cubicBezTo>
                    <a:cubicBezTo>
                      <a:pt x="1727217" y="1076070"/>
                      <a:pt x="1719708" y="1067369"/>
                      <a:pt x="1718635" y="1053543"/>
                    </a:cubicBezTo>
                    <a:cubicBezTo>
                      <a:pt x="1717563" y="1039716"/>
                      <a:pt x="1726621" y="1038644"/>
                      <a:pt x="1726621" y="1033280"/>
                    </a:cubicBezTo>
                    <a:cubicBezTo>
                      <a:pt x="1726621" y="1027916"/>
                      <a:pt x="1720304" y="1028035"/>
                      <a:pt x="1713868" y="1032326"/>
                    </a:cubicBezTo>
                    <a:cubicBezTo>
                      <a:pt x="1707431" y="1036617"/>
                      <a:pt x="1707551" y="1026486"/>
                      <a:pt x="1700637" y="1026963"/>
                    </a:cubicBezTo>
                    <a:cubicBezTo>
                      <a:pt x="1693724" y="1027439"/>
                      <a:pt x="1672985" y="1026963"/>
                      <a:pt x="1671912" y="1016831"/>
                    </a:cubicBezTo>
                    <a:cubicBezTo>
                      <a:pt x="1670839" y="1006700"/>
                      <a:pt x="1663926" y="1012064"/>
                      <a:pt x="1660827" y="1003005"/>
                    </a:cubicBezTo>
                    <a:cubicBezTo>
                      <a:pt x="1657728" y="993946"/>
                      <a:pt x="1648908" y="1000860"/>
                      <a:pt x="1648908" y="994542"/>
                    </a:cubicBezTo>
                    <a:cubicBezTo>
                      <a:pt x="1648908" y="988225"/>
                      <a:pt x="1645213" y="985484"/>
                      <a:pt x="1638896" y="985007"/>
                    </a:cubicBezTo>
                    <a:cubicBezTo>
                      <a:pt x="1632579" y="984530"/>
                      <a:pt x="1630314" y="977498"/>
                      <a:pt x="1621851" y="976425"/>
                    </a:cubicBezTo>
                    <a:cubicBezTo>
                      <a:pt x="1613365" y="977057"/>
                      <a:pt x="1605164" y="979798"/>
                      <a:pt x="1598013" y="984411"/>
                    </a:cubicBezTo>
                    <a:cubicBezTo>
                      <a:pt x="1593245" y="986556"/>
                      <a:pt x="1581087" y="977021"/>
                      <a:pt x="1576320" y="980716"/>
                    </a:cubicBezTo>
                    <a:cubicBezTo>
                      <a:pt x="1571552" y="984411"/>
                      <a:pt x="1570479" y="978094"/>
                      <a:pt x="1557130" y="974399"/>
                    </a:cubicBezTo>
                    <a:cubicBezTo>
                      <a:pt x="1543780" y="970704"/>
                      <a:pt x="1526259" y="969512"/>
                      <a:pt x="1525305" y="974399"/>
                    </a:cubicBezTo>
                    <a:cubicBezTo>
                      <a:pt x="1524352" y="979286"/>
                      <a:pt x="1513386" y="980716"/>
                      <a:pt x="1515174" y="991920"/>
                    </a:cubicBezTo>
                    <a:cubicBezTo>
                      <a:pt x="1516962" y="1003124"/>
                      <a:pt x="1527928" y="1000860"/>
                      <a:pt x="1530550" y="1008369"/>
                    </a:cubicBezTo>
                    <a:cubicBezTo>
                      <a:pt x="1533172" y="1015878"/>
                      <a:pt x="1525305" y="1013136"/>
                      <a:pt x="1524709" y="1020288"/>
                    </a:cubicBezTo>
                    <a:cubicBezTo>
                      <a:pt x="1524113" y="1027439"/>
                      <a:pt x="1517320" y="1026724"/>
                      <a:pt x="1517320" y="1031492"/>
                    </a:cubicBezTo>
                    <a:cubicBezTo>
                      <a:pt x="1517320" y="1036260"/>
                      <a:pt x="1522087" y="1035187"/>
                      <a:pt x="1524709" y="1044722"/>
                    </a:cubicBezTo>
                    <a:cubicBezTo>
                      <a:pt x="1527332" y="1054258"/>
                      <a:pt x="1532695" y="1053781"/>
                      <a:pt x="1534245" y="1066535"/>
                    </a:cubicBezTo>
                    <a:cubicBezTo>
                      <a:pt x="1535794" y="1079288"/>
                      <a:pt x="1530073" y="1076666"/>
                      <a:pt x="1524709" y="1078454"/>
                    </a:cubicBezTo>
                    <a:cubicBezTo>
                      <a:pt x="1519346" y="1080242"/>
                      <a:pt x="1524709" y="1086440"/>
                      <a:pt x="1517796" y="1094902"/>
                    </a:cubicBezTo>
                    <a:cubicBezTo>
                      <a:pt x="1510883" y="1103365"/>
                      <a:pt x="1503970" y="1112424"/>
                      <a:pt x="1509810" y="1117787"/>
                    </a:cubicBezTo>
                    <a:cubicBezTo>
                      <a:pt x="1515651" y="1123151"/>
                      <a:pt x="1537463" y="1132090"/>
                      <a:pt x="1545568" y="1146513"/>
                    </a:cubicBezTo>
                    <a:cubicBezTo>
                      <a:pt x="1552934" y="1163009"/>
                      <a:pt x="1554817" y="1181436"/>
                      <a:pt x="1550932" y="1199077"/>
                    </a:cubicBezTo>
                    <a:cubicBezTo>
                      <a:pt x="1548309" y="1215048"/>
                      <a:pt x="1530192" y="1218743"/>
                      <a:pt x="1516962" y="1232570"/>
                    </a:cubicBezTo>
                    <a:cubicBezTo>
                      <a:pt x="1508094" y="1241282"/>
                      <a:pt x="1495841" y="1245645"/>
                      <a:pt x="1483469" y="1244489"/>
                    </a:cubicBezTo>
                    <a:cubicBezTo>
                      <a:pt x="1477032" y="1244489"/>
                      <a:pt x="1480727" y="1257719"/>
                      <a:pt x="1489786" y="1268327"/>
                    </a:cubicBezTo>
                    <a:cubicBezTo>
                      <a:pt x="1498845" y="1278935"/>
                      <a:pt x="1491455" y="1281558"/>
                      <a:pt x="1496222" y="1292166"/>
                    </a:cubicBezTo>
                    <a:cubicBezTo>
                      <a:pt x="1500990" y="1302774"/>
                      <a:pt x="1496222" y="1311356"/>
                      <a:pt x="1503136" y="1320891"/>
                    </a:cubicBezTo>
                    <a:cubicBezTo>
                      <a:pt x="1510049" y="1330426"/>
                      <a:pt x="1505758" y="1334241"/>
                      <a:pt x="1497772" y="1341154"/>
                    </a:cubicBezTo>
                    <a:cubicBezTo>
                      <a:pt x="1489786" y="1348067"/>
                      <a:pt x="1500990" y="1344253"/>
                      <a:pt x="1501467" y="1353073"/>
                    </a:cubicBezTo>
                    <a:cubicBezTo>
                      <a:pt x="1501944" y="1361893"/>
                      <a:pt x="1497772" y="1356768"/>
                      <a:pt x="1490859" y="1352000"/>
                    </a:cubicBezTo>
                    <a:cubicBezTo>
                      <a:pt x="1483946" y="1347233"/>
                      <a:pt x="1477628" y="1361059"/>
                      <a:pt x="1477628" y="1366899"/>
                    </a:cubicBezTo>
                    <a:cubicBezTo>
                      <a:pt x="1477628" y="1372740"/>
                      <a:pt x="1461061" y="1358913"/>
                      <a:pt x="1457366" y="1359509"/>
                    </a:cubicBezTo>
                    <a:cubicBezTo>
                      <a:pt x="1453671" y="1360105"/>
                      <a:pt x="1458438" y="1350451"/>
                      <a:pt x="1448903" y="1342942"/>
                    </a:cubicBezTo>
                    <a:cubicBezTo>
                      <a:pt x="1439368" y="1335432"/>
                      <a:pt x="1431859" y="1334002"/>
                      <a:pt x="1431859" y="1326493"/>
                    </a:cubicBezTo>
                    <a:cubicBezTo>
                      <a:pt x="1431859" y="1318984"/>
                      <a:pt x="1415410" y="1313740"/>
                      <a:pt x="1415410" y="1305277"/>
                    </a:cubicBezTo>
                    <a:cubicBezTo>
                      <a:pt x="1415410" y="1296814"/>
                      <a:pt x="1417555" y="1275002"/>
                      <a:pt x="1413860" y="1268566"/>
                    </a:cubicBezTo>
                    <a:cubicBezTo>
                      <a:pt x="1411179" y="1262213"/>
                      <a:pt x="1412180" y="1254894"/>
                      <a:pt x="1416483" y="1249495"/>
                    </a:cubicBezTo>
                    <a:cubicBezTo>
                      <a:pt x="1419701" y="1243654"/>
                      <a:pt x="1412788" y="1234596"/>
                      <a:pt x="1403252" y="1234596"/>
                    </a:cubicBezTo>
                    <a:cubicBezTo>
                      <a:pt x="1391381" y="1233249"/>
                      <a:pt x="1379438" y="1232534"/>
                      <a:pt x="1367495" y="1232450"/>
                    </a:cubicBezTo>
                    <a:cubicBezTo>
                      <a:pt x="1358889" y="1234238"/>
                      <a:pt x="1349926" y="1232522"/>
                      <a:pt x="1342583" y="1227683"/>
                    </a:cubicBezTo>
                    <a:cubicBezTo>
                      <a:pt x="1332798" y="1220126"/>
                      <a:pt x="1321558" y="1214691"/>
                      <a:pt x="1309567" y="1211711"/>
                    </a:cubicBezTo>
                    <a:cubicBezTo>
                      <a:pt x="1298804" y="1210149"/>
                      <a:pt x="1289388" y="1203677"/>
                      <a:pt x="1284060" y="1194190"/>
                    </a:cubicBezTo>
                    <a:cubicBezTo>
                      <a:pt x="1282510" y="1189422"/>
                      <a:pt x="1266062" y="1185727"/>
                      <a:pt x="1262367" y="1180959"/>
                    </a:cubicBezTo>
                    <a:cubicBezTo>
                      <a:pt x="1254715" y="1175762"/>
                      <a:pt x="1245453" y="1173486"/>
                      <a:pt x="1236264" y="1174523"/>
                    </a:cubicBezTo>
                    <a:cubicBezTo>
                      <a:pt x="1229827" y="1175596"/>
                      <a:pt x="1213975" y="1161173"/>
                      <a:pt x="1204439" y="1161769"/>
                    </a:cubicBezTo>
                    <a:cubicBezTo>
                      <a:pt x="1192306" y="1164523"/>
                      <a:pt x="1180363" y="1168074"/>
                      <a:pt x="1168682" y="1172377"/>
                    </a:cubicBezTo>
                    <a:cubicBezTo>
                      <a:pt x="1164987" y="1172377"/>
                      <a:pt x="1168682" y="1164392"/>
                      <a:pt x="1171900" y="1160458"/>
                    </a:cubicBezTo>
                    <a:cubicBezTo>
                      <a:pt x="1175118" y="1156525"/>
                      <a:pt x="1163914" y="1140791"/>
                      <a:pt x="1161173" y="1130183"/>
                    </a:cubicBezTo>
                    <a:cubicBezTo>
                      <a:pt x="1158431" y="1119575"/>
                      <a:pt x="1154855" y="1107894"/>
                      <a:pt x="1143651" y="1109444"/>
                    </a:cubicBezTo>
                    <a:cubicBezTo>
                      <a:pt x="1134354" y="1110052"/>
                      <a:pt x="1125093" y="1107859"/>
                      <a:pt x="1117071" y="1103127"/>
                    </a:cubicBezTo>
                    <a:cubicBezTo>
                      <a:pt x="1113972" y="1100981"/>
                      <a:pt x="1113376" y="1070587"/>
                      <a:pt x="1115999" y="1057953"/>
                    </a:cubicBezTo>
                    <a:cubicBezTo>
                      <a:pt x="1118621" y="1045318"/>
                      <a:pt x="1132566" y="1026009"/>
                      <a:pt x="1132566" y="1018023"/>
                    </a:cubicBezTo>
                    <a:cubicBezTo>
                      <a:pt x="1132566" y="1010037"/>
                      <a:pt x="1141506" y="1006104"/>
                      <a:pt x="1149492" y="1004197"/>
                    </a:cubicBezTo>
                    <a:cubicBezTo>
                      <a:pt x="1157478" y="1002290"/>
                      <a:pt x="1151160" y="986676"/>
                      <a:pt x="1159146" y="985603"/>
                    </a:cubicBezTo>
                    <a:cubicBezTo>
                      <a:pt x="1167132" y="984530"/>
                      <a:pt x="1167609" y="981312"/>
                      <a:pt x="1169158" y="974995"/>
                    </a:cubicBezTo>
                    <a:cubicBezTo>
                      <a:pt x="1170708" y="968678"/>
                      <a:pt x="1180363" y="972849"/>
                      <a:pt x="1174999" y="967605"/>
                    </a:cubicBezTo>
                    <a:cubicBezTo>
                      <a:pt x="1169635" y="962360"/>
                      <a:pt x="1173926" y="960692"/>
                      <a:pt x="1186203" y="960692"/>
                    </a:cubicBezTo>
                    <a:cubicBezTo>
                      <a:pt x="1198480" y="960692"/>
                      <a:pt x="1216478" y="956401"/>
                      <a:pt x="1213856" y="944124"/>
                    </a:cubicBezTo>
                    <a:cubicBezTo>
                      <a:pt x="1211233" y="931847"/>
                      <a:pt x="1179290" y="941025"/>
                      <a:pt x="1179290" y="930894"/>
                    </a:cubicBezTo>
                    <a:cubicBezTo>
                      <a:pt x="1179290" y="920762"/>
                      <a:pt x="1138884" y="920285"/>
                      <a:pt x="1141506" y="914445"/>
                    </a:cubicBezTo>
                    <a:cubicBezTo>
                      <a:pt x="1144128" y="908605"/>
                      <a:pt x="1181912" y="918617"/>
                      <a:pt x="1195738" y="923980"/>
                    </a:cubicBezTo>
                    <a:cubicBezTo>
                      <a:pt x="1204726" y="928069"/>
                      <a:pt x="1214678" y="929559"/>
                      <a:pt x="1224464" y="928271"/>
                    </a:cubicBezTo>
                    <a:cubicBezTo>
                      <a:pt x="1235668" y="927675"/>
                      <a:pt x="1228159" y="913372"/>
                      <a:pt x="1230304" y="907532"/>
                    </a:cubicBezTo>
                    <a:cubicBezTo>
                      <a:pt x="1232450" y="901692"/>
                      <a:pt x="1254143" y="916591"/>
                      <a:pt x="1266062" y="913372"/>
                    </a:cubicBezTo>
                    <a:cubicBezTo>
                      <a:pt x="1277981" y="910154"/>
                      <a:pt x="1289900" y="885124"/>
                      <a:pt x="1300032" y="878330"/>
                    </a:cubicBezTo>
                    <a:cubicBezTo>
                      <a:pt x="1310163" y="871536"/>
                      <a:pt x="1301104" y="864980"/>
                      <a:pt x="1281438" y="866411"/>
                    </a:cubicBezTo>
                    <a:cubicBezTo>
                      <a:pt x="1266288" y="867757"/>
                      <a:pt x="1251270" y="862739"/>
                      <a:pt x="1239959" y="852584"/>
                    </a:cubicBezTo>
                    <a:cubicBezTo>
                      <a:pt x="1229351" y="844717"/>
                      <a:pt x="1230423" y="838281"/>
                      <a:pt x="1241627" y="839354"/>
                    </a:cubicBezTo>
                    <a:cubicBezTo>
                      <a:pt x="1252832" y="840427"/>
                      <a:pt x="1279292" y="862239"/>
                      <a:pt x="1289304" y="863192"/>
                    </a:cubicBezTo>
                    <a:cubicBezTo>
                      <a:pt x="1299316" y="864146"/>
                      <a:pt x="1316957" y="843526"/>
                      <a:pt x="1325062" y="837208"/>
                    </a:cubicBezTo>
                    <a:cubicBezTo>
                      <a:pt x="1333167" y="830891"/>
                      <a:pt x="1317076" y="828150"/>
                      <a:pt x="1311236" y="823382"/>
                    </a:cubicBezTo>
                    <a:cubicBezTo>
                      <a:pt x="1305395" y="818614"/>
                      <a:pt x="1321367" y="815396"/>
                      <a:pt x="1329830" y="815396"/>
                    </a:cubicBezTo>
                    <a:cubicBezTo>
                      <a:pt x="1338292" y="815396"/>
                      <a:pt x="1341749" y="822786"/>
                      <a:pt x="1345325" y="826481"/>
                    </a:cubicBezTo>
                    <a:cubicBezTo>
                      <a:pt x="1348901" y="830176"/>
                      <a:pt x="1363323" y="823859"/>
                      <a:pt x="1370832" y="823859"/>
                    </a:cubicBezTo>
                    <a:cubicBezTo>
                      <a:pt x="1378341" y="823859"/>
                      <a:pt x="1369759" y="811940"/>
                      <a:pt x="1357482" y="806934"/>
                    </a:cubicBezTo>
                    <a:cubicBezTo>
                      <a:pt x="1345206" y="801927"/>
                      <a:pt x="1357482" y="793107"/>
                      <a:pt x="1361773" y="800497"/>
                    </a:cubicBezTo>
                    <a:cubicBezTo>
                      <a:pt x="1366064" y="807887"/>
                      <a:pt x="1373693" y="806338"/>
                      <a:pt x="1378222" y="814919"/>
                    </a:cubicBezTo>
                    <a:cubicBezTo>
                      <a:pt x="1384420" y="826839"/>
                      <a:pt x="1388353" y="819091"/>
                      <a:pt x="1398961" y="814919"/>
                    </a:cubicBezTo>
                    <a:cubicBezTo>
                      <a:pt x="1407591" y="811522"/>
                      <a:pt x="1415136" y="805837"/>
                      <a:pt x="1420774" y="798471"/>
                    </a:cubicBezTo>
                    <a:cubicBezTo>
                      <a:pt x="1426614" y="792034"/>
                      <a:pt x="1427687" y="799544"/>
                      <a:pt x="1434600" y="789412"/>
                    </a:cubicBezTo>
                    <a:cubicBezTo>
                      <a:pt x="1441513" y="779281"/>
                      <a:pt x="1431382" y="769746"/>
                      <a:pt x="1422681" y="763309"/>
                    </a:cubicBezTo>
                    <a:cubicBezTo>
                      <a:pt x="1413980" y="756873"/>
                      <a:pt x="1422681" y="750556"/>
                      <a:pt x="1414814" y="746384"/>
                    </a:cubicBezTo>
                    <a:cubicBezTo>
                      <a:pt x="1406947" y="742212"/>
                      <a:pt x="1404683" y="734465"/>
                      <a:pt x="1414814" y="736252"/>
                    </a:cubicBezTo>
                    <a:cubicBezTo>
                      <a:pt x="1423753" y="738835"/>
                      <a:pt x="1433348" y="735431"/>
                      <a:pt x="1438652" y="727790"/>
                    </a:cubicBezTo>
                    <a:cubicBezTo>
                      <a:pt x="1443420" y="720281"/>
                      <a:pt x="1422681" y="718731"/>
                      <a:pt x="1432216" y="713368"/>
                    </a:cubicBezTo>
                    <a:cubicBezTo>
                      <a:pt x="1441751" y="708004"/>
                      <a:pt x="1433885" y="702759"/>
                      <a:pt x="1424230" y="702759"/>
                    </a:cubicBezTo>
                    <a:cubicBezTo>
                      <a:pt x="1414576" y="702759"/>
                      <a:pt x="1406709" y="697992"/>
                      <a:pt x="1406232" y="690006"/>
                    </a:cubicBezTo>
                    <a:cubicBezTo>
                      <a:pt x="1405755" y="682020"/>
                      <a:pt x="1389188" y="687384"/>
                      <a:pt x="1379056" y="682616"/>
                    </a:cubicBezTo>
                    <a:cubicBezTo>
                      <a:pt x="1366827" y="679126"/>
                      <a:pt x="1354038" y="678033"/>
                      <a:pt x="1341391" y="679398"/>
                    </a:cubicBezTo>
                    <a:cubicBezTo>
                      <a:pt x="1336028" y="679398"/>
                      <a:pt x="1335551" y="701687"/>
                      <a:pt x="1343537" y="702283"/>
                    </a:cubicBezTo>
                    <a:cubicBezTo>
                      <a:pt x="1351523" y="702879"/>
                      <a:pt x="1357840" y="711341"/>
                      <a:pt x="1350927" y="714202"/>
                    </a:cubicBezTo>
                    <a:cubicBezTo>
                      <a:pt x="1344014" y="717062"/>
                      <a:pt x="1352000" y="725287"/>
                      <a:pt x="1346636" y="724810"/>
                    </a:cubicBezTo>
                    <a:cubicBezTo>
                      <a:pt x="1341272" y="724333"/>
                      <a:pt x="1332810" y="721592"/>
                      <a:pt x="1331260" y="735418"/>
                    </a:cubicBezTo>
                    <a:cubicBezTo>
                      <a:pt x="1329711" y="749244"/>
                      <a:pt x="1328638" y="754608"/>
                      <a:pt x="1319341" y="759257"/>
                    </a:cubicBezTo>
                    <a:cubicBezTo>
                      <a:pt x="1310044" y="763905"/>
                      <a:pt x="1317195" y="743762"/>
                      <a:pt x="1308733" y="744358"/>
                    </a:cubicBezTo>
                    <a:cubicBezTo>
                      <a:pt x="1300270" y="744954"/>
                      <a:pt x="1299197" y="761402"/>
                      <a:pt x="1305515" y="762952"/>
                    </a:cubicBezTo>
                    <a:cubicBezTo>
                      <a:pt x="1311832" y="764501"/>
                      <a:pt x="1312904" y="769865"/>
                      <a:pt x="1314573" y="777851"/>
                    </a:cubicBezTo>
                    <a:cubicBezTo>
                      <a:pt x="1316242" y="785837"/>
                      <a:pt x="1302654" y="779996"/>
                      <a:pt x="1297529" y="789770"/>
                    </a:cubicBezTo>
                    <a:cubicBezTo>
                      <a:pt x="1292403" y="799544"/>
                      <a:pt x="1291688" y="785479"/>
                      <a:pt x="1284298" y="779162"/>
                    </a:cubicBezTo>
                    <a:cubicBezTo>
                      <a:pt x="1276908" y="772845"/>
                      <a:pt x="1267731" y="762117"/>
                      <a:pt x="1268327" y="754131"/>
                    </a:cubicBezTo>
                    <a:cubicBezTo>
                      <a:pt x="1268255" y="748429"/>
                      <a:pt x="1272760" y="743718"/>
                      <a:pt x="1278458" y="743523"/>
                    </a:cubicBezTo>
                    <a:cubicBezTo>
                      <a:pt x="1284298" y="742451"/>
                      <a:pt x="1278458" y="737087"/>
                      <a:pt x="1277862" y="727551"/>
                    </a:cubicBezTo>
                    <a:cubicBezTo>
                      <a:pt x="1277266" y="718016"/>
                      <a:pt x="1270472" y="721234"/>
                      <a:pt x="1261890" y="711103"/>
                    </a:cubicBezTo>
                    <a:cubicBezTo>
                      <a:pt x="1253308" y="700972"/>
                      <a:pt x="1244369" y="700972"/>
                      <a:pt x="1239601" y="705739"/>
                    </a:cubicBezTo>
                    <a:cubicBezTo>
                      <a:pt x="1234833" y="710507"/>
                      <a:pt x="1238052" y="719566"/>
                      <a:pt x="1230543" y="722784"/>
                    </a:cubicBezTo>
                    <a:cubicBezTo>
                      <a:pt x="1223033" y="726002"/>
                      <a:pt x="1226371" y="740901"/>
                      <a:pt x="1219934" y="741974"/>
                    </a:cubicBezTo>
                    <a:cubicBezTo>
                      <a:pt x="1213498" y="743046"/>
                      <a:pt x="1217312" y="715871"/>
                      <a:pt x="1211948" y="713248"/>
                    </a:cubicBezTo>
                    <a:cubicBezTo>
                      <a:pt x="1206585" y="710626"/>
                      <a:pt x="1207181" y="704190"/>
                      <a:pt x="1215167" y="703117"/>
                    </a:cubicBezTo>
                    <a:cubicBezTo>
                      <a:pt x="1223153" y="702044"/>
                      <a:pt x="1227920" y="693582"/>
                      <a:pt x="1221007" y="693582"/>
                    </a:cubicBezTo>
                    <a:cubicBezTo>
                      <a:pt x="1212604" y="691686"/>
                      <a:pt x="1204559" y="688467"/>
                      <a:pt x="1197169" y="684046"/>
                    </a:cubicBezTo>
                    <a:cubicBezTo>
                      <a:pt x="1192401" y="681901"/>
                      <a:pt x="1184415" y="692986"/>
                      <a:pt x="1179171" y="688814"/>
                    </a:cubicBezTo>
                    <a:cubicBezTo>
                      <a:pt x="1173926" y="684642"/>
                      <a:pt x="1179171" y="673915"/>
                      <a:pt x="1180243" y="668074"/>
                    </a:cubicBezTo>
                    <a:cubicBezTo>
                      <a:pt x="1181316" y="662234"/>
                      <a:pt x="1188706" y="670697"/>
                      <a:pt x="1194070" y="663307"/>
                    </a:cubicBezTo>
                    <a:cubicBezTo>
                      <a:pt x="1199433" y="655917"/>
                      <a:pt x="1179171" y="655798"/>
                      <a:pt x="1179171" y="647812"/>
                    </a:cubicBezTo>
                    <a:cubicBezTo>
                      <a:pt x="1179171" y="639826"/>
                      <a:pt x="1163199" y="637800"/>
                      <a:pt x="1157954" y="635058"/>
                    </a:cubicBezTo>
                    <a:cubicBezTo>
                      <a:pt x="1152710" y="632317"/>
                      <a:pt x="1161649" y="619206"/>
                      <a:pt x="1158908" y="613842"/>
                    </a:cubicBezTo>
                    <a:cubicBezTo>
                      <a:pt x="1156166" y="608478"/>
                      <a:pt x="1136619" y="590957"/>
                      <a:pt x="1128156" y="592626"/>
                    </a:cubicBezTo>
                    <a:cubicBezTo>
                      <a:pt x="1119694" y="594294"/>
                      <a:pt x="1117548" y="581422"/>
                      <a:pt x="1122316" y="582018"/>
                    </a:cubicBezTo>
                    <a:cubicBezTo>
                      <a:pt x="1127083" y="582614"/>
                      <a:pt x="1130778" y="579276"/>
                      <a:pt x="1139837" y="569264"/>
                    </a:cubicBezTo>
                    <a:cubicBezTo>
                      <a:pt x="1148896" y="559252"/>
                      <a:pt x="1149968" y="555914"/>
                      <a:pt x="1143532" y="553769"/>
                    </a:cubicBezTo>
                    <a:cubicBezTo>
                      <a:pt x="1137096" y="551624"/>
                      <a:pt x="1133997" y="545306"/>
                      <a:pt x="1145201" y="545783"/>
                    </a:cubicBezTo>
                    <a:cubicBezTo>
                      <a:pt x="1156405" y="546260"/>
                      <a:pt x="1175952" y="553769"/>
                      <a:pt x="1182389" y="549001"/>
                    </a:cubicBezTo>
                    <a:cubicBezTo>
                      <a:pt x="1194904" y="533881"/>
                      <a:pt x="1206406" y="517954"/>
                      <a:pt x="1216835" y="501324"/>
                    </a:cubicBezTo>
                    <a:cubicBezTo>
                      <a:pt x="1224821" y="490239"/>
                      <a:pt x="1210995" y="489405"/>
                      <a:pt x="1191924" y="490716"/>
                    </a:cubicBezTo>
                    <a:cubicBezTo>
                      <a:pt x="1172853" y="492027"/>
                      <a:pt x="1168086" y="483326"/>
                      <a:pt x="1152591" y="482254"/>
                    </a:cubicBezTo>
                    <a:cubicBezTo>
                      <a:pt x="1137096" y="481181"/>
                      <a:pt x="1106821" y="485472"/>
                      <a:pt x="1102649" y="490239"/>
                    </a:cubicBezTo>
                    <a:cubicBezTo>
                      <a:pt x="1098477" y="495007"/>
                      <a:pt x="1110635" y="499298"/>
                      <a:pt x="1108966" y="504543"/>
                    </a:cubicBezTo>
                    <a:cubicBezTo>
                      <a:pt x="1107298" y="509787"/>
                      <a:pt x="1097881" y="500848"/>
                      <a:pt x="1093590" y="502993"/>
                    </a:cubicBezTo>
                    <a:cubicBezTo>
                      <a:pt x="1089300" y="505138"/>
                      <a:pt x="1095140" y="512052"/>
                      <a:pt x="1093590" y="530646"/>
                    </a:cubicBezTo>
                    <a:cubicBezTo>
                      <a:pt x="1091171" y="540479"/>
                      <a:pt x="1094711" y="550820"/>
                      <a:pt x="1102649" y="557106"/>
                    </a:cubicBezTo>
                    <a:cubicBezTo>
                      <a:pt x="1106952" y="565643"/>
                      <a:pt x="1108418" y="575332"/>
                      <a:pt x="1106821" y="584759"/>
                    </a:cubicBezTo>
                    <a:cubicBezTo>
                      <a:pt x="1106821" y="596678"/>
                      <a:pt x="1095736" y="595963"/>
                      <a:pt x="1092041" y="598585"/>
                    </a:cubicBezTo>
                    <a:cubicBezTo>
                      <a:pt x="1088346" y="601208"/>
                      <a:pt x="1101576" y="605498"/>
                      <a:pt x="1099431" y="613008"/>
                    </a:cubicBezTo>
                    <a:cubicBezTo>
                      <a:pt x="1097285" y="620517"/>
                      <a:pt x="1086201" y="608717"/>
                      <a:pt x="1079764" y="610862"/>
                    </a:cubicBezTo>
                    <a:cubicBezTo>
                      <a:pt x="1073328" y="613008"/>
                      <a:pt x="1067845" y="631006"/>
                      <a:pt x="1074996" y="636846"/>
                    </a:cubicBezTo>
                    <a:cubicBezTo>
                      <a:pt x="1082148" y="642686"/>
                      <a:pt x="1084532" y="641614"/>
                      <a:pt x="1079287" y="648765"/>
                    </a:cubicBezTo>
                    <a:cubicBezTo>
                      <a:pt x="1074043" y="655917"/>
                      <a:pt x="1068083" y="665810"/>
                      <a:pt x="1080837" y="675941"/>
                    </a:cubicBezTo>
                    <a:cubicBezTo>
                      <a:pt x="1093590" y="686072"/>
                      <a:pt x="1116594" y="685000"/>
                      <a:pt x="1129229" y="692866"/>
                    </a:cubicBezTo>
                    <a:cubicBezTo>
                      <a:pt x="1141863" y="700733"/>
                      <a:pt x="1123865" y="696085"/>
                      <a:pt x="1128633" y="704786"/>
                    </a:cubicBezTo>
                    <a:cubicBezTo>
                      <a:pt x="1133401" y="713487"/>
                      <a:pt x="1120647" y="716705"/>
                      <a:pt x="1121243" y="723976"/>
                    </a:cubicBezTo>
                    <a:cubicBezTo>
                      <a:pt x="1121839" y="731246"/>
                      <a:pt x="1126487" y="727075"/>
                      <a:pt x="1133162" y="715394"/>
                    </a:cubicBezTo>
                    <a:cubicBezTo>
                      <a:pt x="1139837" y="703713"/>
                      <a:pt x="1144366" y="718612"/>
                      <a:pt x="1143770" y="728743"/>
                    </a:cubicBezTo>
                    <a:cubicBezTo>
                      <a:pt x="1143175" y="738875"/>
                      <a:pt x="1134235" y="732915"/>
                      <a:pt x="1127322" y="743046"/>
                    </a:cubicBezTo>
                    <a:cubicBezTo>
                      <a:pt x="1122983" y="751855"/>
                      <a:pt x="1112697" y="755969"/>
                      <a:pt x="1103483" y="752582"/>
                    </a:cubicBezTo>
                    <a:cubicBezTo>
                      <a:pt x="1093352" y="750436"/>
                      <a:pt x="1099193" y="767004"/>
                      <a:pt x="1103483" y="776420"/>
                    </a:cubicBezTo>
                    <a:cubicBezTo>
                      <a:pt x="1107774" y="785837"/>
                      <a:pt x="1102411" y="788340"/>
                      <a:pt x="1090730" y="785479"/>
                    </a:cubicBezTo>
                    <a:cubicBezTo>
                      <a:pt x="1079049" y="782618"/>
                      <a:pt x="1072136" y="774871"/>
                      <a:pt x="1077976" y="765812"/>
                    </a:cubicBezTo>
                    <a:cubicBezTo>
                      <a:pt x="1083817" y="756754"/>
                      <a:pt x="1087988" y="746145"/>
                      <a:pt x="1081075" y="747218"/>
                    </a:cubicBezTo>
                    <a:cubicBezTo>
                      <a:pt x="1074162" y="748291"/>
                      <a:pt x="1058309" y="747218"/>
                      <a:pt x="1053542" y="739232"/>
                    </a:cubicBezTo>
                    <a:cubicBezTo>
                      <a:pt x="1048774" y="731246"/>
                      <a:pt x="1056641" y="735061"/>
                      <a:pt x="1071063" y="736610"/>
                    </a:cubicBezTo>
                    <a:cubicBezTo>
                      <a:pt x="1085485" y="738160"/>
                      <a:pt x="1073208" y="727075"/>
                      <a:pt x="1083817" y="727075"/>
                    </a:cubicBezTo>
                    <a:cubicBezTo>
                      <a:pt x="1094425" y="727075"/>
                      <a:pt x="1102411" y="732915"/>
                      <a:pt x="1111469" y="724929"/>
                    </a:cubicBezTo>
                    <a:cubicBezTo>
                      <a:pt x="1120528" y="716943"/>
                      <a:pt x="1105629" y="701091"/>
                      <a:pt x="1098120" y="704190"/>
                    </a:cubicBezTo>
                    <a:cubicBezTo>
                      <a:pt x="1090611" y="707289"/>
                      <a:pt x="1079049" y="710030"/>
                      <a:pt x="1079049" y="702640"/>
                    </a:cubicBezTo>
                    <a:cubicBezTo>
                      <a:pt x="1079049" y="695250"/>
                      <a:pt x="1091802" y="700495"/>
                      <a:pt x="1098716" y="698826"/>
                    </a:cubicBezTo>
                    <a:cubicBezTo>
                      <a:pt x="1105629" y="697157"/>
                      <a:pt x="1094902" y="687741"/>
                      <a:pt x="1084293" y="690363"/>
                    </a:cubicBezTo>
                    <a:cubicBezTo>
                      <a:pt x="1075104" y="694428"/>
                      <a:pt x="1064353" y="692064"/>
                      <a:pt x="1057714" y="684523"/>
                    </a:cubicBezTo>
                    <a:cubicBezTo>
                      <a:pt x="1049251" y="675464"/>
                      <a:pt x="1033875" y="670220"/>
                      <a:pt x="1030061" y="690959"/>
                    </a:cubicBezTo>
                    <a:cubicBezTo>
                      <a:pt x="1026247" y="711699"/>
                      <a:pt x="1011467" y="700495"/>
                      <a:pt x="1006222" y="707408"/>
                    </a:cubicBezTo>
                    <a:cubicBezTo>
                      <a:pt x="1000978" y="714321"/>
                      <a:pt x="1013136" y="719327"/>
                      <a:pt x="1027558" y="719327"/>
                    </a:cubicBezTo>
                    <a:cubicBezTo>
                      <a:pt x="1041980" y="719327"/>
                      <a:pt x="1052469" y="733154"/>
                      <a:pt x="1045556" y="733154"/>
                    </a:cubicBezTo>
                    <a:cubicBezTo>
                      <a:pt x="1038643" y="733154"/>
                      <a:pt x="1041861" y="743285"/>
                      <a:pt x="1034471" y="739590"/>
                    </a:cubicBezTo>
                    <a:cubicBezTo>
                      <a:pt x="1027081" y="735895"/>
                      <a:pt x="1019572" y="739590"/>
                      <a:pt x="1024816" y="745907"/>
                    </a:cubicBezTo>
                    <a:cubicBezTo>
                      <a:pt x="1030061" y="752224"/>
                      <a:pt x="1022790" y="754966"/>
                      <a:pt x="1023267" y="761402"/>
                    </a:cubicBezTo>
                    <a:cubicBezTo>
                      <a:pt x="1023744" y="767838"/>
                      <a:pt x="1012063" y="761402"/>
                      <a:pt x="1000978" y="760806"/>
                    </a:cubicBezTo>
                    <a:cubicBezTo>
                      <a:pt x="985185" y="760851"/>
                      <a:pt x="969451" y="762812"/>
                      <a:pt x="954135" y="766647"/>
                    </a:cubicBezTo>
                    <a:cubicBezTo>
                      <a:pt x="940857" y="769617"/>
                      <a:pt x="926947" y="766272"/>
                      <a:pt x="916470" y="757588"/>
                    </a:cubicBezTo>
                    <a:cubicBezTo>
                      <a:pt x="910034" y="750675"/>
                      <a:pt x="901571" y="751747"/>
                      <a:pt x="890963" y="751747"/>
                    </a:cubicBezTo>
                    <a:cubicBezTo>
                      <a:pt x="880355" y="751747"/>
                      <a:pt x="883454" y="741735"/>
                      <a:pt x="869628" y="741139"/>
                    </a:cubicBezTo>
                    <a:cubicBezTo>
                      <a:pt x="855802" y="740543"/>
                      <a:pt x="859020" y="729220"/>
                      <a:pt x="857709" y="722069"/>
                    </a:cubicBezTo>
                    <a:cubicBezTo>
                      <a:pt x="856397" y="714917"/>
                      <a:pt x="828506" y="717301"/>
                      <a:pt x="818375" y="723618"/>
                    </a:cubicBezTo>
                    <a:cubicBezTo>
                      <a:pt x="808244" y="729935"/>
                      <a:pt x="788577" y="727313"/>
                      <a:pt x="783333" y="738994"/>
                    </a:cubicBezTo>
                    <a:cubicBezTo>
                      <a:pt x="778088" y="750675"/>
                      <a:pt x="788100" y="749125"/>
                      <a:pt x="793941" y="749125"/>
                    </a:cubicBezTo>
                    <a:cubicBezTo>
                      <a:pt x="802046" y="749125"/>
                      <a:pt x="801331" y="739590"/>
                      <a:pt x="816230" y="741735"/>
                    </a:cubicBezTo>
                    <a:cubicBezTo>
                      <a:pt x="831129" y="743881"/>
                      <a:pt x="841737" y="726240"/>
                      <a:pt x="848173" y="732677"/>
                    </a:cubicBezTo>
                    <a:cubicBezTo>
                      <a:pt x="854610" y="739113"/>
                      <a:pt x="822666" y="751271"/>
                      <a:pt x="808840" y="753416"/>
                    </a:cubicBezTo>
                    <a:cubicBezTo>
                      <a:pt x="795013" y="755562"/>
                      <a:pt x="798232" y="766647"/>
                      <a:pt x="811462" y="786313"/>
                    </a:cubicBezTo>
                    <a:cubicBezTo>
                      <a:pt x="824692" y="805980"/>
                      <a:pt x="805622" y="794895"/>
                      <a:pt x="805622" y="804431"/>
                    </a:cubicBezTo>
                    <a:cubicBezTo>
                      <a:pt x="805622" y="813966"/>
                      <a:pt x="780591" y="801212"/>
                      <a:pt x="790722" y="797994"/>
                    </a:cubicBezTo>
                    <a:cubicBezTo>
                      <a:pt x="800854" y="794776"/>
                      <a:pt x="796086" y="784764"/>
                      <a:pt x="788100" y="778327"/>
                    </a:cubicBezTo>
                    <a:cubicBezTo>
                      <a:pt x="780114" y="771891"/>
                      <a:pt x="774751" y="778327"/>
                      <a:pt x="776181" y="771414"/>
                    </a:cubicBezTo>
                    <a:cubicBezTo>
                      <a:pt x="777611" y="764501"/>
                      <a:pt x="767718" y="772010"/>
                      <a:pt x="760328" y="766170"/>
                    </a:cubicBezTo>
                    <a:cubicBezTo>
                      <a:pt x="752938" y="760329"/>
                      <a:pt x="749124" y="755562"/>
                      <a:pt x="738993" y="760806"/>
                    </a:cubicBezTo>
                    <a:cubicBezTo>
                      <a:pt x="728862" y="766051"/>
                      <a:pt x="717181" y="764501"/>
                      <a:pt x="694892" y="768315"/>
                    </a:cubicBezTo>
                    <a:cubicBezTo>
                      <a:pt x="672603" y="772129"/>
                      <a:pt x="631720" y="770937"/>
                      <a:pt x="624211" y="763428"/>
                    </a:cubicBezTo>
                    <a:cubicBezTo>
                      <a:pt x="616702" y="755919"/>
                      <a:pt x="643401" y="742808"/>
                      <a:pt x="651386" y="744834"/>
                    </a:cubicBezTo>
                    <a:cubicBezTo>
                      <a:pt x="659372" y="746861"/>
                      <a:pt x="654486" y="736372"/>
                      <a:pt x="642328" y="726836"/>
                    </a:cubicBezTo>
                    <a:cubicBezTo>
                      <a:pt x="630170" y="717301"/>
                      <a:pt x="602994" y="711461"/>
                      <a:pt x="603471" y="717301"/>
                    </a:cubicBezTo>
                    <a:cubicBezTo>
                      <a:pt x="603948" y="723141"/>
                      <a:pt x="588095" y="717301"/>
                      <a:pt x="568429" y="714083"/>
                    </a:cubicBezTo>
                    <a:cubicBezTo>
                      <a:pt x="548762" y="710865"/>
                      <a:pt x="546140" y="703475"/>
                      <a:pt x="533386" y="702879"/>
                    </a:cubicBezTo>
                    <a:cubicBezTo>
                      <a:pt x="516532" y="702348"/>
                      <a:pt x="500215" y="696786"/>
                      <a:pt x="486543" y="686907"/>
                    </a:cubicBezTo>
                    <a:cubicBezTo>
                      <a:pt x="471644" y="674988"/>
                      <a:pt x="436602" y="678444"/>
                      <a:pt x="432430" y="689052"/>
                    </a:cubicBezTo>
                    <a:cubicBezTo>
                      <a:pt x="428258" y="699660"/>
                      <a:pt x="416458" y="699184"/>
                      <a:pt x="404777" y="699184"/>
                    </a:cubicBezTo>
                    <a:cubicBezTo>
                      <a:pt x="393097" y="699184"/>
                      <a:pt x="410022" y="686072"/>
                      <a:pt x="405850" y="683808"/>
                    </a:cubicBezTo>
                    <a:cubicBezTo>
                      <a:pt x="401678" y="681543"/>
                      <a:pt x="405850" y="666287"/>
                      <a:pt x="397864" y="665214"/>
                    </a:cubicBezTo>
                    <a:cubicBezTo>
                      <a:pt x="389878" y="664141"/>
                      <a:pt x="381416" y="700256"/>
                      <a:pt x="365444" y="699184"/>
                    </a:cubicBezTo>
                    <a:cubicBezTo>
                      <a:pt x="349472" y="698111"/>
                      <a:pt x="342559" y="660923"/>
                      <a:pt x="329686" y="651507"/>
                    </a:cubicBezTo>
                    <a:cubicBezTo>
                      <a:pt x="316813" y="642090"/>
                      <a:pt x="304179" y="641375"/>
                      <a:pt x="315264" y="655678"/>
                    </a:cubicBezTo>
                    <a:cubicBezTo>
                      <a:pt x="326349" y="669982"/>
                      <a:pt x="305729" y="659969"/>
                      <a:pt x="306801" y="669505"/>
                    </a:cubicBezTo>
                    <a:cubicBezTo>
                      <a:pt x="307874" y="679040"/>
                      <a:pt x="288684" y="690244"/>
                      <a:pt x="289280" y="685000"/>
                    </a:cubicBezTo>
                    <a:cubicBezTo>
                      <a:pt x="289876" y="679755"/>
                      <a:pt x="278672" y="673796"/>
                      <a:pt x="265441" y="688695"/>
                    </a:cubicBezTo>
                    <a:cubicBezTo>
                      <a:pt x="252211" y="703594"/>
                      <a:pt x="243629" y="701448"/>
                      <a:pt x="242557" y="696085"/>
                    </a:cubicBezTo>
                    <a:cubicBezTo>
                      <a:pt x="241484" y="690721"/>
                      <a:pt x="203700" y="709911"/>
                      <a:pt x="205368" y="716347"/>
                    </a:cubicBezTo>
                    <a:cubicBezTo>
                      <a:pt x="207037" y="722784"/>
                      <a:pt x="199528" y="727432"/>
                      <a:pt x="189397" y="726955"/>
                    </a:cubicBezTo>
                    <a:cubicBezTo>
                      <a:pt x="179265" y="726479"/>
                      <a:pt x="187251" y="717897"/>
                      <a:pt x="195237" y="713606"/>
                    </a:cubicBezTo>
                    <a:cubicBezTo>
                      <a:pt x="203223" y="709315"/>
                      <a:pt x="228730" y="689767"/>
                      <a:pt x="241484" y="687026"/>
                    </a:cubicBezTo>
                    <a:cubicBezTo>
                      <a:pt x="254237" y="684285"/>
                      <a:pt x="278672" y="675107"/>
                      <a:pt x="279149" y="669028"/>
                    </a:cubicBezTo>
                    <a:cubicBezTo>
                      <a:pt x="279625" y="662949"/>
                      <a:pt x="267229" y="667955"/>
                      <a:pt x="258528" y="666406"/>
                    </a:cubicBezTo>
                    <a:cubicBezTo>
                      <a:pt x="249827" y="664856"/>
                      <a:pt x="234690" y="674272"/>
                      <a:pt x="220744" y="680709"/>
                    </a:cubicBezTo>
                    <a:cubicBezTo>
                      <a:pt x="206799" y="687145"/>
                      <a:pt x="189874" y="685000"/>
                      <a:pt x="194164" y="693462"/>
                    </a:cubicBezTo>
                    <a:cubicBezTo>
                      <a:pt x="198455" y="701925"/>
                      <a:pt x="180934" y="692390"/>
                      <a:pt x="177120" y="698230"/>
                    </a:cubicBezTo>
                    <a:cubicBezTo>
                      <a:pt x="173306" y="704071"/>
                      <a:pt x="166512" y="698230"/>
                      <a:pt x="171875" y="694535"/>
                    </a:cubicBezTo>
                    <a:cubicBezTo>
                      <a:pt x="177239" y="690840"/>
                      <a:pt x="159122" y="685477"/>
                      <a:pt x="159122" y="689172"/>
                    </a:cubicBezTo>
                    <a:cubicBezTo>
                      <a:pt x="159122" y="692866"/>
                      <a:pt x="155904" y="697753"/>
                      <a:pt x="143150" y="697753"/>
                    </a:cubicBezTo>
                    <a:cubicBezTo>
                      <a:pt x="130396" y="697753"/>
                      <a:pt x="117643" y="706693"/>
                      <a:pt x="126106" y="713129"/>
                    </a:cubicBezTo>
                    <a:cubicBezTo>
                      <a:pt x="134568" y="719566"/>
                      <a:pt x="139932" y="722665"/>
                      <a:pt x="135760" y="726955"/>
                    </a:cubicBezTo>
                    <a:cubicBezTo>
                      <a:pt x="131588" y="731246"/>
                      <a:pt x="118120" y="715751"/>
                      <a:pt x="100002" y="717420"/>
                    </a:cubicBezTo>
                    <a:cubicBezTo>
                      <a:pt x="81885" y="719089"/>
                      <a:pt x="44220" y="696681"/>
                      <a:pt x="44220" y="691317"/>
                    </a:cubicBezTo>
                    <a:cubicBezTo>
                      <a:pt x="44220" y="685953"/>
                      <a:pt x="18117" y="689648"/>
                      <a:pt x="0" y="687741"/>
                    </a:cubicBezTo>
                    <a:lnTo>
                      <a:pt x="0" y="1055092"/>
                    </a:lnTo>
                    <a:cubicBezTo>
                      <a:pt x="0" y="1055092"/>
                      <a:pt x="9178" y="1061886"/>
                      <a:pt x="12754" y="1057714"/>
                    </a:cubicBezTo>
                    <a:cubicBezTo>
                      <a:pt x="16329" y="1053543"/>
                      <a:pt x="22647" y="1059145"/>
                      <a:pt x="34685" y="1053423"/>
                    </a:cubicBezTo>
                    <a:cubicBezTo>
                      <a:pt x="46723" y="1047702"/>
                      <a:pt x="51014" y="1059741"/>
                      <a:pt x="51014" y="1065343"/>
                    </a:cubicBezTo>
                    <a:cubicBezTo>
                      <a:pt x="51014" y="1070945"/>
                      <a:pt x="67940" y="1080242"/>
                      <a:pt x="74853" y="1089181"/>
                    </a:cubicBezTo>
                    <a:cubicBezTo>
                      <a:pt x="81766" y="1098121"/>
                      <a:pt x="85461" y="1106226"/>
                      <a:pt x="93208" y="1101100"/>
                    </a:cubicBezTo>
                    <a:cubicBezTo>
                      <a:pt x="100956" y="1095975"/>
                      <a:pt x="115259" y="1093353"/>
                      <a:pt x="115259" y="1084056"/>
                    </a:cubicBezTo>
                    <a:cubicBezTo>
                      <a:pt x="115259" y="1074759"/>
                      <a:pt x="147799" y="1073448"/>
                      <a:pt x="147799" y="1085486"/>
                    </a:cubicBezTo>
                    <a:cubicBezTo>
                      <a:pt x="147799" y="1097525"/>
                      <a:pt x="181172" y="1111708"/>
                      <a:pt x="199528" y="1144367"/>
                    </a:cubicBezTo>
                    <a:cubicBezTo>
                      <a:pt x="217884" y="1177026"/>
                      <a:pt x="215142" y="1184058"/>
                      <a:pt x="242080" y="1194666"/>
                    </a:cubicBezTo>
                    <a:cubicBezTo>
                      <a:pt x="269017" y="1205274"/>
                      <a:pt x="268302" y="1210996"/>
                      <a:pt x="264726" y="1220173"/>
                    </a:cubicBezTo>
                    <a:cubicBezTo>
                      <a:pt x="261151" y="1229351"/>
                      <a:pt x="281056" y="1234357"/>
                      <a:pt x="269732" y="1242105"/>
                    </a:cubicBezTo>
                    <a:cubicBezTo>
                      <a:pt x="265322" y="1245085"/>
                      <a:pt x="259244" y="1249495"/>
                      <a:pt x="253403" y="1254024"/>
                    </a:cubicBezTo>
                    <a:cubicBezTo>
                      <a:pt x="253403" y="1258673"/>
                      <a:pt x="258052" y="1261772"/>
                      <a:pt x="263534" y="1265943"/>
                    </a:cubicBezTo>
                    <a:cubicBezTo>
                      <a:pt x="269017" y="1270115"/>
                      <a:pt x="251615" y="1271307"/>
                      <a:pt x="257098" y="1276075"/>
                    </a:cubicBezTo>
                    <a:cubicBezTo>
                      <a:pt x="262581" y="1280842"/>
                      <a:pt x="256025" y="1287994"/>
                      <a:pt x="261389" y="1294192"/>
                    </a:cubicBezTo>
                    <a:cubicBezTo>
                      <a:pt x="267575" y="1299150"/>
                      <a:pt x="276491" y="1298686"/>
                      <a:pt x="282128" y="1293119"/>
                    </a:cubicBezTo>
                    <a:cubicBezTo>
                      <a:pt x="287969" y="1288351"/>
                      <a:pt x="292260" y="1298960"/>
                      <a:pt x="287373" y="1306945"/>
                    </a:cubicBezTo>
                    <a:cubicBezTo>
                      <a:pt x="285168" y="1309747"/>
                      <a:pt x="285645" y="1313799"/>
                      <a:pt x="288446" y="1316004"/>
                    </a:cubicBezTo>
                    <a:cubicBezTo>
                      <a:pt x="291247" y="1318209"/>
                      <a:pt x="295299" y="1317732"/>
                      <a:pt x="297504" y="1314931"/>
                    </a:cubicBezTo>
                    <a:cubicBezTo>
                      <a:pt x="302272" y="1309091"/>
                      <a:pt x="312403" y="1324467"/>
                      <a:pt x="317171" y="1326851"/>
                    </a:cubicBezTo>
                    <a:cubicBezTo>
                      <a:pt x="321939" y="1329235"/>
                      <a:pt x="326706" y="1337459"/>
                      <a:pt x="318721" y="1337459"/>
                    </a:cubicBezTo>
                    <a:cubicBezTo>
                      <a:pt x="310735" y="1337459"/>
                      <a:pt x="311807" y="1351285"/>
                      <a:pt x="317648" y="1351881"/>
                    </a:cubicBezTo>
                    <a:cubicBezTo>
                      <a:pt x="323488" y="1352477"/>
                      <a:pt x="323011" y="1359867"/>
                      <a:pt x="323011" y="1364635"/>
                    </a:cubicBezTo>
                    <a:cubicBezTo>
                      <a:pt x="323011" y="1369402"/>
                      <a:pt x="341605" y="1376554"/>
                      <a:pt x="348519" y="1374170"/>
                    </a:cubicBezTo>
                    <a:cubicBezTo>
                      <a:pt x="355432" y="1371786"/>
                      <a:pt x="361868" y="1378461"/>
                      <a:pt x="364967" y="1384301"/>
                    </a:cubicBezTo>
                    <a:cubicBezTo>
                      <a:pt x="368066" y="1390142"/>
                      <a:pt x="380939" y="1394313"/>
                      <a:pt x="385707" y="1390619"/>
                    </a:cubicBezTo>
                    <a:cubicBezTo>
                      <a:pt x="390474" y="1386924"/>
                      <a:pt x="393693" y="1397532"/>
                      <a:pt x="394765" y="1405041"/>
                    </a:cubicBezTo>
                    <a:cubicBezTo>
                      <a:pt x="395838" y="1412550"/>
                      <a:pt x="406684" y="1408140"/>
                      <a:pt x="412883" y="1407663"/>
                    </a:cubicBezTo>
                    <a:cubicBezTo>
                      <a:pt x="419080" y="1407186"/>
                      <a:pt x="422895" y="1416126"/>
                      <a:pt x="427186" y="1414576"/>
                    </a:cubicBezTo>
                    <a:cubicBezTo>
                      <a:pt x="436483" y="1411001"/>
                      <a:pt x="439105" y="1427449"/>
                      <a:pt x="445541" y="1436984"/>
                    </a:cubicBezTo>
                    <a:lnTo>
                      <a:pt x="1106106" y="1433409"/>
                    </a:lnTo>
                    <a:cubicBezTo>
                      <a:pt x="1106106" y="1433409"/>
                      <a:pt x="1106106" y="1417079"/>
                      <a:pt x="1114330" y="1422681"/>
                    </a:cubicBezTo>
                    <a:cubicBezTo>
                      <a:pt x="1122554" y="1428283"/>
                      <a:pt x="1115045" y="1437580"/>
                      <a:pt x="1124223" y="1441156"/>
                    </a:cubicBezTo>
                    <a:cubicBezTo>
                      <a:pt x="1133401" y="1444732"/>
                      <a:pt x="1139837" y="1450334"/>
                      <a:pt x="1144843" y="1448188"/>
                    </a:cubicBezTo>
                    <a:cubicBezTo>
                      <a:pt x="1149849" y="1446043"/>
                      <a:pt x="1158312" y="1439011"/>
                      <a:pt x="1166775" y="1448904"/>
                    </a:cubicBezTo>
                    <a:cubicBezTo>
                      <a:pt x="1175237" y="1458797"/>
                      <a:pt x="1181674" y="1450334"/>
                      <a:pt x="1186561" y="1456770"/>
                    </a:cubicBezTo>
                    <a:cubicBezTo>
                      <a:pt x="1191447" y="1463207"/>
                      <a:pt x="1200744" y="1468094"/>
                      <a:pt x="1207181" y="1460227"/>
                    </a:cubicBezTo>
                    <a:cubicBezTo>
                      <a:pt x="1213617" y="1452360"/>
                      <a:pt x="1231973" y="1461538"/>
                      <a:pt x="1241389" y="1465114"/>
                    </a:cubicBezTo>
                    <a:cubicBezTo>
                      <a:pt x="1253308" y="1455698"/>
                      <a:pt x="1262248" y="1435792"/>
                      <a:pt x="1272737" y="1435792"/>
                    </a:cubicBezTo>
                    <a:cubicBezTo>
                      <a:pt x="1286563" y="1435792"/>
                      <a:pt x="1321606" y="1439011"/>
                      <a:pt x="1323751" y="1457009"/>
                    </a:cubicBezTo>
                    <a:cubicBezTo>
                      <a:pt x="1325897" y="1475007"/>
                      <a:pt x="1347589" y="1458081"/>
                      <a:pt x="1349258" y="1475126"/>
                    </a:cubicBezTo>
                    <a:cubicBezTo>
                      <a:pt x="1351046" y="1489548"/>
                      <a:pt x="1365111" y="1500991"/>
                      <a:pt x="1362727" y="1508619"/>
                    </a:cubicBezTo>
                    <a:cubicBezTo>
                      <a:pt x="1367471" y="1511527"/>
                      <a:pt x="1372048" y="1514722"/>
                      <a:pt x="1376434" y="1518154"/>
                    </a:cubicBezTo>
                    <a:cubicBezTo>
                      <a:pt x="1388842" y="1516855"/>
                      <a:pt x="1401369" y="1518488"/>
                      <a:pt x="1413026" y="1522922"/>
                    </a:cubicBezTo>
                    <a:cubicBezTo>
                      <a:pt x="1427925" y="1528286"/>
                      <a:pt x="1450214" y="1516605"/>
                      <a:pt x="1457604" y="1534841"/>
                    </a:cubicBezTo>
                    <a:cubicBezTo>
                      <a:pt x="1464994" y="1553078"/>
                      <a:pt x="1482396" y="1566427"/>
                      <a:pt x="1466186" y="1567738"/>
                    </a:cubicBezTo>
                    <a:cubicBezTo>
                      <a:pt x="1452360" y="1568811"/>
                      <a:pt x="1434242" y="1549621"/>
                      <a:pt x="1435315" y="1560349"/>
                    </a:cubicBezTo>
                    <a:cubicBezTo>
                      <a:pt x="1436388" y="1571076"/>
                      <a:pt x="1427925" y="1565593"/>
                      <a:pt x="1427925" y="1581565"/>
                    </a:cubicBezTo>
                    <a:cubicBezTo>
                      <a:pt x="1427925" y="1597537"/>
                      <a:pt x="1417198" y="1619825"/>
                      <a:pt x="1410881" y="1618753"/>
                    </a:cubicBezTo>
                    <a:lnTo>
                      <a:pt x="1410881" y="1618753"/>
                    </a:lnTo>
                    <a:cubicBezTo>
                      <a:pt x="1409057" y="1625237"/>
                      <a:pt x="1410475" y="1632210"/>
                      <a:pt x="1414695" y="1637466"/>
                    </a:cubicBezTo>
                    <a:cubicBezTo>
                      <a:pt x="1422800" y="1631626"/>
                      <a:pt x="1434481" y="1621494"/>
                      <a:pt x="1444374" y="1622209"/>
                    </a:cubicBezTo>
                    <a:cubicBezTo>
                      <a:pt x="1460346" y="1623282"/>
                      <a:pt x="1464636" y="1632818"/>
                      <a:pt x="1475245" y="1625427"/>
                    </a:cubicBezTo>
                    <a:cubicBezTo>
                      <a:pt x="1485853" y="1618038"/>
                      <a:pt x="1487998" y="1614700"/>
                      <a:pt x="1490144" y="1620064"/>
                    </a:cubicBezTo>
                    <a:cubicBezTo>
                      <a:pt x="1490430" y="1620839"/>
                      <a:pt x="1490430" y="1621673"/>
                      <a:pt x="1490144" y="1622448"/>
                    </a:cubicBezTo>
                    <a:cubicBezTo>
                      <a:pt x="1494196" y="1620302"/>
                      <a:pt x="1497057" y="1618157"/>
                      <a:pt x="1497176" y="1616488"/>
                    </a:cubicBezTo>
                    <a:cubicBezTo>
                      <a:pt x="1497343" y="1613258"/>
                      <a:pt x="1496902" y="1610016"/>
                      <a:pt x="1495865" y="1606953"/>
                    </a:cubicBezTo>
                    <a:cubicBezTo>
                      <a:pt x="1485257" y="1608502"/>
                      <a:pt x="1481681" y="1609337"/>
                      <a:pt x="1478820" y="1601947"/>
                    </a:cubicBezTo>
                    <a:cubicBezTo>
                      <a:pt x="1474529" y="1591338"/>
                      <a:pt x="1510645" y="1580730"/>
                      <a:pt x="1527689" y="1582876"/>
                    </a:cubicBezTo>
                    <a:cubicBezTo>
                      <a:pt x="1544734" y="1585021"/>
                      <a:pt x="1555103" y="1573579"/>
                      <a:pt x="1560825" y="1580492"/>
                    </a:cubicBezTo>
                    <a:cubicBezTo>
                      <a:pt x="1570289" y="1571016"/>
                      <a:pt x="1581087" y="1562995"/>
                      <a:pt x="1592887" y="1556654"/>
                    </a:cubicBezTo>
                    <a:lnTo>
                      <a:pt x="1675011" y="1555938"/>
                    </a:lnTo>
                    <a:cubicBezTo>
                      <a:pt x="1675011" y="1555938"/>
                      <a:pt x="1701233" y="1539609"/>
                      <a:pt x="1704809" y="1524710"/>
                    </a:cubicBezTo>
                    <a:cubicBezTo>
                      <a:pt x="1708385" y="1509811"/>
                      <a:pt x="1725429" y="1474411"/>
                      <a:pt x="1735322" y="1482278"/>
                    </a:cubicBezTo>
                    <a:cubicBezTo>
                      <a:pt x="1745215" y="1490144"/>
                      <a:pt x="1766432" y="1484304"/>
                      <a:pt x="1767147" y="1491455"/>
                    </a:cubicBezTo>
                    <a:cubicBezTo>
                      <a:pt x="1764179" y="1515532"/>
                      <a:pt x="1771545" y="1539740"/>
                      <a:pt x="1787409" y="1558084"/>
                    </a:cubicBezTo>
                    <a:cubicBezTo>
                      <a:pt x="1794776" y="1552518"/>
                      <a:pt x="1803429" y="1548918"/>
                      <a:pt x="1812559" y="1547595"/>
                    </a:cubicBezTo>
                    <a:cubicBezTo>
                      <a:pt x="1824395" y="1545223"/>
                      <a:pt x="1834633" y="1537893"/>
                      <a:pt x="1840688" y="1527451"/>
                    </a:cubicBezTo>
                    <a:cubicBezTo>
                      <a:pt x="1844979" y="1519465"/>
                      <a:pt x="1850820" y="1534841"/>
                      <a:pt x="1842238" y="1537464"/>
                    </a:cubicBezTo>
                    <a:cubicBezTo>
                      <a:pt x="1833656" y="1540086"/>
                      <a:pt x="1849151" y="1546522"/>
                      <a:pt x="1864050" y="1546045"/>
                    </a:cubicBezTo>
                    <a:cubicBezTo>
                      <a:pt x="1878949" y="1545569"/>
                      <a:pt x="1857137" y="1551290"/>
                      <a:pt x="1846052" y="1550813"/>
                    </a:cubicBezTo>
                    <a:cubicBezTo>
                      <a:pt x="1834967" y="1550336"/>
                      <a:pt x="1830080" y="1551886"/>
                      <a:pt x="1815181" y="1566785"/>
                    </a:cubicBezTo>
                    <a:cubicBezTo>
                      <a:pt x="1800282" y="1581684"/>
                      <a:pt x="1803977" y="1585856"/>
                      <a:pt x="1812559" y="1593246"/>
                    </a:cubicBezTo>
                    <a:cubicBezTo>
                      <a:pt x="1821141" y="1600635"/>
                      <a:pt x="1832226" y="1597537"/>
                      <a:pt x="1843907" y="1587405"/>
                    </a:cubicBezTo>
                    <a:cubicBezTo>
                      <a:pt x="1855587" y="1577274"/>
                      <a:pt x="1854992" y="1567262"/>
                      <a:pt x="1866792" y="1567858"/>
                    </a:cubicBezTo>
                    <a:cubicBezTo>
                      <a:pt x="1885672" y="1564878"/>
                      <a:pt x="1904170" y="1559884"/>
                      <a:pt x="1921978" y="1552958"/>
                    </a:cubicBezTo>
                    <a:cubicBezTo>
                      <a:pt x="1935327" y="1548668"/>
                      <a:pt x="1926745" y="1546522"/>
                      <a:pt x="1926745" y="1541039"/>
                    </a:cubicBezTo>
                    <a:cubicBezTo>
                      <a:pt x="1926745" y="1535557"/>
                      <a:pt x="1950584" y="1535199"/>
                      <a:pt x="1958689" y="1529120"/>
                    </a:cubicBezTo>
                    <a:cubicBezTo>
                      <a:pt x="1966794" y="1523041"/>
                      <a:pt x="1954517" y="1518393"/>
                      <a:pt x="1947127" y="1519465"/>
                    </a:cubicBezTo>
                    <a:close/>
                    <a:moveTo>
                      <a:pt x="564495" y="830653"/>
                    </a:moveTo>
                    <a:cubicBezTo>
                      <a:pt x="550550" y="847936"/>
                      <a:pt x="545901" y="850439"/>
                      <a:pt x="531598" y="847936"/>
                    </a:cubicBezTo>
                    <a:cubicBezTo>
                      <a:pt x="517295" y="845433"/>
                      <a:pt x="508356" y="852584"/>
                      <a:pt x="515507" y="857710"/>
                    </a:cubicBezTo>
                    <a:cubicBezTo>
                      <a:pt x="522659" y="862835"/>
                      <a:pt x="523136" y="867006"/>
                      <a:pt x="508356" y="870344"/>
                    </a:cubicBezTo>
                    <a:cubicBezTo>
                      <a:pt x="493576" y="873681"/>
                      <a:pt x="483802" y="885124"/>
                      <a:pt x="477842" y="883813"/>
                    </a:cubicBezTo>
                    <a:cubicBezTo>
                      <a:pt x="471883" y="882502"/>
                      <a:pt x="503230" y="859974"/>
                      <a:pt x="495244" y="854253"/>
                    </a:cubicBezTo>
                    <a:cubicBezTo>
                      <a:pt x="487259" y="848532"/>
                      <a:pt x="467353" y="864384"/>
                      <a:pt x="466877" y="871655"/>
                    </a:cubicBezTo>
                    <a:cubicBezTo>
                      <a:pt x="466400" y="878926"/>
                      <a:pt x="453408" y="879164"/>
                      <a:pt x="445303" y="878807"/>
                    </a:cubicBezTo>
                    <a:cubicBezTo>
                      <a:pt x="437198" y="878449"/>
                      <a:pt x="426709" y="870701"/>
                      <a:pt x="434814" y="869867"/>
                    </a:cubicBezTo>
                    <a:cubicBezTo>
                      <a:pt x="442919" y="869033"/>
                      <a:pt x="437317" y="860213"/>
                      <a:pt x="448283" y="855922"/>
                    </a:cubicBezTo>
                    <a:cubicBezTo>
                      <a:pt x="459248" y="851631"/>
                      <a:pt x="446137" y="845433"/>
                      <a:pt x="449594" y="840784"/>
                    </a:cubicBezTo>
                    <a:cubicBezTo>
                      <a:pt x="453050" y="836136"/>
                      <a:pt x="475339" y="845433"/>
                      <a:pt x="475816" y="836970"/>
                    </a:cubicBezTo>
                    <a:cubicBezTo>
                      <a:pt x="476293" y="828507"/>
                      <a:pt x="453408" y="821356"/>
                      <a:pt x="445780" y="826362"/>
                    </a:cubicBezTo>
                    <a:cubicBezTo>
                      <a:pt x="432776" y="837053"/>
                      <a:pt x="415040" y="839962"/>
                      <a:pt x="399295" y="833990"/>
                    </a:cubicBezTo>
                    <a:cubicBezTo>
                      <a:pt x="392620" y="831010"/>
                      <a:pt x="452574" y="824693"/>
                      <a:pt x="462705" y="815396"/>
                    </a:cubicBezTo>
                    <a:cubicBezTo>
                      <a:pt x="472836" y="806099"/>
                      <a:pt x="518487" y="795491"/>
                      <a:pt x="522301" y="803477"/>
                    </a:cubicBezTo>
                    <a:cubicBezTo>
                      <a:pt x="526115" y="811463"/>
                      <a:pt x="498463" y="817423"/>
                      <a:pt x="511335" y="825051"/>
                    </a:cubicBezTo>
                    <a:cubicBezTo>
                      <a:pt x="524661" y="831892"/>
                      <a:pt x="540836" y="829699"/>
                      <a:pt x="551861" y="819568"/>
                    </a:cubicBezTo>
                    <a:cubicBezTo>
                      <a:pt x="555913" y="812059"/>
                      <a:pt x="577845" y="813847"/>
                      <a:pt x="563899" y="830653"/>
                    </a:cubicBezTo>
                    <a:close/>
                    <a:moveTo>
                      <a:pt x="698944" y="1001336"/>
                    </a:moveTo>
                    <a:cubicBezTo>
                      <a:pt x="682377" y="1015639"/>
                      <a:pt x="683688" y="1011825"/>
                      <a:pt x="669265" y="1014447"/>
                    </a:cubicBezTo>
                    <a:cubicBezTo>
                      <a:pt x="654843" y="1017070"/>
                      <a:pt x="666405" y="1031373"/>
                      <a:pt x="649003" y="1032565"/>
                    </a:cubicBezTo>
                    <a:cubicBezTo>
                      <a:pt x="631601" y="1033757"/>
                      <a:pt x="589406" y="1035544"/>
                      <a:pt x="583924" y="1025771"/>
                    </a:cubicBezTo>
                    <a:cubicBezTo>
                      <a:pt x="582017" y="1022553"/>
                      <a:pt x="606809" y="1024936"/>
                      <a:pt x="608477" y="1017785"/>
                    </a:cubicBezTo>
                    <a:cubicBezTo>
                      <a:pt x="610146" y="1010633"/>
                      <a:pt x="616940" y="999191"/>
                      <a:pt x="627429" y="999191"/>
                    </a:cubicBezTo>
                    <a:cubicBezTo>
                      <a:pt x="637918" y="999191"/>
                      <a:pt x="637203" y="985245"/>
                      <a:pt x="619920" y="976783"/>
                    </a:cubicBezTo>
                    <a:cubicBezTo>
                      <a:pt x="602637" y="968320"/>
                      <a:pt x="644831" y="962837"/>
                      <a:pt x="654486" y="976783"/>
                    </a:cubicBezTo>
                    <a:cubicBezTo>
                      <a:pt x="664140" y="990728"/>
                      <a:pt x="681542" y="1000621"/>
                      <a:pt x="691316" y="990251"/>
                    </a:cubicBezTo>
                    <a:cubicBezTo>
                      <a:pt x="701090" y="979882"/>
                      <a:pt x="756395" y="953540"/>
                      <a:pt x="756395" y="966413"/>
                    </a:cubicBezTo>
                    <a:cubicBezTo>
                      <a:pt x="756395" y="979286"/>
                      <a:pt x="714797" y="986914"/>
                      <a:pt x="698348" y="1001336"/>
                    </a:cubicBezTo>
                    <a:close/>
                    <a:moveTo>
                      <a:pt x="1068441" y="1387639"/>
                    </a:moveTo>
                    <a:cubicBezTo>
                      <a:pt x="1056522" y="1388950"/>
                      <a:pt x="1069394" y="1356768"/>
                      <a:pt x="1048178" y="1345087"/>
                    </a:cubicBezTo>
                    <a:cubicBezTo>
                      <a:pt x="1028213" y="1334360"/>
                      <a:pt x="1014840" y="1314467"/>
                      <a:pt x="1012420" y="1291927"/>
                    </a:cubicBezTo>
                    <a:cubicBezTo>
                      <a:pt x="1013934" y="1282368"/>
                      <a:pt x="1022921" y="1275848"/>
                      <a:pt x="1032468" y="1277374"/>
                    </a:cubicBezTo>
                    <a:cubicBezTo>
                      <a:pt x="1036175" y="1277958"/>
                      <a:pt x="1039596" y="1279722"/>
                      <a:pt x="1042219" y="1282392"/>
                    </a:cubicBezTo>
                    <a:cubicBezTo>
                      <a:pt x="1050681" y="1293000"/>
                      <a:pt x="1063435" y="1336624"/>
                      <a:pt x="1070825" y="1350451"/>
                    </a:cubicBezTo>
                    <a:cubicBezTo>
                      <a:pt x="1078215" y="1364277"/>
                      <a:pt x="1077738" y="1386566"/>
                      <a:pt x="1068202" y="1387639"/>
                    </a:cubicBezTo>
                    <a:close/>
                  </a:path>
                </a:pathLst>
              </a:custGeom>
              <a:solidFill>
                <a:schemeClr val="accent2">
                  <a:lumMod val="60000"/>
                  <a:lumOff val="40000"/>
                </a:schemeClr>
              </a:solid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98" name="Freeform: Shape 197">
                <a:extLst>
                  <a:ext uri="{FF2B5EF4-FFF2-40B4-BE49-F238E27FC236}">
                    <a16:creationId xmlns:a16="http://schemas.microsoft.com/office/drawing/2014/main" id="{23BD64BD-EB1B-4E11-9DA4-E3F376DD04C5}"/>
                  </a:ext>
                </a:extLst>
              </p:cNvPr>
              <p:cNvSpPr/>
              <p:nvPr/>
            </p:nvSpPr>
            <p:spPr>
              <a:xfrm>
                <a:off x="215599" y="6508986"/>
                <a:ext cx="2434411" cy="1648899"/>
              </a:xfrm>
              <a:custGeom>
                <a:avLst/>
                <a:gdLst>
                  <a:gd name="connsiteX0" fmla="*/ 911609 w 2434411"/>
                  <a:gd name="connsiteY0" fmla="*/ 605238 h 1648899"/>
                  <a:gd name="connsiteX1" fmla="*/ 888963 w 2434411"/>
                  <a:gd name="connsiteY1" fmla="*/ 579730 h 1648899"/>
                  <a:gd name="connsiteX2" fmla="*/ 846411 w 2434411"/>
                  <a:gd name="connsiteY2" fmla="*/ 529431 h 1648899"/>
                  <a:gd name="connsiteX3" fmla="*/ 794681 w 2434411"/>
                  <a:gd name="connsiteY3" fmla="*/ 470550 h 1648899"/>
                  <a:gd name="connsiteX4" fmla="*/ 762142 w 2434411"/>
                  <a:gd name="connsiteY4" fmla="*/ 469120 h 1648899"/>
                  <a:gd name="connsiteX5" fmla="*/ 740091 w 2434411"/>
                  <a:gd name="connsiteY5" fmla="*/ 486164 h 1648899"/>
                  <a:gd name="connsiteX6" fmla="*/ 721736 w 2434411"/>
                  <a:gd name="connsiteY6" fmla="*/ 474245 h 1648899"/>
                  <a:gd name="connsiteX7" fmla="*/ 697897 w 2434411"/>
                  <a:gd name="connsiteY7" fmla="*/ 450407 h 1648899"/>
                  <a:gd name="connsiteX8" fmla="*/ 681568 w 2434411"/>
                  <a:gd name="connsiteY8" fmla="*/ 438487 h 1648899"/>
                  <a:gd name="connsiteX9" fmla="*/ 659636 w 2434411"/>
                  <a:gd name="connsiteY9" fmla="*/ 442778 h 1648899"/>
                  <a:gd name="connsiteX10" fmla="*/ 646883 w 2434411"/>
                  <a:gd name="connsiteY10" fmla="*/ 440156 h 1648899"/>
                  <a:gd name="connsiteX11" fmla="*/ 646883 w 2434411"/>
                  <a:gd name="connsiteY11" fmla="*/ 72328 h 1648899"/>
                  <a:gd name="connsiteX12" fmla="*/ 635917 w 2434411"/>
                  <a:gd name="connsiteY12" fmla="*/ 70064 h 1648899"/>
                  <a:gd name="connsiteX13" fmla="*/ 585380 w 2434411"/>
                  <a:gd name="connsiteY13" fmla="*/ 56238 h 1648899"/>
                  <a:gd name="connsiteX14" fmla="*/ 540206 w 2434411"/>
                  <a:gd name="connsiteY14" fmla="*/ 57906 h 1648899"/>
                  <a:gd name="connsiteX15" fmla="*/ 502422 w 2434411"/>
                  <a:gd name="connsiteY15" fmla="*/ 52543 h 1648899"/>
                  <a:gd name="connsiteX16" fmla="*/ 451407 w 2434411"/>
                  <a:gd name="connsiteY16" fmla="*/ 37643 h 1648899"/>
                  <a:gd name="connsiteX17" fmla="*/ 390381 w 2434411"/>
                  <a:gd name="connsiteY17" fmla="*/ 41934 h 1648899"/>
                  <a:gd name="connsiteX18" fmla="*/ 374886 w 2434411"/>
                  <a:gd name="connsiteY18" fmla="*/ 35021 h 1648899"/>
                  <a:gd name="connsiteX19" fmla="*/ 367496 w 2434411"/>
                  <a:gd name="connsiteY19" fmla="*/ 23102 h 1648899"/>
                  <a:gd name="connsiteX20" fmla="*/ 326017 w 2434411"/>
                  <a:gd name="connsiteY20" fmla="*/ 23102 h 1648899"/>
                  <a:gd name="connsiteX21" fmla="*/ 314098 w 2434411"/>
                  <a:gd name="connsiteY21" fmla="*/ 13447 h 1648899"/>
                  <a:gd name="connsiteX22" fmla="*/ 302178 w 2434411"/>
                  <a:gd name="connsiteY22" fmla="*/ 16666 h 1648899"/>
                  <a:gd name="connsiteX23" fmla="*/ 283967 w 2434411"/>
                  <a:gd name="connsiteY23" fmla="*/ 20154 h 1648899"/>
                  <a:gd name="connsiteX24" fmla="*/ 283584 w 2434411"/>
                  <a:gd name="connsiteY24" fmla="*/ 19884 h 1648899"/>
                  <a:gd name="connsiteX25" fmla="*/ 293120 w 2434411"/>
                  <a:gd name="connsiteY25" fmla="*/ 9276 h 1648899"/>
                  <a:gd name="connsiteX26" fmla="*/ 273930 w 2434411"/>
                  <a:gd name="connsiteY26" fmla="*/ 217 h 1648899"/>
                  <a:gd name="connsiteX27" fmla="*/ 249019 w 2434411"/>
                  <a:gd name="connsiteY27" fmla="*/ 15593 h 1648899"/>
                  <a:gd name="connsiteX28" fmla="*/ 211235 w 2434411"/>
                  <a:gd name="connsiteY28" fmla="*/ 23579 h 1648899"/>
                  <a:gd name="connsiteX29" fmla="*/ 188946 w 2434411"/>
                  <a:gd name="connsiteY29" fmla="*/ 30492 h 1648899"/>
                  <a:gd name="connsiteX30" fmla="*/ 194190 w 2434411"/>
                  <a:gd name="connsiteY30" fmla="*/ 43246 h 1648899"/>
                  <a:gd name="connsiteX31" fmla="*/ 176669 w 2434411"/>
                  <a:gd name="connsiteY31" fmla="*/ 41100 h 1648899"/>
                  <a:gd name="connsiteX32" fmla="*/ 141626 w 2434411"/>
                  <a:gd name="connsiteY32" fmla="*/ 47536 h 1648899"/>
                  <a:gd name="connsiteX33" fmla="*/ 113497 w 2434411"/>
                  <a:gd name="connsiteY33" fmla="*/ 71375 h 1648899"/>
                  <a:gd name="connsiteX34" fmla="*/ 103365 w 2434411"/>
                  <a:gd name="connsiteY34" fmla="*/ 96882 h 1648899"/>
                  <a:gd name="connsiteX35" fmla="*/ 42816 w 2434411"/>
                  <a:gd name="connsiteY35" fmla="*/ 108801 h 1648899"/>
                  <a:gd name="connsiteX36" fmla="*/ 36379 w 2434411"/>
                  <a:gd name="connsiteY36" fmla="*/ 123581 h 1648899"/>
                  <a:gd name="connsiteX37" fmla="*/ 62959 w 2434411"/>
                  <a:gd name="connsiteY37" fmla="*/ 140626 h 1648899"/>
                  <a:gd name="connsiteX38" fmla="*/ 102293 w 2434411"/>
                  <a:gd name="connsiteY38" fmla="*/ 182105 h 1648899"/>
                  <a:gd name="connsiteX39" fmla="*/ 142699 w 2434411"/>
                  <a:gd name="connsiteY39" fmla="*/ 183177 h 1648899"/>
                  <a:gd name="connsiteX40" fmla="*/ 150685 w 2434411"/>
                  <a:gd name="connsiteY40" fmla="*/ 203917 h 1648899"/>
                  <a:gd name="connsiteX41" fmla="*/ 176192 w 2434411"/>
                  <a:gd name="connsiteY41" fmla="*/ 209161 h 1648899"/>
                  <a:gd name="connsiteX42" fmla="*/ 147467 w 2434411"/>
                  <a:gd name="connsiteY42" fmla="*/ 217147 h 1648899"/>
                  <a:gd name="connsiteX43" fmla="*/ 127323 w 2434411"/>
                  <a:gd name="connsiteY43" fmla="*/ 222988 h 1648899"/>
                  <a:gd name="connsiteX44" fmla="*/ 96452 w 2434411"/>
                  <a:gd name="connsiteY44" fmla="*/ 221915 h 1648899"/>
                  <a:gd name="connsiteX45" fmla="*/ 96452 w 2434411"/>
                  <a:gd name="connsiteY45" fmla="*/ 205466 h 1648899"/>
                  <a:gd name="connsiteX46" fmla="*/ 66654 w 2434411"/>
                  <a:gd name="connsiteY46" fmla="*/ 206539 h 1648899"/>
                  <a:gd name="connsiteX47" fmla="*/ 53424 w 2434411"/>
                  <a:gd name="connsiteY47" fmla="*/ 220842 h 1648899"/>
                  <a:gd name="connsiteX48" fmla="*/ 32684 w 2434411"/>
                  <a:gd name="connsiteY48" fmla="*/ 222988 h 1648899"/>
                  <a:gd name="connsiteX49" fmla="*/ 264 w 2434411"/>
                  <a:gd name="connsiteY49" fmla="*/ 241582 h 1648899"/>
                  <a:gd name="connsiteX50" fmla="*/ 34830 w 2434411"/>
                  <a:gd name="connsiteY50" fmla="*/ 255408 h 1648899"/>
                  <a:gd name="connsiteX51" fmla="*/ 30539 w 2434411"/>
                  <a:gd name="connsiteY51" fmla="*/ 267327 h 1648899"/>
                  <a:gd name="connsiteX52" fmla="*/ 48656 w 2434411"/>
                  <a:gd name="connsiteY52" fmla="*/ 284849 h 1648899"/>
                  <a:gd name="connsiteX53" fmla="*/ 99671 w 2434411"/>
                  <a:gd name="connsiteY53" fmla="*/ 284849 h 1648899"/>
                  <a:gd name="connsiteX54" fmla="*/ 121483 w 2434411"/>
                  <a:gd name="connsiteY54" fmla="*/ 287590 h 1648899"/>
                  <a:gd name="connsiteX55" fmla="*/ 163915 w 2434411"/>
                  <a:gd name="connsiteY55" fmla="*/ 272691 h 1648899"/>
                  <a:gd name="connsiteX56" fmla="*/ 157002 w 2434411"/>
                  <a:gd name="connsiteY56" fmla="*/ 289139 h 1648899"/>
                  <a:gd name="connsiteX57" fmla="*/ 159744 w 2434411"/>
                  <a:gd name="connsiteY57" fmla="*/ 321083 h 1648899"/>
                  <a:gd name="connsiteX58" fmla="*/ 130422 w 2434411"/>
                  <a:gd name="connsiteY58" fmla="*/ 323109 h 1648899"/>
                  <a:gd name="connsiteX59" fmla="*/ 117669 w 2434411"/>
                  <a:gd name="connsiteY59" fmla="*/ 342776 h 1648899"/>
                  <a:gd name="connsiteX60" fmla="*/ 87394 w 2434411"/>
                  <a:gd name="connsiteY60" fmla="*/ 334313 h 1648899"/>
                  <a:gd name="connsiteX61" fmla="*/ 77858 w 2434411"/>
                  <a:gd name="connsiteY61" fmla="*/ 358152 h 1648899"/>
                  <a:gd name="connsiteX62" fmla="*/ 54020 w 2434411"/>
                  <a:gd name="connsiteY62" fmla="*/ 375673 h 1648899"/>
                  <a:gd name="connsiteX63" fmla="*/ 42101 w 2434411"/>
                  <a:gd name="connsiteY63" fmla="*/ 397008 h 1648899"/>
                  <a:gd name="connsiteX64" fmla="*/ 63913 w 2434411"/>
                  <a:gd name="connsiteY64" fmla="*/ 411312 h 1648899"/>
                  <a:gd name="connsiteX65" fmla="*/ 62840 w 2434411"/>
                  <a:gd name="connsiteY65" fmla="*/ 434197 h 1648899"/>
                  <a:gd name="connsiteX66" fmla="*/ 92638 w 2434411"/>
                  <a:gd name="connsiteY66" fmla="*/ 462326 h 1648899"/>
                  <a:gd name="connsiteX67" fmla="*/ 120768 w 2434411"/>
                  <a:gd name="connsiteY67" fmla="*/ 458035 h 1648899"/>
                  <a:gd name="connsiteX68" fmla="*/ 132687 w 2434411"/>
                  <a:gd name="connsiteY68" fmla="*/ 448023 h 1648899"/>
                  <a:gd name="connsiteX69" fmla="*/ 142222 w 2434411"/>
                  <a:gd name="connsiteY69" fmla="*/ 475080 h 1648899"/>
                  <a:gd name="connsiteX70" fmla="*/ 140077 w 2434411"/>
                  <a:gd name="connsiteY70" fmla="*/ 498918 h 1648899"/>
                  <a:gd name="connsiteX71" fmla="*/ 166180 w 2434411"/>
                  <a:gd name="connsiteY71" fmla="*/ 495700 h 1648899"/>
                  <a:gd name="connsiteX72" fmla="*/ 199077 w 2434411"/>
                  <a:gd name="connsiteY72" fmla="*/ 498322 h 1648899"/>
                  <a:gd name="connsiteX73" fmla="*/ 213976 w 2434411"/>
                  <a:gd name="connsiteY73" fmla="*/ 503090 h 1648899"/>
                  <a:gd name="connsiteX74" fmla="*/ 224107 w 2434411"/>
                  <a:gd name="connsiteY74" fmla="*/ 491170 h 1648899"/>
                  <a:gd name="connsiteX75" fmla="*/ 250091 w 2434411"/>
                  <a:gd name="connsiteY75" fmla="*/ 493793 h 1648899"/>
                  <a:gd name="connsiteX76" fmla="*/ 250091 w 2434411"/>
                  <a:gd name="connsiteY76" fmla="*/ 504997 h 1648899"/>
                  <a:gd name="connsiteX77" fmla="*/ 241509 w 2434411"/>
                  <a:gd name="connsiteY77" fmla="*/ 543258 h 1648899"/>
                  <a:gd name="connsiteX78" fmla="*/ 212307 w 2434411"/>
                  <a:gd name="connsiteY78" fmla="*/ 568765 h 1648899"/>
                  <a:gd name="connsiteX79" fmla="*/ 171901 w 2434411"/>
                  <a:gd name="connsiteY79" fmla="*/ 600589 h 1648899"/>
                  <a:gd name="connsiteX80" fmla="*/ 134713 w 2434411"/>
                  <a:gd name="connsiteY80" fmla="*/ 604284 h 1648899"/>
                  <a:gd name="connsiteX81" fmla="*/ 117192 w 2434411"/>
                  <a:gd name="connsiteY81" fmla="*/ 630387 h 1648899"/>
                  <a:gd name="connsiteX82" fmla="*/ 145917 w 2434411"/>
                  <a:gd name="connsiteY82" fmla="*/ 615011 h 1648899"/>
                  <a:gd name="connsiteX83" fmla="*/ 154380 w 2434411"/>
                  <a:gd name="connsiteY83" fmla="*/ 614415 h 1648899"/>
                  <a:gd name="connsiteX84" fmla="*/ 174047 w 2434411"/>
                  <a:gd name="connsiteY84" fmla="*/ 608098 h 1648899"/>
                  <a:gd name="connsiteX85" fmla="*/ 191568 w 2434411"/>
                  <a:gd name="connsiteY85" fmla="*/ 605953 h 1648899"/>
                  <a:gd name="connsiteX86" fmla="*/ 212784 w 2434411"/>
                  <a:gd name="connsiteY86" fmla="*/ 597371 h 1648899"/>
                  <a:gd name="connsiteX87" fmla="*/ 227206 w 2434411"/>
                  <a:gd name="connsiteY87" fmla="*/ 583068 h 1648899"/>
                  <a:gd name="connsiteX88" fmla="*/ 270712 w 2434411"/>
                  <a:gd name="connsiteY88" fmla="*/ 558157 h 1648899"/>
                  <a:gd name="connsiteX89" fmla="*/ 280366 w 2434411"/>
                  <a:gd name="connsiteY89" fmla="*/ 545284 h 1648899"/>
                  <a:gd name="connsiteX90" fmla="*/ 306946 w 2434411"/>
                  <a:gd name="connsiteY90" fmla="*/ 528835 h 1648899"/>
                  <a:gd name="connsiteX91" fmla="*/ 324944 w 2434411"/>
                  <a:gd name="connsiteY91" fmla="*/ 521922 h 1648899"/>
                  <a:gd name="connsiteX92" fmla="*/ 333526 w 2434411"/>
                  <a:gd name="connsiteY92" fmla="*/ 504401 h 1648899"/>
                  <a:gd name="connsiteX93" fmla="*/ 345445 w 2434411"/>
                  <a:gd name="connsiteY93" fmla="*/ 492482 h 1648899"/>
                  <a:gd name="connsiteX94" fmla="*/ 326374 w 2434411"/>
                  <a:gd name="connsiteY94" fmla="*/ 482827 h 1648899"/>
                  <a:gd name="connsiteX95" fmla="*/ 346041 w 2434411"/>
                  <a:gd name="connsiteY95" fmla="*/ 465902 h 1648899"/>
                  <a:gd name="connsiteX96" fmla="*/ 361894 w 2434411"/>
                  <a:gd name="connsiteY96" fmla="*/ 451479 h 1648899"/>
                  <a:gd name="connsiteX97" fmla="*/ 377866 w 2434411"/>
                  <a:gd name="connsiteY97" fmla="*/ 433958 h 1648899"/>
                  <a:gd name="connsiteX98" fmla="*/ 389785 w 2434411"/>
                  <a:gd name="connsiteY98" fmla="*/ 419655 h 1648899"/>
                  <a:gd name="connsiteX99" fmla="*/ 410405 w 2434411"/>
                  <a:gd name="connsiteY99" fmla="*/ 405233 h 1648899"/>
                  <a:gd name="connsiteX100" fmla="*/ 424827 w 2434411"/>
                  <a:gd name="connsiteY100" fmla="*/ 411192 h 1648899"/>
                  <a:gd name="connsiteX101" fmla="*/ 424827 w 2434411"/>
                  <a:gd name="connsiteY101" fmla="*/ 420132 h 1648899"/>
                  <a:gd name="connsiteX102" fmla="*/ 399916 w 2434411"/>
                  <a:gd name="connsiteY102" fmla="*/ 424900 h 1648899"/>
                  <a:gd name="connsiteX103" fmla="*/ 390381 w 2434411"/>
                  <a:gd name="connsiteY103" fmla="*/ 446712 h 1648899"/>
                  <a:gd name="connsiteX104" fmla="*/ 391930 w 2434411"/>
                  <a:gd name="connsiteY104" fmla="*/ 464233 h 1648899"/>
                  <a:gd name="connsiteX105" fmla="*/ 383468 w 2434411"/>
                  <a:gd name="connsiteY105" fmla="*/ 474960 h 1648899"/>
                  <a:gd name="connsiteX106" fmla="*/ 393003 w 2434411"/>
                  <a:gd name="connsiteY106" fmla="*/ 482827 h 1648899"/>
                  <a:gd name="connsiteX107" fmla="*/ 440680 w 2434411"/>
                  <a:gd name="connsiteY107" fmla="*/ 456843 h 1648899"/>
                  <a:gd name="connsiteX108" fmla="*/ 475127 w 2434411"/>
                  <a:gd name="connsiteY108" fmla="*/ 455174 h 1648899"/>
                  <a:gd name="connsiteX109" fmla="*/ 475127 w 2434411"/>
                  <a:gd name="connsiteY109" fmla="*/ 443255 h 1648899"/>
                  <a:gd name="connsiteX110" fmla="*/ 464519 w 2434411"/>
                  <a:gd name="connsiteY110" fmla="*/ 428952 h 1648899"/>
                  <a:gd name="connsiteX111" fmla="*/ 472504 w 2434411"/>
                  <a:gd name="connsiteY111" fmla="*/ 417033 h 1648899"/>
                  <a:gd name="connsiteX112" fmla="*/ 485735 w 2434411"/>
                  <a:gd name="connsiteY112" fmla="*/ 415960 h 1648899"/>
                  <a:gd name="connsiteX113" fmla="*/ 503256 w 2434411"/>
                  <a:gd name="connsiteY113" fmla="*/ 422277 h 1648899"/>
                  <a:gd name="connsiteX114" fmla="*/ 521850 w 2434411"/>
                  <a:gd name="connsiteY114" fmla="*/ 426568 h 1648899"/>
                  <a:gd name="connsiteX115" fmla="*/ 511242 w 2434411"/>
                  <a:gd name="connsiteY115" fmla="*/ 434554 h 1648899"/>
                  <a:gd name="connsiteX116" fmla="*/ 513864 w 2434411"/>
                  <a:gd name="connsiteY116" fmla="*/ 443017 h 1648899"/>
                  <a:gd name="connsiteX117" fmla="*/ 533054 w 2434411"/>
                  <a:gd name="connsiteY117" fmla="*/ 439322 h 1648899"/>
                  <a:gd name="connsiteX118" fmla="*/ 547357 w 2434411"/>
                  <a:gd name="connsiteY118" fmla="*/ 437176 h 1648899"/>
                  <a:gd name="connsiteX119" fmla="*/ 552721 w 2434411"/>
                  <a:gd name="connsiteY119" fmla="*/ 441944 h 1648899"/>
                  <a:gd name="connsiteX120" fmla="*/ 579778 w 2434411"/>
                  <a:gd name="connsiteY120" fmla="*/ 450407 h 1648899"/>
                  <a:gd name="connsiteX121" fmla="*/ 631865 w 2434411"/>
                  <a:gd name="connsiteY121" fmla="*/ 448857 h 1648899"/>
                  <a:gd name="connsiteX122" fmla="*/ 653200 w 2434411"/>
                  <a:gd name="connsiteY122" fmla="*/ 463160 h 1648899"/>
                  <a:gd name="connsiteX123" fmla="*/ 682402 w 2434411"/>
                  <a:gd name="connsiteY123" fmla="*/ 453625 h 1648899"/>
                  <a:gd name="connsiteX124" fmla="*/ 677635 w 2434411"/>
                  <a:gd name="connsiteY124" fmla="*/ 468524 h 1648899"/>
                  <a:gd name="connsiteX125" fmla="*/ 689554 w 2434411"/>
                  <a:gd name="connsiteY125" fmla="*/ 476987 h 1648899"/>
                  <a:gd name="connsiteX126" fmla="*/ 717683 w 2434411"/>
                  <a:gd name="connsiteY126" fmla="*/ 490813 h 1648899"/>
                  <a:gd name="connsiteX127" fmla="*/ 745813 w 2434411"/>
                  <a:gd name="connsiteY127" fmla="*/ 513698 h 1648899"/>
                  <a:gd name="connsiteX128" fmla="*/ 759639 w 2434411"/>
                  <a:gd name="connsiteY128" fmla="*/ 501779 h 1648899"/>
                  <a:gd name="connsiteX129" fmla="*/ 778829 w 2434411"/>
                  <a:gd name="connsiteY129" fmla="*/ 511910 h 1648899"/>
                  <a:gd name="connsiteX130" fmla="*/ 780974 w 2434411"/>
                  <a:gd name="connsiteY130" fmla="*/ 491647 h 1648899"/>
                  <a:gd name="connsiteX131" fmla="*/ 790510 w 2434411"/>
                  <a:gd name="connsiteY131" fmla="*/ 493793 h 1648899"/>
                  <a:gd name="connsiteX132" fmla="*/ 792059 w 2434411"/>
                  <a:gd name="connsiteY132" fmla="*/ 525140 h 1648899"/>
                  <a:gd name="connsiteX133" fmla="*/ 774538 w 2434411"/>
                  <a:gd name="connsiteY133" fmla="*/ 521445 h 1648899"/>
                  <a:gd name="connsiteX134" fmla="*/ 758089 w 2434411"/>
                  <a:gd name="connsiteY134" fmla="*/ 525736 h 1648899"/>
                  <a:gd name="connsiteX135" fmla="*/ 777756 w 2434411"/>
                  <a:gd name="connsiteY135" fmla="*/ 549575 h 1648899"/>
                  <a:gd name="connsiteX136" fmla="*/ 785146 w 2434411"/>
                  <a:gd name="connsiteY136" fmla="*/ 566023 h 1648899"/>
                  <a:gd name="connsiteX137" fmla="*/ 796350 w 2434411"/>
                  <a:gd name="connsiteY137" fmla="*/ 579850 h 1648899"/>
                  <a:gd name="connsiteX138" fmla="*/ 794205 w 2434411"/>
                  <a:gd name="connsiteY138" fmla="*/ 553866 h 1648899"/>
                  <a:gd name="connsiteX139" fmla="*/ 797900 w 2434411"/>
                  <a:gd name="connsiteY139" fmla="*/ 537894 h 1648899"/>
                  <a:gd name="connsiteX140" fmla="*/ 801118 w 2434411"/>
                  <a:gd name="connsiteY140" fmla="*/ 554819 h 1648899"/>
                  <a:gd name="connsiteX141" fmla="*/ 815421 w 2434411"/>
                  <a:gd name="connsiteY141" fmla="*/ 546953 h 1648899"/>
                  <a:gd name="connsiteX142" fmla="*/ 815421 w 2434411"/>
                  <a:gd name="connsiteY142" fmla="*/ 524068 h 1648899"/>
                  <a:gd name="connsiteX143" fmla="*/ 829724 w 2434411"/>
                  <a:gd name="connsiteY143" fmla="*/ 540516 h 1648899"/>
                  <a:gd name="connsiteX144" fmla="*/ 821738 w 2434411"/>
                  <a:gd name="connsiteY144" fmla="*/ 556965 h 1648899"/>
                  <a:gd name="connsiteX145" fmla="*/ 808508 w 2434411"/>
                  <a:gd name="connsiteY145" fmla="*/ 563401 h 1648899"/>
                  <a:gd name="connsiteX146" fmla="*/ 811130 w 2434411"/>
                  <a:gd name="connsiteY146" fmla="*/ 588312 h 1648899"/>
                  <a:gd name="connsiteX147" fmla="*/ 820785 w 2434411"/>
                  <a:gd name="connsiteY147" fmla="*/ 579850 h 1648899"/>
                  <a:gd name="connsiteX148" fmla="*/ 836160 w 2434411"/>
                  <a:gd name="connsiteY148" fmla="*/ 576631 h 1648899"/>
                  <a:gd name="connsiteX149" fmla="*/ 856304 w 2434411"/>
                  <a:gd name="connsiteY149" fmla="*/ 592603 h 1648899"/>
                  <a:gd name="connsiteX150" fmla="*/ 846769 w 2434411"/>
                  <a:gd name="connsiteY150" fmla="*/ 580684 h 1648899"/>
                  <a:gd name="connsiteX151" fmla="*/ 846769 w 2434411"/>
                  <a:gd name="connsiteY151" fmla="*/ 567334 h 1648899"/>
                  <a:gd name="connsiteX152" fmla="*/ 865482 w 2434411"/>
                  <a:gd name="connsiteY152" fmla="*/ 591173 h 1648899"/>
                  <a:gd name="connsiteX153" fmla="*/ 853563 w 2434411"/>
                  <a:gd name="connsiteY153" fmla="*/ 603092 h 1648899"/>
                  <a:gd name="connsiteX154" fmla="*/ 832823 w 2434411"/>
                  <a:gd name="connsiteY154" fmla="*/ 592961 h 1648899"/>
                  <a:gd name="connsiteX155" fmla="*/ 836041 w 2434411"/>
                  <a:gd name="connsiteY155" fmla="*/ 611555 h 1648899"/>
                  <a:gd name="connsiteX156" fmla="*/ 836041 w 2434411"/>
                  <a:gd name="connsiteY156" fmla="*/ 635393 h 1648899"/>
                  <a:gd name="connsiteX157" fmla="*/ 844027 w 2434411"/>
                  <a:gd name="connsiteY157" fmla="*/ 627407 h 1648899"/>
                  <a:gd name="connsiteX158" fmla="*/ 857377 w 2434411"/>
                  <a:gd name="connsiteY158" fmla="*/ 632175 h 1648899"/>
                  <a:gd name="connsiteX159" fmla="*/ 862621 w 2434411"/>
                  <a:gd name="connsiteY159" fmla="*/ 618945 h 1648899"/>
                  <a:gd name="connsiteX160" fmla="*/ 874540 w 2434411"/>
                  <a:gd name="connsiteY160" fmla="*/ 623236 h 1648899"/>
                  <a:gd name="connsiteX161" fmla="*/ 885625 w 2434411"/>
                  <a:gd name="connsiteY161" fmla="*/ 617395 h 1648899"/>
                  <a:gd name="connsiteX162" fmla="*/ 887771 w 2434411"/>
                  <a:gd name="connsiteY162" fmla="*/ 634321 h 1648899"/>
                  <a:gd name="connsiteX163" fmla="*/ 897902 w 2434411"/>
                  <a:gd name="connsiteY163" fmla="*/ 635989 h 1648899"/>
                  <a:gd name="connsiteX164" fmla="*/ 897902 w 2434411"/>
                  <a:gd name="connsiteY164" fmla="*/ 638611 h 1648899"/>
                  <a:gd name="connsiteX165" fmla="*/ 914231 w 2434411"/>
                  <a:gd name="connsiteY165" fmla="*/ 626692 h 1648899"/>
                  <a:gd name="connsiteX166" fmla="*/ 911609 w 2434411"/>
                  <a:gd name="connsiteY166" fmla="*/ 605238 h 1648899"/>
                  <a:gd name="connsiteX167" fmla="*/ 14925 w 2434411"/>
                  <a:gd name="connsiteY167" fmla="*/ 680686 h 1648899"/>
                  <a:gd name="connsiteX168" fmla="*/ 27678 w 2434411"/>
                  <a:gd name="connsiteY168" fmla="*/ 662688 h 1648899"/>
                  <a:gd name="connsiteX169" fmla="*/ 14925 w 2434411"/>
                  <a:gd name="connsiteY169" fmla="*/ 680686 h 1648899"/>
                  <a:gd name="connsiteX170" fmla="*/ 105273 w 2434411"/>
                  <a:gd name="connsiteY170" fmla="*/ 633009 h 1648899"/>
                  <a:gd name="connsiteX171" fmla="*/ 73329 w 2434411"/>
                  <a:gd name="connsiteY171" fmla="*/ 648981 h 1648899"/>
                  <a:gd name="connsiteX172" fmla="*/ 92519 w 2434411"/>
                  <a:gd name="connsiteY172" fmla="*/ 642545 h 1648899"/>
                  <a:gd name="connsiteX173" fmla="*/ 105273 w 2434411"/>
                  <a:gd name="connsiteY173" fmla="*/ 632890 h 1648899"/>
                  <a:gd name="connsiteX174" fmla="*/ 374647 w 2434411"/>
                  <a:gd name="connsiteY174" fmla="*/ 508215 h 1648899"/>
                  <a:gd name="connsiteX175" fmla="*/ 356053 w 2434411"/>
                  <a:gd name="connsiteY175" fmla="*/ 515128 h 1648899"/>
                  <a:gd name="connsiteX176" fmla="*/ 334837 w 2434411"/>
                  <a:gd name="connsiteY176" fmla="*/ 539563 h 1648899"/>
                  <a:gd name="connsiteX177" fmla="*/ 317316 w 2434411"/>
                  <a:gd name="connsiteY177" fmla="*/ 545880 h 1648899"/>
                  <a:gd name="connsiteX178" fmla="*/ 327447 w 2434411"/>
                  <a:gd name="connsiteY178" fmla="*/ 564593 h 1648899"/>
                  <a:gd name="connsiteX179" fmla="*/ 340201 w 2434411"/>
                  <a:gd name="connsiteY179" fmla="*/ 564593 h 1648899"/>
                  <a:gd name="connsiteX180" fmla="*/ 371548 w 2434411"/>
                  <a:gd name="connsiteY180" fmla="*/ 542185 h 1648899"/>
                  <a:gd name="connsiteX181" fmla="*/ 362490 w 2434411"/>
                  <a:gd name="connsiteY181" fmla="*/ 527882 h 1648899"/>
                  <a:gd name="connsiteX182" fmla="*/ 379534 w 2434411"/>
                  <a:gd name="connsiteY182" fmla="*/ 519896 h 1648899"/>
                  <a:gd name="connsiteX183" fmla="*/ 374647 w 2434411"/>
                  <a:gd name="connsiteY183" fmla="*/ 508215 h 1648899"/>
                  <a:gd name="connsiteX184" fmla="*/ 36141 w 2434411"/>
                  <a:gd name="connsiteY184" fmla="*/ 445520 h 1648899"/>
                  <a:gd name="connsiteX185" fmla="*/ 14925 w 2434411"/>
                  <a:gd name="connsiteY185" fmla="*/ 452910 h 1648899"/>
                  <a:gd name="connsiteX186" fmla="*/ 48418 w 2434411"/>
                  <a:gd name="connsiteY186" fmla="*/ 463041 h 1648899"/>
                  <a:gd name="connsiteX187" fmla="*/ 56164 w 2434411"/>
                  <a:gd name="connsiteY187" fmla="*/ 452004 h 1648899"/>
                  <a:gd name="connsiteX188" fmla="*/ 53185 w 2434411"/>
                  <a:gd name="connsiteY188" fmla="*/ 446593 h 1648899"/>
                  <a:gd name="connsiteX189" fmla="*/ 36141 w 2434411"/>
                  <a:gd name="connsiteY189" fmla="*/ 445281 h 1648899"/>
                  <a:gd name="connsiteX190" fmla="*/ 295146 w 2434411"/>
                  <a:gd name="connsiteY190" fmla="*/ 1618969 h 1648899"/>
                  <a:gd name="connsiteX191" fmla="*/ 296338 w 2434411"/>
                  <a:gd name="connsiteY191" fmla="*/ 1648290 h 1648899"/>
                  <a:gd name="connsiteX192" fmla="*/ 313502 w 2434411"/>
                  <a:gd name="connsiteY192" fmla="*/ 1638516 h 1648899"/>
                  <a:gd name="connsiteX193" fmla="*/ 295146 w 2434411"/>
                  <a:gd name="connsiteY193" fmla="*/ 1618730 h 1648899"/>
                  <a:gd name="connsiteX194" fmla="*/ 277506 w 2434411"/>
                  <a:gd name="connsiteY194" fmla="*/ 1598587 h 1648899"/>
                  <a:gd name="connsiteX195" fmla="*/ 279889 w 2434411"/>
                  <a:gd name="connsiteY195" fmla="*/ 1610506 h 1648899"/>
                  <a:gd name="connsiteX196" fmla="*/ 277506 w 2434411"/>
                  <a:gd name="connsiteY196" fmla="*/ 1598348 h 1648899"/>
                  <a:gd name="connsiteX197" fmla="*/ 194071 w 2434411"/>
                  <a:gd name="connsiteY197" fmla="*/ 1571649 h 1648899"/>
                  <a:gd name="connsiteX198" fmla="*/ 208136 w 2434411"/>
                  <a:gd name="connsiteY198" fmla="*/ 1570457 h 1648899"/>
                  <a:gd name="connsiteX199" fmla="*/ 194667 w 2434411"/>
                  <a:gd name="connsiteY199" fmla="*/ 1571411 h 1648899"/>
                  <a:gd name="connsiteX200" fmla="*/ 231617 w 2434411"/>
                  <a:gd name="connsiteY200" fmla="*/ 1587621 h 1648899"/>
                  <a:gd name="connsiteX201" fmla="*/ 246396 w 2434411"/>
                  <a:gd name="connsiteY201" fmla="*/ 1590005 h 1648899"/>
                  <a:gd name="connsiteX202" fmla="*/ 232212 w 2434411"/>
                  <a:gd name="connsiteY202" fmla="*/ 1587383 h 1648899"/>
                  <a:gd name="connsiteX203" fmla="*/ 2412838 w 2434411"/>
                  <a:gd name="connsiteY203" fmla="*/ 876162 h 1648899"/>
                  <a:gd name="connsiteX204" fmla="*/ 2381013 w 2434411"/>
                  <a:gd name="connsiteY204" fmla="*/ 866984 h 1648899"/>
                  <a:gd name="connsiteX205" fmla="*/ 2350500 w 2434411"/>
                  <a:gd name="connsiteY205" fmla="*/ 909417 h 1648899"/>
                  <a:gd name="connsiteX206" fmla="*/ 2320702 w 2434411"/>
                  <a:gd name="connsiteY206" fmla="*/ 940645 h 1648899"/>
                  <a:gd name="connsiteX207" fmla="*/ 2238579 w 2434411"/>
                  <a:gd name="connsiteY207" fmla="*/ 941360 h 1648899"/>
                  <a:gd name="connsiteX208" fmla="*/ 2206516 w 2434411"/>
                  <a:gd name="connsiteY208" fmla="*/ 965198 h 1648899"/>
                  <a:gd name="connsiteX209" fmla="*/ 2207350 w 2434411"/>
                  <a:gd name="connsiteY209" fmla="*/ 966510 h 1648899"/>
                  <a:gd name="connsiteX210" fmla="*/ 2160627 w 2434411"/>
                  <a:gd name="connsiteY210" fmla="*/ 990348 h 1648899"/>
                  <a:gd name="connsiteX211" fmla="*/ 2141556 w 2434411"/>
                  <a:gd name="connsiteY211" fmla="*/ 992136 h 1648899"/>
                  <a:gd name="connsiteX212" fmla="*/ 2142867 w 2434411"/>
                  <a:gd name="connsiteY212" fmla="*/ 1001671 h 1648899"/>
                  <a:gd name="connsiteX213" fmla="*/ 2135835 w 2434411"/>
                  <a:gd name="connsiteY213" fmla="*/ 1007631 h 1648899"/>
                  <a:gd name="connsiteX214" fmla="*/ 2080887 w 2434411"/>
                  <a:gd name="connsiteY214" fmla="*/ 1041362 h 1648899"/>
                  <a:gd name="connsiteX215" fmla="*/ 2033210 w 2434411"/>
                  <a:gd name="connsiteY215" fmla="*/ 1030754 h 1648899"/>
                  <a:gd name="connsiteX216" fmla="*/ 2051208 w 2434411"/>
                  <a:gd name="connsiteY216" fmla="*/ 1025391 h 1648899"/>
                  <a:gd name="connsiteX217" fmla="*/ 2060863 w 2434411"/>
                  <a:gd name="connsiteY217" fmla="*/ 1022649 h 1648899"/>
                  <a:gd name="connsiteX218" fmla="*/ 2057048 w 2434411"/>
                  <a:gd name="connsiteY218" fmla="*/ 1003936 h 1648899"/>
                  <a:gd name="connsiteX219" fmla="*/ 2048109 w 2434411"/>
                  <a:gd name="connsiteY219" fmla="*/ 973304 h 1648899"/>
                  <a:gd name="connsiteX220" fmla="*/ 2022602 w 2434411"/>
                  <a:gd name="connsiteY220" fmla="*/ 977595 h 1648899"/>
                  <a:gd name="connsiteX221" fmla="*/ 2032137 w 2434411"/>
                  <a:gd name="connsiteY221" fmla="*/ 933970 h 1648899"/>
                  <a:gd name="connsiteX222" fmla="*/ 1994949 w 2434411"/>
                  <a:gd name="connsiteY222" fmla="*/ 929798 h 1648899"/>
                  <a:gd name="connsiteX223" fmla="*/ 1970515 w 2434411"/>
                  <a:gd name="connsiteY223" fmla="*/ 947796 h 1648899"/>
                  <a:gd name="connsiteX224" fmla="*/ 1964078 w 2434411"/>
                  <a:gd name="connsiteY224" fmla="*/ 998811 h 1648899"/>
                  <a:gd name="connsiteX225" fmla="*/ 1947153 w 2434411"/>
                  <a:gd name="connsiteY225" fmla="*/ 1034568 h 1648899"/>
                  <a:gd name="connsiteX226" fmla="*/ 1929036 w 2434411"/>
                  <a:gd name="connsiteY226" fmla="*/ 988799 h 1648899"/>
                  <a:gd name="connsiteX227" fmla="*/ 1934280 w 2434411"/>
                  <a:gd name="connsiteY227" fmla="*/ 947320 h 1648899"/>
                  <a:gd name="connsiteX228" fmla="*/ 1970038 w 2434411"/>
                  <a:gd name="connsiteY228" fmla="*/ 916568 h 1648899"/>
                  <a:gd name="connsiteX229" fmla="*/ 2019979 w 2434411"/>
                  <a:gd name="connsiteY229" fmla="*/ 907033 h 1648899"/>
                  <a:gd name="connsiteX230" fmla="*/ 2022721 w 2434411"/>
                  <a:gd name="connsiteY230" fmla="*/ 904291 h 1648899"/>
                  <a:gd name="connsiteX231" fmla="*/ 2009014 w 2434411"/>
                  <a:gd name="connsiteY231" fmla="*/ 894756 h 1648899"/>
                  <a:gd name="connsiteX232" fmla="*/ 2006153 w 2434411"/>
                  <a:gd name="connsiteY232" fmla="*/ 898451 h 1648899"/>
                  <a:gd name="connsiteX233" fmla="*/ 1983864 w 2434411"/>
                  <a:gd name="connsiteY233" fmla="*/ 888915 h 1648899"/>
                  <a:gd name="connsiteX234" fmla="*/ 1939167 w 2434411"/>
                  <a:gd name="connsiteY234" fmla="*/ 897378 h 1648899"/>
                  <a:gd name="connsiteX235" fmla="*/ 1921050 w 2434411"/>
                  <a:gd name="connsiteY235" fmla="*/ 882479 h 1648899"/>
                  <a:gd name="connsiteX236" fmla="*/ 1912587 w 2434411"/>
                  <a:gd name="connsiteY236" fmla="*/ 869725 h 1648899"/>
                  <a:gd name="connsiteX237" fmla="*/ 1858355 w 2434411"/>
                  <a:gd name="connsiteY237" fmla="*/ 892134 h 1648899"/>
                  <a:gd name="connsiteX238" fmla="*/ 1827603 w 2434411"/>
                  <a:gd name="connsiteY238" fmla="*/ 886770 h 1648899"/>
                  <a:gd name="connsiteX239" fmla="*/ 1875280 w 2434411"/>
                  <a:gd name="connsiteY239" fmla="*/ 856018 h 1648899"/>
                  <a:gd name="connsiteX240" fmla="*/ 1887199 w 2434411"/>
                  <a:gd name="connsiteY240" fmla="*/ 851251 h 1648899"/>
                  <a:gd name="connsiteX241" fmla="*/ 1852991 w 2434411"/>
                  <a:gd name="connsiteY241" fmla="*/ 846364 h 1648899"/>
                  <a:gd name="connsiteX242" fmla="*/ 1832371 w 2434411"/>
                  <a:gd name="connsiteY242" fmla="*/ 842907 h 1648899"/>
                  <a:gd name="connsiteX243" fmla="*/ 1812585 w 2434411"/>
                  <a:gd name="connsiteY243" fmla="*/ 835040 h 1648899"/>
                  <a:gd name="connsiteX244" fmla="*/ 1790653 w 2434411"/>
                  <a:gd name="connsiteY244" fmla="*/ 834325 h 1648899"/>
                  <a:gd name="connsiteX245" fmla="*/ 1770033 w 2434411"/>
                  <a:gd name="connsiteY245" fmla="*/ 827293 h 1648899"/>
                  <a:gd name="connsiteX246" fmla="*/ 1760140 w 2434411"/>
                  <a:gd name="connsiteY246" fmla="*/ 808818 h 1648899"/>
                  <a:gd name="connsiteX247" fmla="*/ 1751916 w 2434411"/>
                  <a:gd name="connsiteY247" fmla="*/ 819545 h 1648899"/>
                  <a:gd name="connsiteX248" fmla="*/ 1091351 w 2434411"/>
                  <a:gd name="connsiteY248" fmla="*/ 823121 h 1648899"/>
                  <a:gd name="connsiteX249" fmla="*/ 1093735 w 2434411"/>
                  <a:gd name="connsiteY249" fmla="*/ 826220 h 1648899"/>
                  <a:gd name="connsiteX250" fmla="*/ 1097907 w 2434411"/>
                  <a:gd name="connsiteY250" fmla="*/ 851131 h 1648899"/>
                  <a:gd name="connsiteX251" fmla="*/ 1090517 w 2434411"/>
                  <a:gd name="connsiteY251" fmla="*/ 875685 h 1648899"/>
                  <a:gd name="connsiteX252" fmla="*/ 1084236 w 2434411"/>
                  <a:gd name="connsiteY252" fmla="*/ 869106 h 1648899"/>
                  <a:gd name="connsiteX253" fmla="*/ 1087299 w 2434411"/>
                  <a:gd name="connsiteY253" fmla="*/ 863766 h 1648899"/>
                  <a:gd name="connsiteX254" fmla="*/ 1084200 w 2434411"/>
                  <a:gd name="connsiteY254" fmla="*/ 848867 h 1648899"/>
                  <a:gd name="connsiteX255" fmla="*/ 1079551 w 2434411"/>
                  <a:gd name="connsiteY255" fmla="*/ 840166 h 1648899"/>
                  <a:gd name="connsiteX256" fmla="*/ 1041648 w 2434411"/>
                  <a:gd name="connsiteY256" fmla="*/ 840166 h 1648899"/>
                  <a:gd name="connsiteX257" fmla="*/ 1041648 w 2434411"/>
                  <a:gd name="connsiteY257" fmla="*/ 842073 h 1648899"/>
                  <a:gd name="connsiteX258" fmla="*/ 1053567 w 2434411"/>
                  <a:gd name="connsiteY258" fmla="*/ 874016 h 1648899"/>
                  <a:gd name="connsiteX259" fmla="*/ 1064176 w 2434411"/>
                  <a:gd name="connsiteY259" fmla="*/ 896305 h 1648899"/>
                  <a:gd name="connsiteX260" fmla="*/ 1064176 w 2434411"/>
                  <a:gd name="connsiteY260" fmla="*/ 904291 h 1648899"/>
                  <a:gd name="connsiteX261" fmla="*/ 1059408 w 2434411"/>
                  <a:gd name="connsiteY261" fmla="*/ 926103 h 1648899"/>
                  <a:gd name="connsiteX262" fmla="*/ 1055713 w 2434411"/>
                  <a:gd name="connsiteY262" fmla="*/ 985104 h 1648899"/>
                  <a:gd name="connsiteX263" fmla="*/ 1049277 w 2434411"/>
                  <a:gd name="connsiteY263" fmla="*/ 1022292 h 1648899"/>
                  <a:gd name="connsiteX264" fmla="*/ 1057262 w 2434411"/>
                  <a:gd name="connsiteY264" fmla="*/ 1061029 h 1648899"/>
                  <a:gd name="connsiteX265" fmla="*/ 1059885 w 2434411"/>
                  <a:gd name="connsiteY265" fmla="*/ 1092377 h 1648899"/>
                  <a:gd name="connsiteX266" fmla="*/ 1067394 w 2434411"/>
                  <a:gd name="connsiteY266" fmla="*/ 1123724 h 1648899"/>
                  <a:gd name="connsiteX267" fmla="*/ 1085392 w 2434411"/>
                  <a:gd name="connsiteY267" fmla="*/ 1144464 h 1648899"/>
                  <a:gd name="connsiteX268" fmla="*/ 1097311 w 2434411"/>
                  <a:gd name="connsiteY268" fmla="*/ 1157813 h 1648899"/>
                  <a:gd name="connsiteX269" fmla="*/ 1106846 w 2434411"/>
                  <a:gd name="connsiteY269" fmla="*/ 1172593 h 1648899"/>
                  <a:gd name="connsiteX270" fmla="*/ 1110065 w 2434411"/>
                  <a:gd name="connsiteY270" fmla="*/ 1191187 h 1648899"/>
                  <a:gd name="connsiteX271" fmla="*/ 1135095 w 2434411"/>
                  <a:gd name="connsiteY271" fmla="*/ 1218363 h 1648899"/>
                  <a:gd name="connsiteX272" fmla="*/ 1147014 w 2434411"/>
                  <a:gd name="connsiteY272" fmla="*/ 1240652 h 1648899"/>
                  <a:gd name="connsiteX273" fmla="*/ 1176812 w 2434411"/>
                  <a:gd name="connsiteY273" fmla="*/ 1252571 h 1648899"/>
                  <a:gd name="connsiteX274" fmla="*/ 1196956 w 2434411"/>
                  <a:gd name="connsiteY274" fmla="*/ 1256743 h 1648899"/>
                  <a:gd name="connsiteX275" fmla="*/ 1219245 w 2434411"/>
                  <a:gd name="connsiteY275" fmla="*/ 1283323 h 1648899"/>
                  <a:gd name="connsiteX276" fmla="*/ 1224728 w 2434411"/>
                  <a:gd name="connsiteY276" fmla="*/ 1298460 h 1648899"/>
                  <a:gd name="connsiteX277" fmla="*/ 1279795 w 2434411"/>
                  <a:gd name="connsiteY277" fmla="*/ 1291190 h 1648899"/>
                  <a:gd name="connsiteX278" fmla="*/ 1306494 w 2434411"/>
                  <a:gd name="connsiteY278" fmla="*/ 1305493 h 1648899"/>
                  <a:gd name="connsiteX279" fmla="*/ 1368355 w 2434411"/>
                  <a:gd name="connsiteY279" fmla="*/ 1326947 h 1648899"/>
                  <a:gd name="connsiteX280" fmla="*/ 1436533 w 2434411"/>
                  <a:gd name="connsiteY280" fmla="*/ 1326947 h 1648899"/>
                  <a:gd name="connsiteX281" fmla="*/ 1444399 w 2434411"/>
                  <a:gd name="connsiteY281" fmla="*/ 1316697 h 1648899"/>
                  <a:gd name="connsiteX282" fmla="*/ 1484806 w 2434411"/>
                  <a:gd name="connsiteY282" fmla="*/ 1316697 h 1648899"/>
                  <a:gd name="connsiteX283" fmla="*/ 1511981 w 2434411"/>
                  <a:gd name="connsiteY283" fmla="*/ 1341131 h 1648899"/>
                  <a:gd name="connsiteX284" fmla="*/ 1527357 w 2434411"/>
                  <a:gd name="connsiteY284" fmla="*/ 1359844 h 1648899"/>
                  <a:gd name="connsiteX285" fmla="*/ 1535820 w 2434411"/>
                  <a:gd name="connsiteY285" fmla="*/ 1375220 h 1648899"/>
                  <a:gd name="connsiteX286" fmla="*/ 1563711 w 2434411"/>
                  <a:gd name="connsiteY286" fmla="*/ 1389404 h 1648899"/>
                  <a:gd name="connsiteX287" fmla="*/ 1582424 w 2434411"/>
                  <a:gd name="connsiteY287" fmla="*/ 1367234 h 1648899"/>
                  <a:gd name="connsiteX288" fmla="*/ 1624976 w 2434411"/>
                  <a:gd name="connsiteY288" fmla="*/ 1391669 h 1648899"/>
                  <a:gd name="connsiteX289" fmla="*/ 1647742 w 2434411"/>
                  <a:gd name="connsiteY289" fmla="*/ 1423970 h 1648899"/>
                  <a:gd name="connsiteX290" fmla="*/ 1653344 w 2434411"/>
                  <a:gd name="connsiteY290" fmla="*/ 1442206 h 1648899"/>
                  <a:gd name="connsiteX291" fmla="*/ 1660138 w 2434411"/>
                  <a:gd name="connsiteY291" fmla="*/ 1456986 h 1648899"/>
                  <a:gd name="connsiteX292" fmla="*/ 1693750 w 2434411"/>
                  <a:gd name="connsiteY292" fmla="*/ 1468906 h 1648899"/>
                  <a:gd name="connsiteX293" fmla="*/ 1703643 w 2434411"/>
                  <a:gd name="connsiteY293" fmla="*/ 1472600 h 1648899"/>
                  <a:gd name="connsiteX294" fmla="*/ 1696730 w 2434411"/>
                  <a:gd name="connsiteY294" fmla="*/ 1441730 h 1648899"/>
                  <a:gd name="connsiteX295" fmla="*/ 1702570 w 2434411"/>
                  <a:gd name="connsiteY295" fmla="*/ 1418845 h 1648899"/>
                  <a:gd name="connsiteX296" fmla="*/ 1720091 w 2434411"/>
                  <a:gd name="connsiteY296" fmla="*/ 1403946 h 1648899"/>
                  <a:gd name="connsiteX297" fmla="*/ 1734514 w 2434411"/>
                  <a:gd name="connsiteY297" fmla="*/ 1398582 h 1648899"/>
                  <a:gd name="connsiteX298" fmla="*/ 1758352 w 2434411"/>
                  <a:gd name="connsiteY298" fmla="*/ 1378915 h 1648899"/>
                  <a:gd name="connsiteX299" fmla="*/ 1770271 w 2434411"/>
                  <a:gd name="connsiteY299" fmla="*/ 1374147 h 1648899"/>
                  <a:gd name="connsiteX300" fmla="*/ 1785170 w 2434411"/>
                  <a:gd name="connsiteY300" fmla="*/ 1364612 h 1648899"/>
                  <a:gd name="connsiteX301" fmla="*/ 1797090 w 2434411"/>
                  <a:gd name="connsiteY301" fmla="*/ 1365685 h 1648899"/>
                  <a:gd name="connsiteX302" fmla="*/ 1809009 w 2434411"/>
                  <a:gd name="connsiteY302" fmla="*/ 1368307 h 1648899"/>
                  <a:gd name="connsiteX303" fmla="*/ 1828676 w 2434411"/>
                  <a:gd name="connsiteY303" fmla="*/ 1368903 h 1648899"/>
                  <a:gd name="connsiteX304" fmla="*/ 1844648 w 2434411"/>
                  <a:gd name="connsiteY304" fmla="*/ 1376293 h 1648899"/>
                  <a:gd name="connsiteX305" fmla="*/ 1864910 w 2434411"/>
                  <a:gd name="connsiteY305" fmla="*/ 1382133 h 1648899"/>
                  <a:gd name="connsiteX306" fmla="*/ 1875518 w 2434411"/>
                  <a:gd name="connsiteY306" fmla="*/ 1373671 h 1648899"/>
                  <a:gd name="connsiteX307" fmla="*/ 1896735 w 2434411"/>
                  <a:gd name="connsiteY307" fmla="*/ 1388570 h 1648899"/>
                  <a:gd name="connsiteX308" fmla="*/ 1891371 w 2434411"/>
                  <a:gd name="connsiteY308" fmla="*/ 1376651 h 1648899"/>
                  <a:gd name="connsiteX309" fmla="*/ 1886603 w 2434411"/>
                  <a:gd name="connsiteY309" fmla="*/ 1363420 h 1648899"/>
                  <a:gd name="connsiteX310" fmla="*/ 1907343 w 2434411"/>
                  <a:gd name="connsiteY310" fmla="*/ 1352812 h 1648899"/>
                  <a:gd name="connsiteX311" fmla="*/ 1924387 w 2434411"/>
                  <a:gd name="connsiteY311" fmla="*/ 1348998 h 1648899"/>
                  <a:gd name="connsiteX312" fmla="*/ 1933923 w 2434411"/>
                  <a:gd name="connsiteY312" fmla="*/ 1355434 h 1648899"/>
                  <a:gd name="connsiteX313" fmla="*/ 1965866 w 2434411"/>
                  <a:gd name="connsiteY313" fmla="*/ 1351739 h 1648899"/>
                  <a:gd name="connsiteX314" fmla="*/ 1988155 w 2434411"/>
                  <a:gd name="connsiteY314" fmla="*/ 1367592 h 1648899"/>
                  <a:gd name="connsiteX315" fmla="*/ 2004604 w 2434411"/>
                  <a:gd name="connsiteY315" fmla="*/ 1370333 h 1648899"/>
                  <a:gd name="connsiteX316" fmla="*/ 2026893 w 2434411"/>
                  <a:gd name="connsiteY316" fmla="*/ 1362824 h 1648899"/>
                  <a:gd name="connsiteX317" fmla="*/ 2050731 w 2434411"/>
                  <a:gd name="connsiteY317" fmla="*/ 1389404 h 1648899"/>
                  <a:gd name="connsiteX318" fmla="*/ 2050731 w 2434411"/>
                  <a:gd name="connsiteY318" fmla="*/ 1416461 h 1648899"/>
                  <a:gd name="connsiteX319" fmla="*/ 2060743 w 2434411"/>
                  <a:gd name="connsiteY319" fmla="*/ 1440299 h 1648899"/>
                  <a:gd name="connsiteX320" fmla="*/ 2070279 w 2434411"/>
                  <a:gd name="connsiteY320" fmla="*/ 1465330 h 1648899"/>
                  <a:gd name="connsiteX321" fmla="*/ 2086846 w 2434411"/>
                  <a:gd name="connsiteY321" fmla="*/ 1486069 h 1648899"/>
                  <a:gd name="connsiteX322" fmla="*/ 2104845 w 2434411"/>
                  <a:gd name="connsiteY322" fmla="*/ 1489168 h 1648899"/>
                  <a:gd name="connsiteX323" fmla="*/ 2115453 w 2434411"/>
                  <a:gd name="connsiteY323" fmla="*/ 1461039 h 1648899"/>
                  <a:gd name="connsiteX324" fmla="*/ 2102222 w 2434411"/>
                  <a:gd name="connsiteY324" fmla="*/ 1412647 h 1648899"/>
                  <a:gd name="connsiteX325" fmla="*/ 2095309 w 2434411"/>
                  <a:gd name="connsiteY325" fmla="*/ 1389881 h 1648899"/>
                  <a:gd name="connsiteX326" fmla="*/ 2082079 w 2434411"/>
                  <a:gd name="connsiteY326" fmla="*/ 1343038 h 1648899"/>
                  <a:gd name="connsiteX327" fmla="*/ 2110208 w 2434411"/>
                  <a:gd name="connsiteY327" fmla="*/ 1293097 h 1648899"/>
                  <a:gd name="connsiteX328" fmla="*/ 2131424 w 2434411"/>
                  <a:gd name="connsiteY328" fmla="*/ 1281178 h 1648899"/>
                  <a:gd name="connsiteX329" fmla="*/ 2151091 w 2434411"/>
                  <a:gd name="connsiteY329" fmla="*/ 1261988 h 1648899"/>
                  <a:gd name="connsiteX330" fmla="*/ 2165514 w 2434411"/>
                  <a:gd name="connsiteY330" fmla="*/ 1256743 h 1648899"/>
                  <a:gd name="connsiteX331" fmla="*/ 2191021 w 2434411"/>
                  <a:gd name="connsiteY331" fmla="*/ 1239103 h 1648899"/>
                  <a:gd name="connsiteX332" fmla="*/ 2193047 w 2434411"/>
                  <a:gd name="connsiteY332" fmla="*/ 1223250 h 1648899"/>
                  <a:gd name="connsiteX333" fmla="*/ 2198887 w 2434411"/>
                  <a:gd name="connsiteY333" fmla="*/ 1214668 h 1648899"/>
                  <a:gd name="connsiteX334" fmla="*/ 2215455 w 2434411"/>
                  <a:gd name="connsiteY334" fmla="*/ 1215741 h 1648899"/>
                  <a:gd name="connsiteX335" fmla="*/ 2221295 w 2434411"/>
                  <a:gd name="connsiteY335" fmla="*/ 1201438 h 1648899"/>
                  <a:gd name="connsiteX336" fmla="*/ 2213786 w 2434411"/>
                  <a:gd name="connsiteY336" fmla="*/ 1193452 h 1648899"/>
                  <a:gd name="connsiteX337" fmla="*/ 2205324 w 2434411"/>
                  <a:gd name="connsiteY337" fmla="*/ 1177003 h 1648899"/>
                  <a:gd name="connsiteX338" fmla="*/ 2205324 w 2434411"/>
                  <a:gd name="connsiteY338" fmla="*/ 1165084 h 1648899"/>
                  <a:gd name="connsiteX339" fmla="*/ 2189829 w 2434411"/>
                  <a:gd name="connsiteY339" fmla="*/ 1144821 h 1648899"/>
                  <a:gd name="connsiteX340" fmla="*/ 2199364 w 2434411"/>
                  <a:gd name="connsiteY340" fmla="*/ 1136359 h 1648899"/>
                  <a:gd name="connsiteX341" fmla="*/ 2203178 w 2434411"/>
                  <a:gd name="connsiteY341" fmla="*/ 1105011 h 1648899"/>
                  <a:gd name="connsiteX342" fmla="*/ 2211164 w 2434411"/>
                  <a:gd name="connsiteY342" fmla="*/ 1105011 h 1648899"/>
                  <a:gd name="connsiteX343" fmla="*/ 2209019 w 2434411"/>
                  <a:gd name="connsiteY343" fmla="*/ 1128850 h 1648899"/>
                  <a:gd name="connsiteX344" fmla="*/ 2215336 w 2434411"/>
                  <a:gd name="connsiteY344" fmla="*/ 1157575 h 1648899"/>
                  <a:gd name="connsiteX345" fmla="*/ 2225944 w 2434411"/>
                  <a:gd name="connsiteY345" fmla="*/ 1150662 h 1648899"/>
                  <a:gd name="connsiteX346" fmla="*/ 2229758 w 2434411"/>
                  <a:gd name="connsiteY346" fmla="*/ 1119314 h 1648899"/>
                  <a:gd name="connsiteX347" fmla="*/ 2230831 w 2434411"/>
                  <a:gd name="connsiteY347" fmla="*/ 1109183 h 1648899"/>
                  <a:gd name="connsiteX348" fmla="*/ 2247756 w 2434411"/>
                  <a:gd name="connsiteY348" fmla="*/ 1108110 h 1648899"/>
                  <a:gd name="connsiteX349" fmla="*/ 2260510 w 2434411"/>
                  <a:gd name="connsiteY349" fmla="*/ 1078312 h 1648899"/>
                  <a:gd name="connsiteX350" fmla="*/ 2273859 w 2434411"/>
                  <a:gd name="connsiteY350" fmla="*/ 1071399 h 1648899"/>
                  <a:gd name="connsiteX351" fmla="*/ 2308902 w 2434411"/>
                  <a:gd name="connsiteY351" fmla="*/ 1061863 h 1648899"/>
                  <a:gd name="connsiteX352" fmla="*/ 2272191 w 2434411"/>
                  <a:gd name="connsiteY352" fmla="*/ 1060791 h 1648899"/>
                  <a:gd name="connsiteX353" fmla="*/ 2311048 w 2434411"/>
                  <a:gd name="connsiteY353" fmla="*/ 1048872 h 1648899"/>
                  <a:gd name="connsiteX354" fmla="*/ 2322967 w 2434411"/>
                  <a:gd name="connsiteY354" fmla="*/ 1038740 h 1648899"/>
                  <a:gd name="connsiteX355" fmla="*/ 2342955 w 2434411"/>
                  <a:gd name="connsiteY355" fmla="*/ 1040421 h 1648899"/>
                  <a:gd name="connsiteX356" fmla="*/ 2343110 w 2434411"/>
                  <a:gd name="connsiteY356" fmla="*/ 1040290 h 1648899"/>
                  <a:gd name="connsiteX357" fmla="*/ 2336793 w 2434411"/>
                  <a:gd name="connsiteY357" fmla="*/ 1021696 h 1648899"/>
                  <a:gd name="connsiteX358" fmla="*/ 2340011 w 2434411"/>
                  <a:gd name="connsiteY358" fmla="*/ 1009776 h 1648899"/>
                  <a:gd name="connsiteX359" fmla="*/ 2355387 w 2434411"/>
                  <a:gd name="connsiteY359" fmla="*/ 983673 h 1648899"/>
                  <a:gd name="connsiteX360" fmla="*/ 2369213 w 2434411"/>
                  <a:gd name="connsiteY360" fmla="*/ 975211 h 1648899"/>
                  <a:gd name="connsiteX361" fmla="*/ 2386735 w 2434411"/>
                  <a:gd name="connsiteY361" fmla="*/ 957689 h 1648899"/>
                  <a:gd name="connsiteX362" fmla="*/ 2416533 w 2434411"/>
                  <a:gd name="connsiteY362" fmla="*/ 958762 h 1648899"/>
                  <a:gd name="connsiteX363" fmla="*/ 2434412 w 2434411"/>
                  <a:gd name="connsiteY363" fmla="*/ 945293 h 1648899"/>
                  <a:gd name="connsiteX364" fmla="*/ 2413076 w 2434411"/>
                  <a:gd name="connsiteY364" fmla="*/ 875923 h 164889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Lst>
                <a:rect l="l" t="t" r="r" b="b"/>
                <a:pathLst>
                  <a:path w="2434411" h="1648899">
                    <a:moveTo>
                      <a:pt x="911609" y="605238"/>
                    </a:moveTo>
                    <a:cubicBezTo>
                      <a:pt x="915185" y="596060"/>
                      <a:pt x="915900" y="590339"/>
                      <a:pt x="888963" y="579730"/>
                    </a:cubicBezTo>
                    <a:cubicBezTo>
                      <a:pt x="862025" y="569122"/>
                      <a:pt x="865124" y="561971"/>
                      <a:pt x="846411" y="529431"/>
                    </a:cubicBezTo>
                    <a:cubicBezTo>
                      <a:pt x="827698" y="496892"/>
                      <a:pt x="794681" y="482589"/>
                      <a:pt x="794681" y="470550"/>
                    </a:cubicBezTo>
                    <a:cubicBezTo>
                      <a:pt x="794681" y="458512"/>
                      <a:pt x="762142" y="459942"/>
                      <a:pt x="762142" y="469120"/>
                    </a:cubicBezTo>
                    <a:cubicBezTo>
                      <a:pt x="762142" y="478298"/>
                      <a:pt x="747958" y="481039"/>
                      <a:pt x="740091" y="486164"/>
                    </a:cubicBezTo>
                    <a:cubicBezTo>
                      <a:pt x="732225" y="491290"/>
                      <a:pt x="728172" y="483304"/>
                      <a:pt x="721736" y="474245"/>
                    </a:cubicBezTo>
                    <a:cubicBezTo>
                      <a:pt x="715299" y="465187"/>
                      <a:pt x="697897" y="455890"/>
                      <a:pt x="697897" y="450407"/>
                    </a:cubicBezTo>
                    <a:cubicBezTo>
                      <a:pt x="697897" y="444924"/>
                      <a:pt x="693606" y="432647"/>
                      <a:pt x="681568" y="438487"/>
                    </a:cubicBezTo>
                    <a:cubicBezTo>
                      <a:pt x="669529" y="444328"/>
                      <a:pt x="663093" y="438487"/>
                      <a:pt x="659636" y="442778"/>
                    </a:cubicBezTo>
                    <a:cubicBezTo>
                      <a:pt x="656180" y="447069"/>
                      <a:pt x="646883" y="440156"/>
                      <a:pt x="646883" y="440156"/>
                    </a:cubicBezTo>
                    <a:lnTo>
                      <a:pt x="646883" y="72328"/>
                    </a:lnTo>
                    <a:cubicBezTo>
                      <a:pt x="643151" y="72007"/>
                      <a:pt x="639470" y="71246"/>
                      <a:pt x="635917" y="70064"/>
                    </a:cubicBezTo>
                    <a:cubicBezTo>
                      <a:pt x="620422" y="64223"/>
                      <a:pt x="597656" y="53615"/>
                      <a:pt x="585380" y="56238"/>
                    </a:cubicBezTo>
                    <a:cubicBezTo>
                      <a:pt x="573103" y="58860"/>
                      <a:pt x="548668" y="62078"/>
                      <a:pt x="540206" y="57906"/>
                    </a:cubicBezTo>
                    <a:cubicBezTo>
                      <a:pt x="528539" y="52025"/>
                      <a:pt x="515263" y="50141"/>
                      <a:pt x="502422" y="52543"/>
                    </a:cubicBezTo>
                    <a:cubicBezTo>
                      <a:pt x="484900" y="55165"/>
                      <a:pt x="473816" y="43007"/>
                      <a:pt x="451407" y="37643"/>
                    </a:cubicBezTo>
                    <a:cubicBezTo>
                      <a:pt x="431006" y="34356"/>
                      <a:pt x="410121" y="35825"/>
                      <a:pt x="390381" y="41934"/>
                    </a:cubicBezTo>
                    <a:cubicBezTo>
                      <a:pt x="382872" y="44557"/>
                      <a:pt x="384540" y="33949"/>
                      <a:pt x="374886" y="35021"/>
                    </a:cubicBezTo>
                    <a:cubicBezTo>
                      <a:pt x="365231" y="36094"/>
                      <a:pt x="372860" y="30730"/>
                      <a:pt x="367496" y="23102"/>
                    </a:cubicBezTo>
                    <a:cubicBezTo>
                      <a:pt x="362132" y="15474"/>
                      <a:pt x="335552" y="23102"/>
                      <a:pt x="326017" y="23102"/>
                    </a:cubicBezTo>
                    <a:cubicBezTo>
                      <a:pt x="316482" y="23102"/>
                      <a:pt x="314098" y="18334"/>
                      <a:pt x="314098" y="13447"/>
                    </a:cubicBezTo>
                    <a:cubicBezTo>
                      <a:pt x="314098" y="8561"/>
                      <a:pt x="305635" y="10349"/>
                      <a:pt x="302178" y="16666"/>
                    </a:cubicBezTo>
                    <a:cubicBezTo>
                      <a:pt x="298113" y="22657"/>
                      <a:pt x="289960" y="24220"/>
                      <a:pt x="283967" y="20154"/>
                    </a:cubicBezTo>
                    <a:cubicBezTo>
                      <a:pt x="283838" y="20066"/>
                      <a:pt x="283711" y="19976"/>
                      <a:pt x="283584" y="19884"/>
                    </a:cubicBezTo>
                    <a:cubicBezTo>
                      <a:pt x="279293" y="15593"/>
                      <a:pt x="292524" y="14043"/>
                      <a:pt x="293120" y="9276"/>
                    </a:cubicBezTo>
                    <a:cubicBezTo>
                      <a:pt x="293716" y="4508"/>
                      <a:pt x="279293" y="1767"/>
                      <a:pt x="273930" y="217"/>
                    </a:cubicBezTo>
                    <a:cubicBezTo>
                      <a:pt x="268566" y="-1332"/>
                      <a:pt x="260103" y="5581"/>
                      <a:pt x="249019" y="15593"/>
                    </a:cubicBezTo>
                    <a:cubicBezTo>
                      <a:pt x="238114" y="23464"/>
                      <a:pt x="224392" y="26366"/>
                      <a:pt x="211235" y="23579"/>
                    </a:cubicBezTo>
                    <a:cubicBezTo>
                      <a:pt x="201103" y="22506"/>
                      <a:pt x="188350" y="24652"/>
                      <a:pt x="188946" y="30492"/>
                    </a:cubicBezTo>
                    <a:cubicBezTo>
                      <a:pt x="189542" y="36332"/>
                      <a:pt x="201699" y="35856"/>
                      <a:pt x="194190" y="43246"/>
                    </a:cubicBezTo>
                    <a:cubicBezTo>
                      <a:pt x="186681" y="50635"/>
                      <a:pt x="184178" y="33114"/>
                      <a:pt x="176669" y="41100"/>
                    </a:cubicBezTo>
                    <a:cubicBezTo>
                      <a:pt x="169160" y="49086"/>
                      <a:pt x="146990" y="48609"/>
                      <a:pt x="141626" y="47536"/>
                    </a:cubicBezTo>
                    <a:cubicBezTo>
                      <a:pt x="136263" y="46464"/>
                      <a:pt x="118741" y="65535"/>
                      <a:pt x="113497" y="71375"/>
                    </a:cubicBezTo>
                    <a:cubicBezTo>
                      <a:pt x="108252" y="77215"/>
                      <a:pt x="117669" y="81506"/>
                      <a:pt x="103365" y="96882"/>
                    </a:cubicBezTo>
                    <a:cubicBezTo>
                      <a:pt x="89062" y="112258"/>
                      <a:pt x="50802" y="108801"/>
                      <a:pt x="42816" y="108801"/>
                    </a:cubicBezTo>
                    <a:cubicBezTo>
                      <a:pt x="34830" y="108801"/>
                      <a:pt x="40670" y="117741"/>
                      <a:pt x="36379" y="123581"/>
                    </a:cubicBezTo>
                    <a:cubicBezTo>
                      <a:pt x="32088" y="129422"/>
                      <a:pt x="41147" y="134785"/>
                      <a:pt x="62959" y="140626"/>
                    </a:cubicBezTo>
                    <a:cubicBezTo>
                      <a:pt x="84771" y="146466"/>
                      <a:pt x="99671" y="175191"/>
                      <a:pt x="102293" y="182105"/>
                    </a:cubicBezTo>
                    <a:cubicBezTo>
                      <a:pt x="104915" y="189018"/>
                      <a:pt x="132091" y="181509"/>
                      <a:pt x="142699" y="183177"/>
                    </a:cubicBezTo>
                    <a:cubicBezTo>
                      <a:pt x="153307" y="184846"/>
                      <a:pt x="141626" y="199626"/>
                      <a:pt x="150685" y="203917"/>
                    </a:cubicBezTo>
                    <a:cubicBezTo>
                      <a:pt x="159744" y="208208"/>
                      <a:pt x="173570" y="201771"/>
                      <a:pt x="176192" y="209161"/>
                    </a:cubicBezTo>
                    <a:cubicBezTo>
                      <a:pt x="178814" y="216551"/>
                      <a:pt x="158075" y="209161"/>
                      <a:pt x="147467" y="217147"/>
                    </a:cubicBezTo>
                    <a:cubicBezTo>
                      <a:pt x="136859" y="225133"/>
                      <a:pt x="131495" y="229066"/>
                      <a:pt x="127323" y="222988"/>
                    </a:cubicBezTo>
                    <a:cubicBezTo>
                      <a:pt x="123151" y="216909"/>
                      <a:pt x="105511" y="220842"/>
                      <a:pt x="96452" y="221915"/>
                    </a:cubicBezTo>
                    <a:cubicBezTo>
                      <a:pt x="87394" y="222988"/>
                      <a:pt x="96452" y="210711"/>
                      <a:pt x="96452" y="205466"/>
                    </a:cubicBezTo>
                    <a:cubicBezTo>
                      <a:pt x="96452" y="200222"/>
                      <a:pt x="84533" y="196408"/>
                      <a:pt x="66654" y="206539"/>
                    </a:cubicBezTo>
                    <a:cubicBezTo>
                      <a:pt x="48775" y="216670"/>
                      <a:pt x="55569" y="212856"/>
                      <a:pt x="53424" y="220842"/>
                    </a:cubicBezTo>
                    <a:cubicBezTo>
                      <a:pt x="51278" y="228828"/>
                      <a:pt x="43888" y="216074"/>
                      <a:pt x="32684" y="222988"/>
                    </a:cubicBezTo>
                    <a:cubicBezTo>
                      <a:pt x="21480" y="229901"/>
                      <a:pt x="3482" y="234907"/>
                      <a:pt x="264" y="241582"/>
                    </a:cubicBezTo>
                    <a:cubicBezTo>
                      <a:pt x="-2954" y="248256"/>
                      <a:pt x="24103" y="253501"/>
                      <a:pt x="34830" y="255408"/>
                    </a:cubicBezTo>
                    <a:cubicBezTo>
                      <a:pt x="45557" y="257315"/>
                      <a:pt x="22076" y="264467"/>
                      <a:pt x="30539" y="267327"/>
                    </a:cubicBezTo>
                    <a:cubicBezTo>
                      <a:pt x="39002" y="270188"/>
                      <a:pt x="35307" y="277935"/>
                      <a:pt x="48656" y="284849"/>
                    </a:cubicBezTo>
                    <a:cubicBezTo>
                      <a:pt x="62006" y="291762"/>
                      <a:pt x="91685" y="284849"/>
                      <a:pt x="99671" y="284849"/>
                    </a:cubicBezTo>
                    <a:cubicBezTo>
                      <a:pt x="107656" y="284849"/>
                      <a:pt x="115046" y="294503"/>
                      <a:pt x="121483" y="287590"/>
                    </a:cubicBezTo>
                    <a:cubicBezTo>
                      <a:pt x="127919" y="280677"/>
                      <a:pt x="151758" y="261487"/>
                      <a:pt x="163915" y="272691"/>
                    </a:cubicBezTo>
                    <a:cubicBezTo>
                      <a:pt x="176073" y="283895"/>
                      <a:pt x="150685" y="282226"/>
                      <a:pt x="157002" y="289139"/>
                    </a:cubicBezTo>
                    <a:cubicBezTo>
                      <a:pt x="163319" y="296053"/>
                      <a:pt x="171424" y="312978"/>
                      <a:pt x="159744" y="321083"/>
                    </a:cubicBezTo>
                    <a:cubicBezTo>
                      <a:pt x="150778" y="326149"/>
                      <a:pt x="140000" y="326900"/>
                      <a:pt x="130422" y="323109"/>
                    </a:cubicBezTo>
                    <a:cubicBezTo>
                      <a:pt x="124105" y="323109"/>
                      <a:pt x="127800" y="335028"/>
                      <a:pt x="117669" y="342776"/>
                    </a:cubicBezTo>
                    <a:cubicBezTo>
                      <a:pt x="107537" y="350523"/>
                      <a:pt x="100147" y="334313"/>
                      <a:pt x="87394" y="334313"/>
                    </a:cubicBezTo>
                    <a:cubicBezTo>
                      <a:pt x="74640" y="334313"/>
                      <a:pt x="77382" y="350762"/>
                      <a:pt x="77858" y="358152"/>
                    </a:cubicBezTo>
                    <a:cubicBezTo>
                      <a:pt x="78335" y="365542"/>
                      <a:pt x="58788" y="356602"/>
                      <a:pt x="54020" y="375673"/>
                    </a:cubicBezTo>
                    <a:cubicBezTo>
                      <a:pt x="49252" y="394744"/>
                      <a:pt x="29109" y="378414"/>
                      <a:pt x="42101" y="397008"/>
                    </a:cubicBezTo>
                    <a:cubicBezTo>
                      <a:pt x="55093" y="415603"/>
                      <a:pt x="53305" y="403922"/>
                      <a:pt x="63913" y="411312"/>
                    </a:cubicBezTo>
                    <a:cubicBezTo>
                      <a:pt x="74521" y="418701"/>
                      <a:pt x="51994" y="432051"/>
                      <a:pt x="62840" y="434197"/>
                    </a:cubicBezTo>
                    <a:cubicBezTo>
                      <a:pt x="73687" y="436342"/>
                      <a:pt x="85129" y="455413"/>
                      <a:pt x="92638" y="462326"/>
                    </a:cubicBezTo>
                    <a:cubicBezTo>
                      <a:pt x="100147" y="469239"/>
                      <a:pt x="109563" y="458631"/>
                      <a:pt x="120768" y="458035"/>
                    </a:cubicBezTo>
                    <a:cubicBezTo>
                      <a:pt x="131972" y="457439"/>
                      <a:pt x="126608" y="442182"/>
                      <a:pt x="132687" y="448023"/>
                    </a:cubicBezTo>
                    <a:cubicBezTo>
                      <a:pt x="138766" y="453863"/>
                      <a:pt x="148063" y="470789"/>
                      <a:pt x="142222" y="475080"/>
                    </a:cubicBezTo>
                    <a:cubicBezTo>
                      <a:pt x="136382" y="479370"/>
                      <a:pt x="141149" y="492601"/>
                      <a:pt x="140077" y="498918"/>
                    </a:cubicBezTo>
                    <a:cubicBezTo>
                      <a:pt x="139004" y="505235"/>
                      <a:pt x="163915" y="503090"/>
                      <a:pt x="166180" y="495700"/>
                    </a:cubicBezTo>
                    <a:cubicBezTo>
                      <a:pt x="168445" y="488310"/>
                      <a:pt x="187873" y="486164"/>
                      <a:pt x="199077" y="498322"/>
                    </a:cubicBezTo>
                    <a:cubicBezTo>
                      <a:pt x="210281" y="510480"/>
                      <a:pt x="213976" y="512744"/>
                      <a:pt x="213976" y="503090"/>
                    </a:cubicBezTo>
                    <a:cubicBezTo>
                      <a:pt x="213976" y="493435"/>
                      <a:pt x="223511" y="482946"/>
                      <a:pt x="224107" y="491170"/>
                    </a:cubicBezTo>
                    <a:cubicBezTo>
                      <a:pt x="224703" y="499395"/>
                      <a:pt x="233643" y="501183"/>
                      <a:pt x="250091" y="493793"/>
                    </a:cubicBezTo>
                    <a:cubicBezTo>
                      <a:pt x="266540" y="486403"/>
                      <a:pt x="259150" y="494389"/>
                      <a:pt x="250091" y="504997"/>
                    </a:cubicBezTo>
                    <a:cubicBezTo>
                      <a:pt x="238172" y="519658"/>
                      <a:pt x="250091" y="540754"/>
                      <a:pt x="241509" y="543258"/>
                    </a:cubicBezTo>
                    <a:cubicBezTo>
                      <a:pt x="232928" y="545761"/>
                      <a:pt x="226134" y="567096"/>
                      <a:pt x="212307" y="568765"/>
                    </a:cubicBezTo>
                    <a:cubicBezTo>
                      <a:pt x="198481" y="570433"/>
                      <a:pt x="175119" y="596417"/>
                      <a:pt x="171901" y="600589"/>
                    </a:cubicBezTo>
                    <a:cubicBezTo>
                      <a:pt x="168683" y="604761"/>
                      <a:pt x="139004" y="592126"/>
                      <a:pt x="134713" y="604284"/>
                    </a:cubicBezTo>
                    <a:cubicBezTo>
                      <a:pt x="130422" y="616442"/>
                      <a:pt x="112424" y="625620"/>
                      <a:pt x="117192" y="630387"/>
                    </a:cubicBezTo>
                    <a:cubicBezTo>
                      <a:pt x="121959" y="635155"/>
                      <a:pt x="144844" y="621329"/>
                      <a:pt x="145917" y="615011"/>
                    </a:cubicBezTo>
                    <a:cubicBezTo>
                      <a:pt x="146990" y="608694"/>
                      <a:pt x="150089" y="609648"/>
                      <a:pt x="154380" y="614415"/>
                    </a:cubicBezTo>
                    <a:cubicBezTo>
                      <a:pt x="158671" y="619183"/>
                      <a:pt x="169279" y="612270"/>
                      <a:pt x="174047" y="608098"/>
                    </a:cubicBezTo>
                    <a:cubicBezTo>
                      <a:pt x="178814" y="603926"/>
                      <a:pt x="186800" y="605357"/>
                      <a:pt x="191568" y="605953"/>
                    </a:cubicBezTo>
                    <a:cubicBezTo>
                      <a:pt x="196336" y="606549"/>
                      <a:pt x="198481" y="600112"/>
                      <a:pt x="212784" y="597371"/>
                    </a:cubicBezTo>
                    <a:cubicBezTo>
                      <a:pt x="227087" y="594629"/>
                      <a:pt x="223988" y="590577"/>
                      <a:pt x="227206" y="583068"/>
                    </a:cubicBezTo>
                    <a:cubicBezTo>
                      <a:pt x="230425" y="575559"/>
                      <a:pt x="264394" y="559229"/>
                      <a:pt x="270712" y="558157"/>
                    </a:cubicBezTo>
                    <a:cubicBezTo>
                      <a:pt x="277029" y="557084"/>
                      <a:pt x="273453" y="546237"/>
                      <a:pt x="280366" y="545284"/>
                    </a:cubicBezTo>
                    <a:cubicBezTo>
                      <a:pt x="290401" y="541982"/>
                      <a:pt x="299510" y="536344"/>
                      <a:pt x="306946" y="528835"/>
                    </a:cubicBezTo>
                    <a:cubicBezTo>
                      <a:pt x="315886" y="521445"/>
                      <a:pt x="318031" y="524664"/>
                      <a:pt x="324944" y="521922"/>
                    </a:cubicBezTo>
                    <a:cubicBezTo>
                      <a:pt x="331857" y="519181"/>
                      <a:pt x="326613" y="505474"/>
                      <a:pt x="333526" y="504401"/>
                    </a:cubicBezTo>
                    <a:cubicBezTo>
                      <a:pt x="339781" y="503674"/>
                      <a:pt x="344715" y="498739"/>
                      <a:pt x="345445" y="492482"/>
                    </a:cubicBezTo>
                    <a:cubicBezTo>
                      <a:pt x="345445" y="486641"/>
                      <a:pt x="327924" y="486641"/>
                      <a:pt x="326374" y="482827"/>
                    </a:cubicBezTo>
                    <a:cubicBezTo>
                      <a:pt x="324825" y="479013"/>
                      <a:pt x="340082" y="465306"/>
                      <a:pt x="346041" y="465902"/>
                    </a:cubicBezTo>
                    <a:cubicBezTo>
                      <a:pt x="354122" y="465568"/>
                      <a:pt x="360803" y="459489"/>
                      <a:pt x="361894" y="451479"/>
                    </a:cubicBezTo>
                    <a:cubicBezTo>
                      <a:pt x="361894" y="443017"/>
                      <a:pt x="370952" y="441467"/>
                      <a:pt x="377866" y="433958"/>
                    </a:cubicBezTo>
                    <a:cubicBezTo>
                      <a:pt x="384779" y="426449"/>
                      <a:pt x="383229" y="420132"/>
                      <a:pt x="389785" y="419655"/>
                    </a:cubicBezTo>
                    <a:cubicBezTo>
                      <a:pt x="396340" y="419178"/>
                      <a:pt x="403015" y="409524"/>
                      <a:pt x="410405" y="405233"/>
                    </a:cubicBezTo>
                    <a:cubicBezTo>
                      <a:pt x="417795" y="400942"/>
                      <a:pt x="410405" y="410596"/>
                      <a:pt x="424827" y="411192"/>
                    </a:cubicBezTo>
                    <a:cubicBezTo>
                      <a:pt x="439250" y="411788"/>
                      <a:pt x="436031" y="424900"/>
                      <a:pt x="424827" y="420132"/>
                    </a:cubicBezTo>
                    <a:cubicBezTo>
                      <a:pt x="416597" y="414744"/>
                      <a:pt x="405574" y="416854"/>
                      <a:pt x="399916" y="424900"/>
                    </a:cubicBezTo>
                    <a:cubicBezTo>
                      <a:pt x="390381" y="433958"/>
                      <a:pt x="397771" y="436819"/>
                      <a:pt x="390381" y="446712"/>
                    </a:cubicBezTo>
                    <a:cubicBezTo>
                      <a:pt x="382991" y="456605"/>
                      <a:pt x="382395" y="463160"/>
                      <a:pt x="391930" y="464233"/>
                    </a:cubicBezTo>
                    <a:cubicBezTo>
                      <a:pt x="401466" y="465306"/>
                      <a:pt x="391930" y="472219"/>
                      <a:pt x="383468" y="474960"/>
                    </a:cubicBezTo>
                    <a:cubicBezTo>
                      <a:pt x="375005" y="477702"/>
                      <a:pt x="380726" y="482827"/>
                      <a:pt x="393003" y="482827"/>
                    </a:cubicBezTo>
                    <a:cubicBezTo>
                      <a:pt x="405280" y="482827"/>
                      <a:pt x="423278" y="465306"/>
                      <a:pt x="440680" y="456843"/>
                    </a:cubicBezTo>
                    <a:cubicBezTo>
                      <a:pt x="458082" y="448380"/>
                      <a:pt x="470359" y="456843"/>
                      <a:pt x="475127" y="455174"/>
                    </a:cubicBezTo>
                    <a:cubicBezTo>
                      <a:pt x="479894" y="453506"/>
                      <a:pt x="469882" y="445639"/>
                      <a:pt x="475127" y="443255"/>
                    </a:cubicBezTo>
                    <a:cubicBezTo>
                      <a:pt x="480371" y="440871"/>
                      <a:pt x="468213" y="438964"/>
                      <a:pt x="464519" y="428952"/>
                    </a:cubicBezTo>
                    <a:cubicBezTo>
                      <a:pt x="460823" y="418940"/>
                      <a:pt x="470359" y="425138"/>
                      <a:pt x="472504" y="417033"/>
                    </a:cubicBezTo>
                    <a:cubicBezTo>
                      <a:pt x="474650" y="408928"/>
                      <a:pt x="480490" y="412146"/>
                      <a:pt x="485735" y="415960"/>
                    </a:cubicBezTo>
                    <a:cubicBezTo>
                      <a:pt x="490979" y="419774"/>
                      <a:pt x="498488" y="412146"/>
                      <a:pt x="503256" y="422277"/>
                    </a:cubicBezTo>
                    <a:cubicBezTo>
                      <a:pt x="508024" y="432409"/>
                      <a:pt x="513387" y="419655"/>
                      <a:pt x="521850" y="426568"/>
                    </a:cubicBezTo>
                    <a:cubicBezTo>
                      <a:pt x="530313" y="433481"/>
                      <a:pt x="520301" y="432409"/>
                      <a:pt x="511242" y="434554"/>
                    </a:cubicBezTo>
                    <a:cubicBezTo>
                      <a:pt x="502183" y="436700"/>
                      <a:pt x="506951" y="448857"/>
                      <a:pt x="513864" y="443017"/>
                    </a:cubicBezTo>
                    <a:cubicBezTo>
                      <a:pt x="520777" y="437176"/>
                      <a:pt x="526618" y="433481"/>
                      <a:pt x="533054" y="439322"/>
                    </a:cubicBezTo>
                    <a:cubicBezTo>
                      <a:pt x="539491" y="445162"/>
                      <a:pt x="542113" y="442540"/>
                      <a:pt x="547357" y="437176"/>
                    </a:cubicBezTo>
                    <a:cubicBezTo>
                      <a:pt x="552602" y="431813"/>
                      <a:pt x="552721" y="437176"/>
                      <a:pt x="552721" y="441944"/>
                    </a:cubicBezTo>
                    <a:cubicBezTo>
                      <a:pt x="552721" y="446712"/>
                      <a:pt x="563806" y="447784"/>
                      <a:pt x="579778" y="450407"/>
                    </a:cubicBezTo>
                    <a:cubicBezTo>
                      <a:pt x="597147" y="451658"/>
                      <a:pt x="614600" y="451134"/>
                      <a:pt x="631865" y="448857"/>
                    </a:cubicBezTo>
                    <a:cubicBezTo>
                      <a:pt x="639374" y="448857"/>
                      <a:pt x="636632" y="460061"/>
                      <a:pt x="653200" y="463160"/>
                    </a:cubicBezTo>
                    <a:cubicBezTo>
                      <a:pt x="669768" y="466259"/>
                      <a:pt x="673820" y="446712"/>
                      <a:pt x="682402" y="453625"/>
                    </a:cubicBezTo>
                    <a:cubicBezTo>
                      <a:pt x="690984" y="460538"/>
                      <a:pt x="682402" y="463160"/>
                      <a:pt x="677635" y="468524"/>
                    </a:cubicBezTo>
                    <a:cubicBezTo>
                      <a:pt x="672867" y="473888"/>
                      <a:pt x="682879" y="474364"/>
                      <a:pt x="689554" y="476987"/>
                    </a:cubicBezTo>
                    <a:cubicBezTo>
                      <a:pt x="699635" y="479990"/>
                      <a:pt x="709143" y="484674"/>
                      <a:pt x="717683" y="490813"/>
                    </a:cubicBezTo>
                    <a:cubicBezTo>
                      <a:pt x="725269" y="500408"/>
                      <a:pt x="734872" y="508227"/>
                      <a:pt x="745813" y="513698"/>
                    </a:cubicBezTo>
                    <a:cubicBezTo>
                      <a:pt x="762857" y="522160"/>
                      <a:pt x="745813" y="492482"/>
                      <a:pt x="759639" y="501779"/>
                    </a:cubicBezTo>
                    <a:cubicBezTo>
                      <a:pt x="773465" y="511076"/>
                      <a:pt x="768221" y="501779"/>
                      <a:pt x="778829" y="511910"/>
                    </a:cubicBezTo>
                    <a:cubicBezTo>
                      <a:pt x="789437" y="522041"/>
                      <a:pt x="785742" y="507619"/>
                      <a:pt x="780974" y="491647"/>
                    </a:cubicBezTo>
                    <a:cubicBezTo>
                      <a:pt x="776207" y="475675"/>
                      <a:pt x="785742" y="486403"/>
                      <a:pt x="790510" y="493793"/>
                    </a:cubicBezTo>
                    <a:cubicBezTo>
                      <a:pt x="795050" y="503650"/>
                      <a:pt x="795605" y="514878"/>
                      <a:pt x="792059" y="525140"/>
                    </a:cubicBezTo>
                    <a:cubicBezTo>
                      <a:pt x="788841" y="534676"/>
                      <a:pt x="772988" y="526690"/>
                      <a:pt x="774538" y="521445"/>
                    </a:cubicBezTo>
                    <a:cubicBezTo>
                      <a:pt x="776087" y="516201"/>
                      <a:pt x="758566" y="518227"/>
                      <a:pt x="758089" y="525736"/>
                    </a:cubicBezTo>
                    <a:cubicBezTo>
                      <a:pt x="759979" y="536595"/>
                      <a:pt x="767453" y="545653"/>
                      <a:pt x="777756" y="549575"/>
                    </a:cubicBezTo>
                    <a:cubicBezTo>
                      <a:pt x="786219" y="551124"/>
                      <a:pt x="779902" y="564474"/>
                      <a:pt x="785146" y="566023"/>
                    </a:cubicBezTo>
                    <a:cubicBezTo>
                      <a:pt x="792417" y="568169"/>
                      <a:pt x="792059" y="581995"/>
                      <a:pt x="796350" y="579850"/>
                    </a:cubicBezTo>
                    <a:cubicBezTo>
                      <a:pt x="800641" y="577704"/>
                      <a:pt x="798972" y="561256"/>
                      <a:pt x="794205" y="553866"/>
                    </a:cubicBezTo>
                    <a:cubicBezTo>
                      <a:pt x="789437" y="546476"/>
                      <a:pt x="791582" y="535748"/>
                      <a:pt x="797900" y="537894"/>
                    </a:cubicBezTo>
                    <a:cubicBezTo>
                      <a:pt x="804217" y="540039"/>
                      <a:pt x="797900" y="551124"/>
                      <a:pt x="801118" y="554819"/>
                    </a:cubicBezTo>
                    <a:cubicBezTo>
                      <a:pt x="804336" y="558514"/>
                      <a:pt x="808031" y="551124"/>
                      <a:pt x="815421" y="546953"/>
                    </a:cubicBezTo>
                    <a:cubicBezTo>
                      <a:pt x="822811" y="542781"/>
                      <a:pt x="812322" y="530385"/>
                      <a:pt x="815421" y="524068"/>
                    </a:cubicBezTo>
                    <a:cubicBezTo>
                      <a:pt x="818520" y="517750"/>
                      <a:pt x="826625" y="529312"/>
                      <a:pt x="829724" y="540516"/>
                    </a:cubicBezTo>
                    <a:cubicBezTo>
                      <a:pt x="832823" y="551720"/>
                      <a:pt x="821738" y="551124"/>
                      <a:pt x="821738" y="556965"/>
                    </a:cubicBezTo>
                    <a:cubicBezTo>
                      <a:pt x="821738" y="562805"/>
                      <a:pt x="811726" y="560183"/>
                      <a:pt x="808508" y="563401"/>
                    </a:cubicBezTo>
                    <a:cubicBezTo>
                      <a:pt x="805290" y="566619"/>
                      <a:pt x="806958" y="587240"/>
                      <a:pt x="811130" y="588312"/>
                    </a:cubicBezTo>
                    <a:cubicBezTo>
                      <a:pt x="815302" y="589385"/>
                      <a:pt x="818043" y="570791"/>
                      <a:pt x="820785" y="579850"/>
                    </a:cubicBezTo>
                    <a:cubicBezTo>
                      <a:pt x="823526" y="588908"/>
                      <a:pt x="833538" y="567930"/>
                      <a:pt x="836160" y="576631"/>
                    </a:cubicBezTo>
                    <a:cubicBezTo>
                      <a:pt x="838783" y="585332"/>
                      <a:pt x="851536" y="594749"/>
                      <a:pt x="856304" y="592603"/>
                    </a:cubicBezTo>
                    <a:cubicBezTo>
                      <a:pt x="861072" y="590458"/>
                      <a:pt x="854158" y="581399"/>
                      <a:pt x="846769" y="580684"/>
                    </a:cubicBezTo>
                    <a:cubicBezTo>
                      <a:pt x="839379" y="579969"/>
                      <a:pt x="840451" y="567930"/>
                      <a:pt x="846769" y="567334"/>
                    </a:cubicBezTo>
                    <a:cubicBezTo>
                      <a:pt x="853086" y="566738"/>
                      <a:pt x="865959" y="584975"/>
                      <a:pt x="865482" y="591173"/>
                    </a:cubicBezTo>
                    <a:cubicBezTo>
                      <a:pt x="865005" y="597371"/>
                      <a:pt x="859045" y="597013"/>
                      <a:pt x="853563" y="603092"/>
                    </a:cubicBezTo>
                    <a:cubicBezTo>
                      <a:pt x="848080" y="609171"/>
                      <a:pt x="839736" y="592365"/>
                      <a:pt x="832823" y="592961"/>
                    </a:cubicBezTo>
                    <a:cubicBezTo>
                      <a:pt x="825910" y="593557"/>
                      <a:pt x="832823" y="604046"/>
                      <a:pt x="836041" y="611555"/>
                    </a:cubicBezTo>
                    <a:cubicBezTo>
                      <a:pt x="839259" y="619064"/>
                      <a:pt x="827579" y="629076"/>
                      <a:pt x="836041" y="635393"/>
                    </a:cubicBezTo>
                    <a:cubicBezTo>
                      <a:pt x="844504" y="641710"/>
                      <a:pt x="842478" y="631698"/>
                      <a:pt x="844027" y="627407"/>
                    </a:cubicBezTo>
                    <a:cubicBezTo>
                      <a:pt x="845577" y="623116"/>
                      <a:pt x="852609" y="628480"/>
                      <a:pt x="857377" y="632175"/>
                    </a:cubicBezTo>
                    <a:cubicBezTo>
                      <a:pt x="862144" y="635870"/>
                      <a:pt x="862621" y="623712"/>
                      <a:pt x="862621" y="618945"/>
                    </a:cubicBezTo>
                    <a:cubicBezTo>
                      <a:pt x="862621" y="614177"/>
                      <a:pt x="870607" y="616799"/>
                      <a:pt x="874540" y="623236"/>
                    </a:cubicBezTo>
                    <a:cubicBezTo>
                      <a:pt x="878474" y="629672"/>
                      <a:pt x="879308" y="616323"/>
                      <a:pt x="885625" y="617395"/>
                    </a:cubicBezTo>
                    <a:cubicBezTo>
                      <a:pt x="891943" y="618468"/>
                      <a:pt x="887771" y="628480"/>
                      <a:pt x="887771" y="634321"/>
                    </a:cubicBezTo>
                    <a:cubicBezTo>
                      <a:pt x="887771" y="640161"/>
                      <a:pt x="898975" y="629553"/>
                      <a:pt x="897902" y="635989"/>
                    </a:cubicBezTo>
                    <a:cubicBezTo>
                      <a:pt x="897783" y="636859"/>
                      <a:pt x="897783" y="637741"/>
                      <a:pt x="897902" y="638611"/>
                    </a:cubicBezTo>
                    <a:cubicBezTo>
                      <a:pt x="903743" y="634440"/>
                      <a:pt x="909821" y="630030"/>
                      <a:pt x="914231" y="626692"/>
                    </a:cubicBezTo>
                    <a:cubicBezTo>
                      <a:pt x="927939" y="619421"/>
                      <a:pt x="908033" y="614415"/>
                      <a:pt x="911609" y="605238"/>
                    </a:cubicBezTo>
                    <a:close/>
                    <a:moveTo>
                      <a:pt x="14925" y="680686"/>
                    </a:moveTo>
                    <a:cubicBezTo>
                      <a:pt x="27678" y="675442"/>
                      <a:pt x="32923" y="668767"/>
                      <a:pt x="27678" y="662688"/>
                    </a:cubicBezTo>
                    <a:cubicBezTo>
                      <a:pt x="22434" y="656609"/>
                      <a:pt x="5151" y="684739"/>
                      <a:pt x="14925" y="680686"/>
                    </a:cubicBezTo>
                    <a:close/>
                    <a:moveTo>
                      <a:pt x="105273" y="633009"/>
                    </a:moveTo>
                    <a:cubicBezTo>
                      <a:pt x="93353" y="628718"/>
                      <a:pt x="62840" y="647432"/>
                      <a:pt x="73329" y="648981"/>
                    </a:cubicBezTo>
                    <a:cubicBezTo>
                      <a:pt x="80838" y="650054"/>
                      <a:pt x="84056" y="642545"/>
                      <a:pt x="92519" y="642545"/>
                    </a:cubicBezTo>
                    <a:cubicBezTo>
                      <a:pt x="100982" y="642545"/>
                      <a:pt x="116953" y="637062"/>
                      <a:pt x="105273" y="632890"/>
                    </a:cubicBezTo>
                    <a:close/>
                    <a:moveTo>
                      <a:pt x="374647" y="508215"/>
                    </a:moveTo>
                    <a:cubicBezTo>
                      <a:pt x="374647" y="502374"/>
                      <a:pt x="366781" y="502851"/>
                      <a:pt x="356053" y="515128"/>
                    </a:cubicBezTo>
                    <a:cubicBezTo>
                      <a:pt x="345326" y="527405"/>
                      <a:pt x="336387" y="533722"/>
                      <a:pt x="334837" y="539563"/>
                    </a:cubicBezTo>
                    <a:cubicBezTo>
                      <a:pt x="333288" y="545403"/>
                      <a:pt x="321011" y="538490"/>
                      <a:pt x="317316" y="545880"/>
                    </a:cubicBezTo>
                    <a:cubicBezTo>
                      <a:pt x="313621" y="553270"/>
                      <a:pt x="319938" y="569718"/>
                      <a:pt x="327447" y="564593"/>
                    </a:cubicBezTo>
                    <a:cubicBezTo>
                      <a:pt x="334956" y="559468"/>
                      <a:pt x="335314" y="564593"/>
                      <a:pt x="340201" y="564593"/>
                    </a:cubicBezTo>
                    <a:cubicBezTo>
                      <a:pt x="352288" y="559730"/>
                      <a:pt x="363037" y="552054"/>
                      <a:pt x="371548" y="542185"/>
                    </a:cubicBezTo>
                    <a:cubicBezTo>
                      <a:pt x="376316" y="534795"/>
                      <a:pt x="362967" y="532649"/>
                      <a:pt x="362490" y="527882"/>
                    </a:cubicBezTo>
                    <a:cubicBezTo>
                      <a:pt x="362013" y="523114"/>
                      <a:pt x="373575" y="523114"/>
                      <a:pt x="379534" y="519896"/>
                    </a:cubicBezTo>
                    <a:cubicBezTo>
                      <a:pt x="385494" y="516678"/>
                      <a:pt x="374171" y="513817"/>
                      <a:pt x="374647" y="508215"/>
                    </a:cubicBezTo>
                    <a:close/>
                    <a:moveTo>
                      <a:pt x="36141" y="445520"/>
                    </a:moveTo>
                    <a:cubicBezTo>
                      <a:pt x="35068" y="437057"/>
                      <a:pt x="12302" y="445520"/>
                      <a:pt x="14925" y="452910"/>
                    </a:cubicBezTo>
                    <a:cubicBezTo>
                      <a:pt x="17547" y="460300"/>
                      <a:pt x="38763" y="466140"/>
                      <a:pt x="48418" y="463041"/>
                    </a:cubicBezTo>
                    <a:cubicBezTo>
                      <a:pt x="53605" y="462135"/>
                      <a:pt x="57074" y="457189"/>
                      <a:pt x="56164" y="452004"/>
                    </a:cubicBezTo>
                    <a:cubicBezTo>
                      <a:pt x="55799" y="449918"/>
                      <a:pt x="54752" y="448011"/>
                      <a:pt x="53185" y="446593"/>
                    </a:cubicBezTo>
                    <a:cubicBezTo>
                      <a:pt x="47345" y="440990"/>
                      <a:pt x="37214" y="453744"/>
                      <a:pt x="36141" y="445281"/>
                    </a:cubicBezTo>
                    <a:close/>
                    <a:moveTo>
                      <a:pt x="295146" y="1618969"/>
                    </a:moveTo>
                    <a:cubicBezTo>
                      <a:pt x="281797" y="1620518"/>
                      <a:pt x="289186" y="1653773"/>
                      <a:pt x="296338" y="1648290"/>
                    </a:cubicBezTo>
                    <a:cubicBezTo>
                      <a:pt x="301344" y="1644357"/>
                      <a:pt x="310760" y="1643522"/>
                      <a:pt x="313502" y="1638516"/>
                    </a:cubicBezTo>
                    <a:cubicBezTo>
                      <a:pt x="316720" y="1631484"/>
                      <a:pt x="308376" y="1616704"/>
                      <a:pt x="295146" y="1618730"/>
                    </a:cubicBezTo>
                    <a:close/>
                    <a:moveTo>
                      <a:pt x="277506" y="1598587"/>
                    </a:moveTo>
                    <a:cubicBezTo>
                      <a:pt x="269758" y="1599779"/>
                      <a:pt x="274764" y="1614082"/>
                      <a:pt x="279889" y="1610506"/>
                    </a:cubicBezTo>
                    <a:cubicBezTo>
                      <a:pt x="288471" y="1603831"/>
                      <a:pt x="285372" y="1597156"/>
                      <a:pt x="277506" y="1598348"/>
                    </a:cubicBezTo>
                    <a:close/>
                    <a:moveTo>
                      <a:pt x="194071" y="1571649"/>
                    </a:moveTo>
                    <a:cubicBezTo>
                      <a:pt x="201103" y="1579039"/>
                      <a:pt x="205990" y="1577132"/>
                      <a:pt x="208136" y="1570457"/>
                    </a:cubicBezTo>
                    <a:cubicBezTo>
                      <a:pt x="210281" y="1563783"/>
                      <a:pt x="187158" y="1563425"/>
                      <a:pt x="194667" y="1571411"/>
                    </a:cubicBezTo>
                    <a:close/>
                    <a:moveTo>
                      <a:pt x="231617" y="1587621"/>
                    </a:moveTo>
                    <a:cubicBezTo>
                      <a:pt x="236742" y="1595488"/>
                      <a:pt x="242105" y="1597037"/>
                      <a:pt x="246396" y="1590005"/>
                    </a:cubicBezTo>
                    <a:cubicBezTo>
                      <a:pt x="250687" y="1582973"/>
                      <a:pt x="226253" y="1578324"/>
                      <a:pt x="232212" y="1587383"/>
                    </a:cubicBezTo>
                    <a:close/>
                    <a:moveTo>
                      <a:pt x="2412838" y="876162"/>
                    </a:moveTo>
                    <a:cubicBezTo>
                      <a:pt x="2412123" y="869010"/>
                      <a:pt x="2390906" y="874731"/>
                      <a:pt x="2381013" y="866984"/>
                    </a:cubicBezTo>
                    <a:cubicBezTo>
                      <a:pt x="2371120" y="859236"/>
                      <a:pt x="2354076" y="894637"/>
                      <a:pt x="2350500" y="909417"/>
                    </a:cubicBezTo>
                    <a:cubicBezTo>
                      <a:pt x="2346924" y="924196"/>
                      <a:pt x="2320702" y="940645"/>
                      <a:pt x="2320702" y="940645"/>
                    </a:cubicBezTo>
                    <a:lnTo>
                      <a:pt x="2238579" y="941360"/>
                    </a:lnTo>
                    <a:cubicBezTo>
                      <a:pt x="2226778" y="947701"/>
                      <a:pt x="2215980" y="955723"/>
                      <a:pt x="2206516" y="965198"/>
                    </a:cubicBezTo>
                    <a:lnTo>
                      <a:pt x="2207350" y="966510"/>
                    </a:lnTo>
                    <a:cubicBezTo>
                      <a:pt x="2215098" y="980336"/>
                      <a:pt x="2187206" y="988799"/>
                      <a:pt x="2160627" y="990348"/>
                    </a:cubicBezTo>
                    <a:cubicBezTo>
                      <a:pt x="2152402" y="990348"/>
                      <a:pt x="2146324" y="991540"/>
                      <a:pt x="2141556" y="992136"/>
                    </a:cubicBezTo>
                    <a:cubicBezTo>
                      <a:pt x="2142593" y="995199"/>
                      <a:pt x="2143034" y="998441"/>
                      <a:pt x="2142867" y="1001671"/>
                    </a:cubicBezTo>
                    <a:cubicBezTo>
                      <a:pt x="2142867" y="1003340"/>
                      <a:pt x="2139887" y="1005486"/>
                      <a:pt x="2135835" y="1007631"/>
                    </a:cubicBezTo>
                    <a:cubicBezTo>
                      <a:pt x="2131782" y="1015855"/>
                      <a:pt x="2099123" y="1031469"/>
                      <a:pt x="2080887" y="1041362"/>
                    </a:cubicBezTo>
                    <a:cubicBezTo>
                      <a:pt x="2060743" y="1051971"/>
                      <a:pt x="2033210" y="1046726"/>
                      <a:pt x="2033210" y="1030754"/>
                    </a:cubicBezTo>
                    <a:cubicBezTo>
                      <a:pt x="2033210" y="1014783"/>
                      <a:pt x="2048109" y="1018001"/>
                      <a:pt x="2051208" y="1025391"/>
                    </a:cubicBezTo>
                    <a:cubicBezTo>
                      <a:pt x="2052400" y="1028251"/>
                      <a:pt x="2056095" y="1026225"/>
                      <a:pt x="2060863" y="1022649"/>
                    </a:cubicBezTo>
                    <a:cubicBezTo>
                      <a:pt x="2056643" y="1017393"/>
                      <a:pt x="2055225" y="1010420"/>
                      <a:pt x="2057048" y="1003936"/>
                    </a:cubicBezTo>
                    <a:cubicBezTo>
                      <a:pt x="2050970" y="1001195"/>
                      <a:pt x="2060386" y="977475"/>
                      <a:pt x="2048109" y="973304"/>
                    </a:cubicBezTo>
                    <a:cubicBezTo>
                      <a:pt x="2035832" y="969132"/>
                      <a:pt x="2020456" y="991421"/>
                      <a:pt x="2022602" y="977595"/>
                    </a:cubicBezTo>
                    <a:cubicBezTo>
                      <a:pt x="2024747" y="963768"/>
                      <a:pt x="2043818" y="952087"/>
                      <a:pt x="2032137" y="933970"/>
                    </a:cubicBezTo>
                    <a:cubicBezTo>
                      <a:pt x="2020456" y="915853"/>
                      <a:pt x="1999121" y="915972"/>
                      <a:pt x="1994949" y="929798"/>
                    </a:cubicBezTo>
                    <a:cubicBezTo>
                      <a:pt x="1990777" y="943625"/>
                      <a:pt x="1975759" y="937188"/>
                      <a:pt x="1970515" y="947796"/>
                    </a:cubicBezTo>
                    <a:cubicBezTo>
                      <a:pt x="1963315" y="963780"/>
                      <a:pt x="1961075" y="981540"/>
                      <a:pt x="1964078" y="998811"/>
                    </a:cubicBezTo>
                    <a:cubicBezTo>
                      <a:pt x="1968369" y="1015855"/>
                      <a:pt x="1963005" y="1024318"/>
                      <a:pt x="1947153" y="1034568"/>
                    </a:cubicBezTo>
                    <a:cubicBezTo>
                      <a:pt x="1931300" y="1044819"/>
                      <a:pt x="1923314" y="1019908"/>
                      <a:pt x="1929036" y="988799"/>
                    </a:cubicBezTo>
                    <a:cubicBezTo>
                      <a:pt x="1933327" y="967582"/>
                      <a:pt x="1945008" y="947320"/>
                      <a:pt x="1934280" y="947320"/>
                    </a:cubicBezTo>
                    <a:cubicBezTo>
                      <a:pt x="1923553" y="947320"/>
                      <a:pt x="1948106" y="921812"/>
                      <a:pt x="1970038" y="916568"/>
                    </a:cubicBezTo>
                    <a:cubicBezTo>
                      <a:pt x="1991969" y="911324"/>
                      <a:pt x="2019979" y="913350"/>
                      <a:pt x="2019979" y="907033"/>
                    </a:cubicBezTo>
                    <a:cubicBezTo>
                      <a:pt x="2019979" y="905722"/>
                      <a:pt x="2020933" y="904768"/>
                      <a:pt x="2022721" y="904291"/>
                    </a:cubicBezTo>
                    <a:cubicBezTo>
                      <a:pt x="2018335" y="900858"/>
                      <a:pt x="2013758" y="897664"/>
                      <a:pt x="2009014" y="894756"/>
                    </a:cubicBezTo>
                    <a:cubicBezTo>
                      <a:pt x="2008477" y="896258"/>
                      <a:pt x="2007476" y="897557"/>
                      <a:pt x="2006153" y="898451"/>
                    </a:cubicBezTo>
                    <a:cubicBezTo>
                      <a:pt x="1997333" y="904649"/>
                      <a:pt x="1999717" y="888915"/>
                      <a:pt x="1983864" y="888915"/>
                    </a:cubicBezTo>
                    <a:cubicBezTo>
                      <a:pt x="1968012" y="888915"/>
                      <a:pt x="1951921" y="903814"/>
                      <a:pt x="1939167" y="897378"/>
                    </a:cubicBezTo>
                    <a:cubicBezTo>
                      <a:pt x="1926414" y="890942"/>
                      <a:pt x="1932850" y="882479"/>
                      <a:pt x="1921050" y="882479"/>
                    </a:cubicBezTo>
                    <a:cubicBezTo>
                      <a:pt x="1909250" y="882479"/>
                      <a:pt x="1929632" y="860190"/>
                      <a:pt x="1912587" y="869725"/>
                    </a:cubicBezTo>
                    <a:cubicBezTo>
                      <a:pt x="1895543" y="879261"/>
                      <a:pt x="1870036" y="902742"/>
                      <a:pt x="1858355" y="892134"/>
                    </a:cubicBezTo>
                    <a:cubicBezTo>
                      <a:pt x="1846674" y="881526"/>
                      <a:pt x="1836066" y="895352"/>
                      <a:pt x="1827603" y="886770"/>
                    </a:cubicBezTo>
                    <a:cubicBezTo>
                      <a:pt x="1819140" y="878188"/>
                      <a:pt x="1857282" y="854946"/>
                      <a:pt x="1875280" y="856018"/>
                    </a:cubicBezTo>
                    <a:cubicBezTo>
                      <a:pt x="1879690" y="855899"/>
                      <a:pt x="1883921" y="854207"/>
                      <a:pt x="1887199" y="851251"/>
                    </a:cubicBezTo>
                    <a:cubicBezTo>
                      <a:pt x="1877783" y="847675"/>
                      <a:pt x="1858116" y="840046"/>
                      <a:pt x="1852991" y="846364"/>
                    </a:cubicBezTo>
                    <a:cubicBezTo>
                      <a:pt x="1847866" y="852681"/>
                      <a:pt x="1837377" y="849224"/>
                      <a:pt x="1832371" y="842907"/>
                    </a:cubicBezTo>
                    <a:cubicBezTo>
                      <a:pt x="1827365" y="836590"/>
                      <a:pt x="1821047" y="844933"/>
                      <a:pt x="1812585" y="835040"/>
                    </a:cubicBezTo>
                    <a:cubicBezTo>
                      <a:pt x="1804122" y="825147"/>
                      <a:pt x="1795540" y="832180"/>
                      <a:pt x="1790653" y="834325"/>
                    </a:cubicBezTo>
                    <a:cubicBezTo>
                      <a:pt x="1785766" y="836471"/>
                      <a:pt x="1779330" y="830749"/>
                      <a:pt x="1770033" y="827293"/>
                    </a:cubicBezTo>
                    <a:cubicBezTo>
                      <a:pt x="1760736" y="823836"/>
                      <a:pt x="1767888" y="814539"/>
                      <a:pt x="1760140" y="808818"/>
                    </a:cubicBezTo>
                    <a:cubicBezTo>
                      <a:pt x="1752393" y="803097"/>
                      <a:pt x="1751916" y="819545"/>
                      <a:pt x="1751916" y="819545"/>
                    </a:cubicBezTo>
                    <a:lnTo>
                      <a:pt x="1091351" y="823121"/>
                    </a:lnTo>
                    <a:cubicBezTo>
                      <a:pt x="1092079" y="824206"/>
                      <a:pt x="1092877" y="825243"/>
                      <a:pt x="1093735" y="826220"/>
                    </a:cubicBezTo>
                    <a:cubicBezTo>
                      <a:pt x="1101721" y="834683"/>
                      <a:pt x="1095285" y="841119"/>
                      <a:pt x="1097907" y="851131"/>
                    </a:cubicBezTo>
                    <a:cubicBezTo>
                      <a:pt x="1100529" y="861144"/>
                      <a:pt x="1098503" y="875685"/>
                      <a:pt x="1090517" y="875685"/>
                    </a:cubicBezTo>
                    <a:cubicBezTo>
                      <a:pt x="1086965" y="875602"/>
                      <a:pt x="1084152" y="872658"/>
                      <a:pt x="1084236" y="869106"/>
                    </a:cubicBezTo>
                    <a:cubicBezTo>
                      <a:pt x="1084283" y="866912"/>
                      <a:pt x="1085440" y="864910"/>
                      <a:pt x="1087299" y="863766"/>
                    </a:cubicBezTo>
                    <a:cubicBezTo>
                      <a:pt x="1093139" y="860548"/>
                      <a:pt x="1090040" y="848867"/>
                      <a:pt x="1084200" y="848867"/>
                    </a:cubicBezTo>
                    <a:cubicBezTo>
                      <a:pt x="1080743" y="848867"/>
                      <a:pt x="1079313" y="844933"/>
                      <a:pt x="1079551" y="840166"/>
                    </a:cubicBezTo>
                    <a:cubicBezTo>
                      <a:pt x="1067024" y="842561"/>
                      <a:pt x="1054175" y="842561"/>
                      <a:pt x="1041648" y="840166"/>
                    </a:cubicBezTo>
                    <a:cubicBezTo>
                      <a:pt x="1041755" y="840797"/>
                      <a:pt x="1041755" y="841441"/>
                      <a:pt x="1041648" y="842073"/>
                    </a:cubicBezTo>
                    <a:cubicBezTo>
                      <a:pt x="1042876" y="853551"/>
                      <a:pt x="1046976" y="864541"/>
                      <a:pt x="1053567" y="874016"/>
                    </a:cubicBezTo>
                    <a:cubicBezTo>
                      <a:pt x="1062030" y="885101"/>
                      <a:pt x="1056190" y="892014"/>
                      <a:pt x="1064176" y="896305"/>
                    </a:cubicBezTo>
                    <a:cubicBezTo>
                      <a:pt x="1072161" y="900596"/>
                      <a:pt x="1071566" y="905364"/>
                      <a:pt x="1064176" y="904291"/>
                    </a:cubicBezTo>
                    <a:cubicBezTo>
                      <a:pt x="1056786" y="903218"/>
                      <a:pt x="1062030" y="910132"/>
                      <a:pt x="1059408" y="926103"/>
                    </a:cubicBezTo>
                    <a:cubicBezTo>
                      <a:pt x="1056786" y="942075"/>
                      <a:pt x="1057262" y="974972"/>
                      <a:pt x="1055713" y="985104"/>
                    </a:cubicBezTo>
                    <a:cubicBezTo>
                      <a:pt x="1054163" y="995235"/>
                      <a:pt x="1042363" y="1011684"/>
                      <a:pt x="1049277" y="1022292"/>
                    </a:cubicBezTo>
                    <a:cubicBezTo>
                      <a:pt x="1057167" y="1033543"/>
                      <a:pt x="1060063" y="1047572"/>
                      <a:pt x="1057262" y="1061029"/>
                    </a:cubicBezTo>
                    <a:cubicBezTo>
                      <a:pt x="1053246" y="1071327"/>
                      <a:pt x="1054211" y="1082889"/>
                      <a:pt x="1059885" y="1092377"/>
                    </a:cubicBezTo>
                    <a:cubicBezTo>
                      <a:pt x="1065725" y="1102508"/>
                      <a:pt x="1060957" y="1120029"/>
                      <a:pt x="1067394" y="1123724"/>
                    </a:cubicBezTo>
                    <a:cubicBezTo>
                      <a:pt x="1074891" y="1129183"/>
                      <a:pt x="1081041" y="1136275"/>
                      <a:pt x="1085392" y="1144464"/>
                    </a:cubicBezTo>
                    <a:cubicBezTo>
                      <a:pt x="1091232" y="1153999"/>
                      <a:pt x="1096596" y="1148159"/>
                      <a:pt x="1097311" y="1157813"/>
                    </a:cubicBezTo>
                    <a:cubicBezTo>
                      <a:pt x="1098026" y="1167468"/>
                      <a:pt x="1098384" y="1168898"/>
                      <a:pt x="1106846" y="1172593"/>
                    </a:cubicBezTo>
                    <a:cubicBezTo>
                      <a:pt x="1115309" y="1176288"/>
                      <a:pt x="1110065" y="1185943"/>
                      <a:pt x="1110065" y="1191187"/>
                    </a:cubicBezTo>
                    <a:cubicBezTo>
                      <a:pt x="1110065" y="1196432"/>
                      <a:pt x="1121269" y="1206086"/>
                      <a:pt x="1135095" y="1218363"/>
                    </a:cubicBezTo>
                    <a:cubicBezTo>
                      <a:pt x="1148921" y="1230640"/>
                      <a:pt x="1137121" y="1240652"/>
                      <a:pt x="1147014" y="1240652"/>
                    </a:cubicBezTo>
                    <a:cubicBezTo>
                      <a:pt x="1157849" y="1241820"/>
                      <a:pt x="1168159" y="1245944"/>
                      <a:pt x="1176812" y="1252571"/>
                    </a:cubicBezTo>
                    <a:cubicBezTo>
                      <a:pt x="1186825" y="1258888"/>
                      <a:pt x="1190043" y="1255194"/>
                      <a:pt x="1196956" y="1256743"/>
                    </a:cubicBezTo>
                    <a:cubicBezTo>
                      <a:pt x="1207457" y="1262488"/>
                      <a:pt x="1215419" y="1271976"/>
                      <a:pt x="1219245" y="1283323"/>
                    </a:cubicBezTo>
                    <a:cubicBezTo>
                      <a:pt x="1220639" y="1288520"/>
                      <a:pt x="1222475" y="1293585"/>
                      <a:pt x="1224728" y="1298460"/>
                    </a:cubicBezTo>
                    <a:lnTo>
                      <a:pt x="1279795" y="1291190"/>
                    </a:lnTo>
                    <a:cubicBezTo>
                      <a:pt x="1288019" y="1297137"/>
                      <a:pt x="1296994" y="1301941"/>
                      <a:pt x="1306494" y="1305493"/>
                    </a:cubicBezTo>
                    <a:cubicBezTo>
                      <a:pt x="1316148" y="1307757"/>
                      <a:pt x="1368355" y="1326947"/>
                      <a:pt x="1368355" y="1326947"/>
                    </a:cubicBezTo>
                    <a:lnTo>
                      <a:pt x="1436533" y="1326947"/>
                    </a:lnTo>
                    <a:lnTo>
                      <a:pt x="1444399" y="1316697"/>
                    </a:lnTo>
                    <a:lnTo>
                      <a:pt x="1484806" y="1316697"/>
                    </a:lnTo>
                    <a:cubicBezTo>
                      <a:pt x="1493411" y="1325338"/>
                      <a:pt x="1502482" y="1333491"/>
                      <a:pt x="1511981" y="1341131"/>
                    </a:cubicBezTo>
                    <a:cubicBezTo>
                      <a:pt x="1515438" y="1342204"/>
                      <a:pt x="1527357" y="1353051"/>
                      <a:pt x="1527357" y="1359844"/>
                    </a:cubicBezTo>
                    <a:cubicBezTo>
                      <a:pt x="1526952" y="1366174"/>
                      <a:pt x="1530254" y="1372181"/>
                      <a:pt x="1535820" y="1375220"/>
                    </a:cubicBezTo>
                    <a:cubicBezTo>
                      <a:pt x="1544616" y="1380882"/>
                      <a:pt x="1553961" y="1385638"/>
                      <a:pt x="1563711" y="1389404"/>
                    </a:cubicBezTo>
                    <a:cubicBezTo>
                      <a:pt x="1566572" y="1388212"/>
                      <a:pt x="1572174" y="1366638"/>
                      <a:pt x="1582424" y="1367234"/>
                    </a:cubicBezTo>
                    <a:cubicBezTo>
                      <a:pt x="1592675" y="1367830"/>
                      <a:pt x="1620447" y="1375697"/>
                      <a:pt x="1624976" y="1391669"/>
                    </a:cubicBezTo>
                    <a:cubicBezTo>
                      <a:pt x="1629374" y="1404363"/>
                      <a:pt x="1637265" y="1415555"/>
                      <a:pt x="1647742" y="1423970"/>
                    </a:cubicBezTo>
                    <a:cubicBezTo>
                      <a:pt x="1652271" y="1427426"/>
                      <a:pt x="1650006" y="1437081"/>
                      <a:pt x="1653344" y="1442206"/>
                    </a:cubicBezTo>
                    <a:cubicBezTo>
                      <a:pt x="1656681" y="1447332"/>
                      <a:pt x="1656204" y="1456986"/>
                      <a:pt x="1660138" y="1456986"/>
                    </a:cubicBezTo>
                    <a:cubicBezTo>
                      <a:pt x="1664071" y="1456986"/>
                      <a:pt x="1683976" y="1468906"/>
                      <a:pt x="1693750" y="1468906"/>
                    </a:cubicBezTo>
                    <a:cubicBezTo>
                      <a:pt x="1697326" y="1469180"/>
                      <a:pt x="1700758" y="1470455"/>
                      <a:pt x="1703643" y="1472600"/>
                    </a:cubicBezTo>
                    <a:cubicBezTo>
                      <a:pt x="1704716" y="1453649"/>
                      <a:pt x="1685287" y="1450431"/>
                      <a:pt x="1696730" y="1441730"/>
                    </a:cubicBezTo>
                    <a:cubicBezTo>
                      <a:pt x="1709960" y="1431598"/>
                      <a:pt x="1696730" y="1423016"/>
                      <a:pt x="1702570" y="1418845"/>
                    </a:cubicBezTo>
                    <a:cubicBezTo>
                      <a:pt x="1708410" y="1414673"/>
                      <a:pt x="1720091" y="1410263"/>
                      <a:pt x="1720091" y="1403946"/>
                    </a:cubicBezTo>
                    <a:cubicBezTo>
                      <a:pt x="1720091" y="1397628"/>
                      <a:pt x="1725932" y="1397509"/>
                      <a:pt x="1734514" y="1398582"/>
                    </a:cubicBezTo>
                    <a:cubicBezTo>
                      <a:pt x="1743096" y="1399655"/>
                      <a:pt x="1758948" y="1384756"/>
                      <a:pt x="1758352" y="1378915"/>
                    </a:cubicBezTo>
                    <a:cubicBezTo>
                      <a:pt x="1757756" y="1373075"/>
                      <a:pt x="1759902" y="1372002"/>
                      <a:pt x="1770271" y="1374147"/>
                    </a:cubicBezTo>
                    <a:cubicBezTo>
                      <a:pt x="1780641" y="1376293"/>
                      <a:pt x="1778734" y="1362228"/>
                      <a:pt x="1785170" y="1364612"/>
                    </a:cubicBezTo>
                    <a:cubicBezTo>
                      <a:pt x="1791607" y="1366996"/>
                      <a:pt x="1797090" y="1370453"/>
                      <a:pt x="1797090" y="1365685"/>
                    </a:cubicBezTo>
                    <a:cubicBezTo>
                      <a:pt x="1797090" y="1360917"/>
                      <a:pt x="1804003" y="1361990"/>
                      <a:pt x="1809009" y="1368307"/>
                    </a:cubicBezTo>
                    <a:cubicBezTo>
                      <a:pt x="1814015" y="1374624"/>
                      <a:pt x="1827603" y="1376293"/>
                      <a:pt x="1828676" y="1368903"/>
                    </a:cubicBezTo>
                    <a:cubicBezTo>
                      <a:pt x="1829748" y="1361513"/>
                      <a:pt x="1837734" y="1368903"/>
                      <a:pt x="1844648" y="1376293"/>
                    </a:cubicBezTo>
                    <a:cubicBezTo>
                      <a:pt x="1851561" y="1383683"/>
                      <a:pt x="1854779" y="1381657"/>
                      <a:pt x="1864910" y="1382133"/>
                    </a:cubicBezTo>
                    <a:cubicBezTo>
                      <a:pt x="1875042" y="1382610"/>
                      <a:pt x="1874922" y="1379988"/>
                      <a:pt x="1875518" y="1373671"/>
                    </a:cubicBezTo>
                    <a:cubicBezTo>
                      <a:pt x="1876114" y="1367354"/>
                      <a:pt x="1886603" y="1387497"/>
                      <a:pt x="1896735" y="1388570"/>
                    </a:cubicBezTo>
                    <a:cubicBezTo>
                      <a:pt x="1906866" y="1389642"/>
                      <a:pt x="1898880" y="1382133"/>
                      <a:pt x="1891371" y="1376651"/>
                    </a:cubicBezTo>
                    <a:cubicBezTo>
                      <a:pt x="1883862" y="1371168"/>
                      <a:pt x="1893040" y="1368188"/>
                      <a:pt x="1886603" y="1363420"/>
                    </a:cubicBezTo>
                    <a:cubicBezTo>
                      <a:pt x="1880167" y="1358653"/>
                      <a:pt x="1894589" y="1352216"/>
                      <a:pt x="1907343" y="1352812"/>
                    </a:cubicBezTo>
                    <a:cubicBezTo>
                      <a:pt x="1920096" y="1353408"/>
                      <a:pt x="1919262" y="1356507"/>
                      <a:pt x="1924387" y="1348998"/>
                    </a:cubicBezTo>
                    <a:cubicBezTo>
                      <a:pt x="1929512" y="1341489"/>
                      <a:pt x="1933923" y="1348998"/>
                      <a:pt x="1933923" y="1355434"/>
                    </a:cubicBezTo>
                    <a:cubicBezTo>
                      <a:pt x="1933923" y="1361871"/>
                      <a:pt x="1954662" y="1351739"/>
                      <a:pt x="1965866" y="1351739"/>
                    </a:cubicBezTo>
                    <a:cubicBezTo>
                      <a:pt x="1975819" y="1352013"/>
                      <a:pt x="1984627" y="1358271"/>
                      <a:pt x="1988155" y="1367592"/>
                    </a:cubicBezTo>
                    <a:cubicBezTo>
                      <a:pt x="1989228" y="1374028"/>
                      <a:pt x="1996618" y="1377247"/>
                      <a:pt x="2004604" y="1370333"/>
                    </a:cubicBezTo>
                    <a:cubicBezTo>
                      <a:pt x="2012590" y="1363420"/>
                      <a:pt x="2019503" y="1355434"/>
                      <a:pt x="2026893" y="1362824"/>
                    </a:cubicBezTo>
                    <a:cubicBezTo>
                      <a:pt x="2034283" y="1370214"/>
                      <a:pt x="2041792" y="1380345"/>
                      <a:pt x="2050731" y="1389404"/>
                    </a:cubicBezTo>
                    <a:cubicBezTo>
                      <a:pt x="2059671" y="1398463"/>
                      <a:pt x="2046440" y="1409667"/>
                      <a:pt x="2050731" y="1416461"/>
                    </a:cubicBezTo>
                    <a:cubicBezTo>
                      <a:pt x="2055022" y="1423255"/>
                      <a:pt x="2050731" y="1433028"/>
                      <a:pt x="2060743" y="1440299"/>
                    </a:cubicBezTo>
                    <a:cubicBezTo>
                      <a:pt x="2070756" y="1447570"/>
                      <a:pt x="2061816" y="1463184"/>
                      <a:pt x="2070279" y="1465330"/>
                    </a:cubicBezTo>
                    <a:cubicBezTo>
                      <a:pt x="2078741" y="1467475"/>
                      <a:pt x="2085774" y="1480705"/>
                      <a:pt x="2086846" y="1486069"/>
                    </a:cubicBezTo>
                    <a:cubicBezTo>
                      <a:pt x="2087919" y="1491433"/>
                      <a:pt x="2103772" y="1497988"/>
                      <a:pt x="2104845" y="1489168"/>
                    </a:cubicBezTo>
                    <a:cubicBezTo>
                      <a:pt x="2105917" y="1480348"/>
                      <a:pt x="2114499" y="1469501"/>
                      <a:pt x="2115453" y="1461039"/>
                    </a:cubicBezTo>
                    <a:cubicBezTo>
                      <a:pt x="2114666" y="1444125"/>
                      <a:pt x="2110149" y="1427605"/>
                      <a:pt x="2102222" y="1412647"/>
                    </a:cubicBezTo>
                    <a:cubicBezTo>
                      <a:pt x="2095309" y="1403111"/>
                      <a:pt x="2103772" y="1400727"/>
                      <a:pt x="2095309" y="1389881"/>
                    </a:cubicBezTo>
                    <a:cubicBezTo>
                      <a:pt x="2086179" y="1375995"/>
                      <a:pt x="2081566" y="1359642"/>
                      <a:pt x="2082079" y="1343038"/>
                    </a:cubicBezTo>
                    <a:cubicBezTo>
                      <a:pt x="2082079" y="1327066"/>
                      <a:pt x="2101150" y="1301083"/>
                      <a:pt x="2110208" y="1293097"/>
                    </a:cubicBezTo>
                    <a:cubicBezTo>
                      <a:pt x="2119267" y="1285111"/>
                      <a:pt x="2129279" y="1289402"/>
                      <a:pt x="2131424" y="1281178"/>
                    </a:cubicBezTo>
                    <a:cubicBezTo>
                      <a:pt x="2133570" y="1272953"/>
                      <a:pt x="2144774" y="1261988"/>
                      <a:pt x="2151091" y="1261988"/>
                    </a:cubicBezTo>
                    <a:cubicBezTo>
                      <a:pt x="2157408" y="1261988"/>
                      <a:pt x="2164441" y="1263537"/>
                      <a:pt x="2165514" y="1256743"/>
                    </a:cubicBezTo>
                    <a:cubicBezTo>
                      <a:pt x="2166586" y="1249949"/>
                      <a:pt x="2177433" y="1241248"/>
                      <a:pt x="2191021" y="1239103"/>
                    </a:cubicBezTo>
                    <a:cubicBezTo>
                      <a:pt x="2204609" y="1236957"/>
                      <a:pt x="2196861" y="1229567"/>
                      <a:pt x="2193047" y="1223250"/>
                    </a:cubicBezTo>
                    <a:cubicBezTo>
                      <a:pt x="2189233" y="1216933"/>
                      <a:pt x="2196265" y="1210496"/>
                      <a:pt x="2198887" y="1214668"/>
                    </a:cubicBezTo>
                    <a:cubicBezTo>
                      <a:pt x="2203393" y="1219066"/>
                      <a:pt x="2210425" y="1219519"/>
                      <a:pt x="2215455" y="1215741"/>
                    </a:cubicBezTo>
                    <a:cubicBezTo>
                      <a:pt x="2220700" y="1212046"/>
                      <a:pt x="2232976" y="1201915"/>
                      <a:pt x="2221295" y="1201438"/>
                    </a:cubicBezTo>
                    <a:cubicBezTo>
                      <a:pt x="2209615" y="1200961"/>
                      <a:pt x="2206873" y="1196074"/>
                      <a:pt x="2213786" y="1193452"/>
                    </a:cubicBezTo>
                    <a:cubicBezTo>
                      <a:pt x="2220700" y="1190830"/>
                      <a:pt x="2214859" y="1178076"/>
                      <a:pt x="2205324" y="1177003"/>
                    </a:cubicBezTo>
                    <a:cubicBezTo>
                      <a:pt x="2195788" y="1175931"/>
                      <a:pt x="2198887" y="1171163"/>
                      <a:pt x="2205324" y="1165084"/>
                    </a:cubicBezTo>
                    <a:cubicBezTo>
                      <a:pt x="2211760" y="1159005"/>
                      <a:pt x="2196742" y="1149589"/>
                      <a:pt x="2189829" y="1144821"/>
                    </a:cubicBezTo>
                    <a:cubicBezTo>
                      <a:pt x="2182916" y="1140054"/>
                      <a:pt x="2194120" y="1137431"/>
                      <a:pt x="2199364" y="1136359"/>
                    </a:cubicBezTo>
                    <a:cubicBezTo>
                      <a:pt x="2204609" y="1135286"/>
                      <a:pt x="2200437" y="1110852"/>
                      <a:pt x="2203178" y="1105011"/>
                    </a:cubicBezTo>
                    <a:cubicBezTo>
                      <a:pt x="2205920" y="1099171"/>
                      <a:pt x="2215098" y="1099171"/>
                      <a:pt x="2211164" y="1105011"/>
                    </a:cubicBezTo>
                    <a:cubicBezTo>
                      <a:pt x="2207231" y="1110852"/>
                      <a:pt x="2202106" y="1120387"/>
                      <a:pt x="2209019" y="1128850"/>
                    </a:cubicBezTo>
                    <a:cubicBezTo>
                      <a:pt x="2216051" y="1136633"/>
                      <a:pt x="2218459" y="1147551"/>
                      <a:pt x="2215336" y="1157575"/>
                    </a:cubicBezTo>
                    <a:cubicBezTo>
                      <a:pt x="2212714" y="1169494"/>
                      <a:pt x="2218077" y="1166634"/>
                      <a:pt x="2225944" y="1150662"/>
                    </a:cubicBezTo>
                    <a:cubicBezTo>
                      <a:pt x="2233811" y="1134690"/>
                      <a:pt x="2235003" y="1120864"/>
                      <a:pt x="2229758" y="1119314"/>
                    </a:cubicBezTo>
                    <a:cubicBezTo>
                      <a:pt x="2224514" y="1117765"/>
                      <a:pt x="2224871" y="1101793"/>
                      <a:pt x="2230831" y="1109183"/>
                    </a:cubicBezTo>
                    <a:cubicBezTo>
                      <a:pt x="2236791" y="1116573"/>
                      <a:pt x="2238698" y="1117646"/>
                      <a:pt x="2247756" y="1108110"/>
                    </a:cubicBezTo>
                    <a:cubicBezTo>
                      <a:pt x="2256815" y="1098575"/>
                      <a:pt x="2266350" y="1082126"/>
                      <a:pt x="2260510" y="1078312"/>
                    </a:cubicBezTo>
                    <a:cubicBezTo>
                      <a:pt x="2254669" y="1074498"/>
                      <a:pt x="2263251" y="1070922"/>
                      <a:pt x="2273859" y="1071399"/>
                    </a:cubicBezTo>
                    <a:cubicBezTo>
                      <a:pt x="2286172" y="1071292"/>
                      <a:pt x="2298234" y="1068002"/>
                      <a:pt x="2308902" y="1061863"/>
                    </a:cubicBezTo>
                    <a:cubicBezTo>
                      <a:pt x="2314027" y="1051494"/>
                      <a:pt x="2272191" y="1066631"/>
                      <a:pt x="2272191" y="1060791"/>
                    </a:cubicBezTo>
                    <a:cubicBezTo>
                      <a:pt x="2272191" y="1054950"/>
                      <a:pt x="2298771" y="1048872"/>
                      <a:pt x="2311048" y="1048872"/>
                    </a:cubicBezTo>
                    <a:cubicBezTo>
                      <a:pt x="2323324" y="1048872"/>
                      <a:pt x="2317365" y="1031827"/>
                      <a:pt x="2322967" y="1038740"/>
                    </a:cubicBezTo>
                    <a:cubicBezTo>
                      <a:pt x="2328020" y="1044724"/>
                      <a:pt x="2336972" y="1045475"/>
                      <a:pt x="2342955" y="1040421"/>
                    </a:cubicBezTo>
                    <a:cubicBezTo>
                      <a:pt x="2343003" y="1040373"/>
                      <a:pt x="2343063" y="1040337"/>
                      <a:pt x="2343110" y="1040290"/>
                    </a:cubicBezTo>
                    <a:cubicBezTo>
                      <a:pt x="2350023" y="1036118"/>
                      <a:pt x="2344779" y="1023841"/>
                      <a:pt x="2336793" y="1021696"/>
                    </a:cubicBezTo>
                    <a:cubicBezTo>
                      <a:pt x="2328807" y="1019550"/>
                      <a:pt x="2342633" y="1014306"/>
                      <a:pt x="2340011" y="1009776"/>
                    </a:cubicBezTo>
                    <a:cubicBezTo>
                      <a:pt x="2339225" y="998727"/>
                      <a:pt x="2345339" y="988346"/>
                      <a:pt x="2355387" y="983673"/>
                    </a:cubicBezTo>
                    <a:cubicBezTo>
                      <a:pt x="2365518" y="981528"/>
                      <a:pt x="2360631" y="975211"/>
                      <a:pt x="2369213" y="975211"/>
                    </a:cubicBezTo>
                    <a:cubicBezTo>
                      <a:pt x="2377795" y="975211"/>
                      <a:pt x="2379225" y="965079"/>
                      <a:pt x="2386735" y="957689"/>
                    </a:cubicBezTo>
                    <a:cubicBezTo>
                      <a:pt x="2394244" y="950299"/>
                      <a:pt x="2404733" y="969609"/>
                      <a:pt x="2416533" y="958762"/>
                    </a:cubicBezTo>
                    <a:cubicBezTo>
                      <a:pt x="2422111" y="953780"/>
                      <a:pt x="2428083" y="949274"/>
                      <a:pt x="2434412" y="945293"/>
                    </a:cubicBezTo>
                    <a:cubicBezTo>
                      <a:pt x="2417391" y="926461"/>
                      <a:pt x="2409584" y="901061"/>
                      <a:pt x="2413076" y="875923"/>
                    </a:cubicBezTo>
                    <a:close/>
                  </a:path>
                </a:pathLst>
              </a:custGeom>
              <a:solidFill>
                <a:schemeClr val="accent2">
                  <a:lumMod val="60000"/>
                  <a:lumOff val="40000"/>
                </a:schemeClr>
              </a:solid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99" name="Freeform: Shape 198">
                <a:extLst>
                  <a:ext uri="{FF2B5EF4-FFF2-40B4-BE49-F238E27FC236}">
                    <a16:creationId xmlns:a16="http://schemas.microsoft.com/office/drawing/2014/main" id="{FE323EBE-0400-42F0-A1F2-1CAE357F2904}"/>
                  </a:ext>
                </a:extLst>
              </p:cNvPr>
              <p:cNvSpPr/>
              <p:nvPr/>
            </p:nvSpPr>
            <p:spPr>
              <a:xfrm>
                <a:off x="4044459" y="7486581"/>
                <a:ext cx="304459" cy="217845"/>
              </a:xfrm>
              <a:custGeom>
                <a:avLst/>
                <a:gdLst>
                  <a:gd name="connsiteX0" fmla="*/ 302017 w 304459"/>
                  <a:gd name="connsiteY0" fmla="*/ 39095 h 217845"/>
                  <a:gd name="connsiteX1" fmla="*/ 277344 w 304459"/>
                  <a:gd name="connsiteY1" fmla="*/ 38380 h 217845"/>
                  <a:gd name="connsiteX2" fmla="*/ 248977 w 304459"/>
                  <a:gd name="connsiteY2" fmla="*/ 31467 h 217845"/>
                  <a:gd name="connsiteX3" fmla="*/ 237772 w 304459"/>
                  <a:gd name="connsiteY3" fmla="*/ 28845 h 217845"/>
                  <a:gd name="connsiteX4" fmla="*/ 218821 w 304459"/>
                  <a:gd name="connsiteY4" fmla="*/ 30632 h 217845"/>
                  <a:gd name="connsiteX5" fmla="*/ 194982 w 304459"/>
                  <a:gd name="connsiteY5" fmla="*/ 19428 h 217845"/>
                  <a:gd name="connsiteX6" fmla="*/ 181395 w 304459"/>
                  <a:gd name="connsiteY6" fmla="*/ 12634 h 217845"/>
                  <a:gd name="connsiteX7" fmla="*/ 139916 w 304459"/>
                  <a:gd name="connsiteY7" fmla="*/ 8105 h 217845"/>
                  <a:gd name="connsiteX8" fmla="*/ 60891 w 304459"/>
                  <a:gd name="connsiteY8" fmla="*/ 7390 h 217845"/>
                  <a:gd name="connsiteX9" fmla="*/ 31927 w 304459"/>
                  <a:gd name="connsiteY9" fmla="*/ 0 h 217845"/>
                  <a:gd name="connsiteX10" fmla="*/ 12022 w 304459"/>
                  <a:gd name="connsiteY10" fmla="*/ 11919 h 217845"/>
                  <a:gd name="connsiteX11" fmla="*/ 6659 w 304459"/>
                  <a:gd name="connsiteY11" fmla="*/ 29321 h 217845"/>
                  <a:gd name="connsiteX12" fmla="*/ 11069 w 304459"/>
                  <a:gd name="connsiteY12" fmla="*/ 53160 h 217845"/>
                  <a:gd name="connsiteX13" fmla="*/ 17386 w 304459"/>
                  <a:gd name="connsiteY13" fmla="*/ 50418 h 217845"/>
                  <a:gd name="connsiteX14" fmla="*/ 25968 w 304459"/>
                  <a:gd name="connsiteY14" fmla="*/ 51372 h 217845"/>
                  <a:gd name="connsiteX15" fmla="*/ 40747 w 304459"/>
                  <a:gd name="connsiteY15" fmla="*/ 54828 h 217845"/>
                  <a:gd name="connsiteX16" fmla="*/ 50164 w 304459"/>
                  <a:gd name="connsiteY16" fmla="*/ 54828 h 217845"/>
                  <a:gd name="connsiteX17" fmla="*/ 64825 w 304459"/>
                  <a:gd name="connsiteY17" fmla="*/ 57331 h 217845"/>
                  <a:gd name="connsiteX18" fmla="*/ 70903 w 304459"/>
                  <a:gd name="connsiteY18" fmla="*/ 66867 h 217845"/>
                  <a:gd name="connsiteX19" fmla="*/ 55289 w 304459"/>
                  <a:gd name="connsiteY19" fmla="*/ 80693 h 217845"/>
                  <a:gd name="connsiteX20" fmla="*/ 57077 w 304459"/>
                  <a:gd name="connsiteY20" fmla="*/ 103101 h 217845"/>
                  <a:gd name="connsiteX21" fmla="*/ 52786 w 304459"/>
                  <a:gd name="connsiteY21" fmla="*/ 119431 h 217845"/>
                  <a:gd name="connsiteX22" fmla="*/ 46707 w 304459"/>
                  <a:gd name="connsiteY22" fmla="*/ 128966 h 217845"/>
                  <a:gd name="connsiteX23" fmla="*/ 53620 w 304459"/>
                  <a:gd name="connsiteY23" fmla="*/ 141839 h 217845"/>
                  <a:gd name="connsiteX24" fmla="*/ 47541 w 304459"/>
                  <a:gd name="connsiteY24" fmla="*/ 154831 h 217845"/>
                  <a:gd name="connsiteX25" fmla="*/ 52786 w 304459"/>
                  <a:gd name="connsiteY25" fmla="*/ 166750 h 217845"/>
                  <a:gd name="connsiteX26" fmla="*/ 43251 w 304459"/>
                  <a:gd name="connsiteY26" fmla="*/ 181411 h 217845"/>
                  <a:gd name="connsiteX27" fmla="*/ 46707 w 304459"/>
                  <a:gd name="connsiteY27" fmla="*/ 189158 h 217845"/>
                  <a:gd name="connsiteX28" fmla="*/ 59461 w 304459"/>
                  <a:gd name="connsiteY28" fmla="*/ 190112 h 217845"/>
                  <a:gd name="connsiteX29" fmla="*/ 88544 w 304459"/>
                  <a:gd name="connsiteY29" fmla="*/ 217764 h 217845"/>
                  <a:gd name="connsiteX30" fmla="*/ 94265 w 304459"/>
                  <a:gd name="connsiteY30" fmla="*/ 210017 h 217845"/>
                  <a:gd name="connsiteX31" fmla="*/ 108091 w 304459"/>
                  <a:gd name="connsiteY31" fmla="*/ 209302 h 217845"/>
                  <a:gd name="connsiteX32" fmla="*/ 130023 w 304459"/>
                  <a:gd name="connsiteY32" fmla="*/ 200720 h 217845"/>
                  <a:gd name="connsiteX33" fmla="*/ 160536 w 304459"/>
                  <a:gd name="connsiteY33" fmla="*/ 199647 h 217845"/>
                  <a:gd name="connsiteX34" fmla="*/ 177819 w 304459"/>
                  <a:gd name="connsiteY34" fmla="*/ 191184 h 217845"/>
                  <a:gd name="connsiteX35" fmla="*/ 196651 w 304459"/>
                  <a:gd name="connsiteY35" fmla="*/ 178431 h 217845"/>
                  <a:gd name="connsiteX36" fmla="*/ 205471 w 304459"/>
                  <a:gd name="connsiteY36" fmla="*/ 161386 h 217845"/>
                  <a:gd name="connsiteX37" fmla="*/ 223231 w 304459"/>
                  <a:gd name="connsiteY37" fmla="*/ 143031 h 217845"/>
                  <a:gd name="connsiteX38" fmla="*/ 223231 w 304459"/>
                  <a:gd name="connsiteY38" fmla="*/ 107869 h 217845"/>
                  <a:gd name="connsiteX39" fmla="*/ 243017 w 304459"/>
                  <a:gd name="connsiteY39" fmla="*/ 84030 h 217845"/>
                  <a:gd name="connsiteX40" fmla="*/ 264949 w 304459"/>
                  <a:gd name="connsiteY40" fmla="*/ 72111 h 217845"/>
                  <a:gd name="connsiteX41" fmla="*/ 291171 w 304459"/>
                  <a:gd name="connsiteY41" fmla="*/ 58285 h 217845"/>
                  <a:gd name="connsiteX42" fmla="*/ 302017 w 304459"/>
                  <a:gd name="connsiteY42" fmla="*/ 39095 h 217845"/>
                  <a:gd name="connsiteX43" fmla="*/ 304044 w 304459"/>
                  <a:gd name="connsiteY43" fmla="*/ 116570 h 217845"/>
                  <a:gd name="connsiteX44" fmla="*/ 283185 w 304459"/>
                  <a:gd name="connsiteY44" fmla="*/ 123602 h 217845"/>
                  <a:gd name="connsiteX45" fmla="*/ 304282 w 304459"/>
                  <a:gd name="connsiteY45" fmla="*/ 116570 h 2178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304459" h="217845">
                    <a:moveTo>
                      <a:pt x="302017" y="39095"/>
                    </a:moveTo>
                    <a:cubicBezTo>
                      <a:pt x="293793" y="39548"/>
                      <a:pt x="285533" y="39310"/>
                      <a:pt x="277344" y="38380"/>
                    </a:cubicBezTo>
                    <a:cubicBezTo>
                      <a:pt x="269597" y="36711"/>
                      <a:pt x="253506" y="35877"/>
                      <a:pt x="248977" y="31467"/>
                    </a:cubicBezTo>
                    <a:cubicBezTo>
                      <a:pt x="244448" y="27057"/>
                      <a:pt x="237772" y="23719"/>
                      <a:pt x="237772" y="28845"/>
                    </a:cubicBezTo>
                    <a:cubicBezTo>
                      <a:pt x="237772" y="33970"/>
                      <a:pt x="225853" y="34923"/>
                      <a:pt x="218821" y="30632"/>
                    </a:cubicBezTo>
                    <a:cubicBezTo>
                      <a:pt x="211789" y="26341"/>
                      <a:pt x="200704" y="22885"/>
                      <a:pt x="194982" y="19428"/>
                    </a:cubicBezTo>
                    <a:cubicBezTo>
                      <a:pt x="192241" y="17640"/>
                      <a:pt x="186758" y="15257"/>
                      <a:pt x="181395" y="12634"/>
                    </a:cubicBezTo>
                    <a:cubicBezTo>
                      <a:pt x="174243" y="14065"/>
                      <a:pt x="153504" y="6436"/>
                      <a:pt x="139916" y="8105"/>
                    </a:cubicBezTo>
                    <a:cubicBezTo>
                      <a:pt x="126328" y="9774"/>
                      <a:pt x="79008" y="5960"/>
                      <a:pt x="60891" y="7390"/>
                    </a:cubicBezTo>
                    <a:cubicBezTo>
                      <a:pt x="42774" y="8820"/>
                      <a:pt x="41820" y="0"/>
                      <a:pt x="31927" y="0"/>
                    </a:cubicBezTo>
                    <a:cubicBezTo>
                      <a:pt x="22035" y="0"/>
                      <a:pt x="26206" y="11919"/>
                      <a:pt x="12022" y="11919"/>
                    </a:cubicBezTo>
                    <a:cubicBezTo>
                      <a:pt x="-2162" y="11919"/>
                      <a:pt x="-3592" y="21097"/>
                      <a:pt x="6659" y="29321"/>
                    </a:cubicBezTo>
                    <a:cubicBezTo>
                      <a:pt x="12618" y="33970"/>
                      <a:pt x="11903" y="43744"/>
                      <a:pt x="11069" y="53160"/>
                    </a:cubicBezTo>
                    <a:cubicBezTo>
                      <a:pt x="13453" y="53100"/>
                      <a:pt x="15717" y="52123"/>
                      <a:pt x="17386" y="50418"/>
                    </a:cubicBezTo>
                    <a:cubicBezTo>
                      <a:pt x="21677" y="45293"/>
                      <a:pt x="25968" y="46127"/>
                      <a:pt x="25968" y="51372"/>
                    </a:cubicBezTo>
                    <a:cubicBezTo>
                      <a:pt x="25968" y="56616"/>
                      <a:pt x="35503" y="54828"/>
                      <a:pt x="40747" y="54828"/>
                    </a:cubicBezTo>
                    <a:cubicBezTo>
                      <a:pt x="45992" y="54828"/>
                      <a:pt x="44085" y="59119"/>
                      <a:pt x="50164" y="54828"/>
                    </a:cubicBezTo>
                    <a:cubicBezTo>
                      <a:pt x="56243" y="50537"/>
                      <a:pt x="64825" y="52206"/>
                      <a:pt x="64825" y="57331"/>
                    </a:cubicBezTo>
                    <a:cubicBezTo>
                      <a:pt x="64825" y="62457"/>
                      <a:pt x="77816" y="59954"/>
                      <a:pt x="70903" y="66867"/>
                    </a:cubicBezTo>
                    <a:cubicBezTo>
                      <a:pt x="63990" y="73780"/>
                      <a:pt x="55289" y="75449"/>
                      <a:pt x="55289" y="80693"/>
                    </a:cubicBezTo>
                    <a:cubicBezTo>
                      <a:pt x="55289" y="85938"/>
                      <a:pt x="63156" y="97023"/>
                      <a:pt x="57077" y="103101"/>
                    </a:cubicBezTo>
                    <a:cubicBezTo>
                      <a:pt x="50998" y="109180"/>
                      <a:pt x="58746" y="119431"/>
                      <a:pt x="52786" y="119431"/>
                    </a:cubicBezTo>
                    <a:cubicBezTo>
                      <a:pt x="46826" y="119431"/>
                      <a:pt x="39794" y="122053"/>
                      <a:pt x="46707" y="128966"/>
                    </a:cubicBezTo>
                    <a:cubicBezTo>
                      <a:pt x="53620" y="135879"/>
                      <a:pt x="58626" y="141839"/>
                      <a:pt x="53620" y="141839"/>
                    </a:cubicBezTo>
                    <a:cubicBezTo>
                      <a:pt x="48614" y="141839"/>
                      <a:pt x="45039" y="152209"/>
                      <a:pt x="47541" y="154831"/>
                    </a:cubicBezTo>
                    <a:cubicBezTo>
                      <a:pt x="50044" y="157453"/>
                      <a:pt x="62202" y="165081"/>
                      <a:pt x="52786" y="166750"/>
                    </a:cubicBezTo>
                    <a:cubicBezTo>
                      <a:pt x="43370" y="168419"/>
                      <a:pt x="43251" y="176166"/>
                      <a:pt x="43251" y="181411"/>
                    </a:cubicBezTo>
                    <a:cubicBezTo>
                      <a:pt x="43775" y="184224"/>
                      <a:pt x="44967" y="186882"/>
                      <a:pt x="46707" y="189158"/>
                    </a:cubicBezTo>
                    <a:cubicBezTo>
                      <a:pt x="50963" y="188205"/>
                      <a:pt x="55396" y="188538"/>
                      <a:pt x="59461" y="190112"/>
                    </a:cubicBezTo>
                    <a:cubicBezTo>
                      <a:pt x="69473" y="194760"/>
                      <a:pt x="75194" y="219433"/>
                      <a:pt x="88544" y="217764"/>
                    </a:cubicBezTo>
                    <a:cubicBezTo>
                      <a:pt x="94265" y="217049"/>
                      <a:pt x="91404" y="212758"/>
                      <a:pt x="94265" y="210017"/>
                    </a:cubicBezTo>
                    <a:cubicBezTo>
                      <a:pt x="97126" y="207276"/>
                      <a:pt x="102370" y="209302"/>
                      <a:pt x="108091" y="209302"/>
                    </a:cubicBezTo>
                    <a:cubicBezTo>
                      <a:pt x="113812" y="209302"/>
                      <a:pt x="116554" y="201077"/>
                      <a:pt x="130023" y="200720"/>
                    </a:cubicBezTo>
                    <a:cubicBezTo>
                      <a:pt x="143492" y="200362"/>
                      <a:pt x="151954" y="199290"/>
                      <a:pt x="160536" y="199647"/>
                    </a:cubicBezTo>
                    <a:cubicBezTo>
                      <a:pt x="167533" y="200958"/>
                      <a:pt x="174565" y="197514"/>
                      <a:pt x="177819" y="191184"/>
                    </a:cubicBezTo>
                    <a:cubicBezTo>
                      <a:pt x="181395" y="183890"/>
                      <a:pt x="188558" y="179039"/>
                      <a:pt x="196651" y="178431"/>
                    </a:cubicBezTo>
                    <a:cubicBezTo>
                      <a:pt x="206187" y="177001"/>
                      <a:pt x="204756" y="166512"/>
                      <a:pt x="205471" y="161386"/>
                    </a:cubicBezTo>
                    <a:cubicBezTo>
                      <a:pt x="206187" y="156261"/>
                      <a:pt x="222158" y="147202"/>
                      <a:pt x="223231" y="143031"/>
                    </a:cubicBezTo>
                    <a:cubicBezTo>
                      <a:pt x="224304" y="138859"/>
                      <a:pt x="213934" y="122410"/>
                      <a:pt x="223231" y="107869"/>
                    </a:cubicBezTo>
                    <a:cubicBezTo>
                      <a:pt x="232528" y="93328"/>
                      <a:pt x="243017" y="92732"/>
                      <a:pt x="243017" y="84030"/>
                    </a:cubicBezTo>
                    <a:cubicBezTo>
                      <a:pt x="243017" y="75329"/>
                      <a:pt x="252910" y="73780"/>
                      <a:pt x="264949" y="72111"/>
                    </a:cubicBezTo>
                    <a:cubicBezTo>
                      <a:pt x="276987" y="70443"/>
                      <a:pt x="280920" y="62576"/>
                      <a:pt x="291171" y="58285"/>
                    </a:cubicBezTo>
                    <a:cubicBezTo>
                      <a:pt x="299371" y="55865"/>
                      <a:pt x="304163" y="47367"/>
                      <a:pt x="302017" y="39095"/>
                    </a:cubicBezTo>
                    <a:close/>
                    <a:moveTo>
                      <a:pt x="304044" y="116570"/>
                    </a:moveTo>
                    <a:cubicBezTo>
                      <a:pt x="302375" y="104651"/>
                      <a:pt x="277941" y="120146"/>
                      <a:pt x="283185" y="123602"/>
                    </a:cubicBezTo>
                    <a:cubicBezTo>
                      <a:pt x="294031" y="130754"/>
                      <a:pt x="306070" y="128608"/>
                      <a:pt x="304282" y="116570"/>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200" name="Freeform: Shape 199">
                <a:extLst>
                  <a:ext uri="{FF2B5EF4-FFF2-40B4-BE49-F238E27FC236}">
                    <a16:creationId xmlns:a16="http://schemas.microsoft.com/office/drawing/2014/main" id="{90A49A14-702D-47C1-969E-1D17C6A90AF6}"/>
                  </a:ext>
                </a:extLst>
              </p:cNvPr>
              <p:cNvSpPr/>
              <p:nvPr/>
            </p:nvSpPr>
            <p:spPr>
              <a:xfrm>
                <a:off x="4018814" y="7128868"/>
                <a:ext cx="101056" cy="119446"/>
              </a:xfrm>
              <a:custGeom>
                <a:avLst/>
                <a:gdLst>
                  <a:gd name="connsiteX0" fmla="*/ 94283 w 101056"/>
                  <a:gd name="connsiteY0" fmla="*/ 36251 h 119446"/>
                  <a:gd name="connsiteX1" fmla="*/ 86417 w 101056"/>
                  <a:gd name="connsiteY1" fmla="*/ 28980 h 119446"/>
                  <a:gd name="connsiteX2" fmla="*/ 72471 w 101056"/>
                  <a:gd name="connsiteY2" fmla="*/ 33271 h 119446"/>
                  <a:gd name="connsiteX3" fmla="*/ 57453 w 101056"/>
                  <a:gd name="connsiteY3" fmla="*/ 30053 h 119446"/>
                  <a:gd name="connsiteX4" fmla="*/ 62816 w 101056"/>
                  <a:gd name="connsiteY4" fmla="*/ 16107 h 119446"/>
                  <a:gd name="connsiteX5" fmla="*/ 69372 w 101056"/>
                  <a:gd name="connsiteY5" fmla="*/ 2519 h 119446"/>
                  <a:gd name="connsiteX6" fmla="*/ 66392 w 101056"/>
                  <a:gd name="connsiteY6" fmla="*/ 2519 h 119446"/>
                  <a:gd name="connsiteX7" fmla="*/ 42554 w 101056"/>
                  <a:gd name="connsiteY7" fmla="*/ 7406 h 119446"/>
                  <a:gd name="connsiteX8" fmla="*/ 53877 w 101056"/>
                  <a:gd name="connsiteY8" fmla="*/ 19325 h 119446"/>
                  <a:gd name="connsiteX9" fmla="*/ 34330 w 101056"/>
                  <a:gd name="connsiteY9" fmla="*/ 29338 h 119446"/>
                  <a:gd name="connsiteX10" fmla="*/ 8822 w 101056"/>
                  <a:gd name="connsiteY10" fmla="*/ 29338 h 119446"/>
                  <a:gd name="connsiteX11" fmla="*/ 11683 w 101056"/>
                  <a:gd name="connsiteY11" fmla="*/ 47455 h 119446"/>
                  <a:gd name="connsiteX12" fmla="*/ 22649 w 101056"/>
                  <a:gd name="connsiteY12" fmla="*/ 64499 h 119446"/>
                  <a:gd name="connsiteX13" fmla="*/ 16331 w 101056"/>
                  <a:gd name="connsiteY13" fmla="*/ 84643 h 119446"/>
                  <a:gd name="connsiteX14" fmla="*/ 360 w 101056"/>
                  <a:gd name="connsiteY14" fmla="*/ 100257 h 119446"/>
                  <a:gd name="connsiteX15" fmla="*/ 24198 w 101056"/>
                  <a:gd name="connsiteY15" fmla="*/ 119447 h 119446"/>
                  <a:gd name="connsiteX16" fmla="*/ 65677 w 101056"/>
                  <a:gd name="connsiteY16" fmla="*/ 102403 h 119446"/>
                  <a:gd name="connsiteX17" fmla="*/ 95118 w 101056"/>
                  <a:gd name="connsiteY17" fmla="*/ 96324 h 119446"/>
                  <a:gd name="connsiteX18" fmla="*/ 95118 w 101056"/>
                  <a:gd name="connsiteY18" fmla="*/ 40780 h 119446"/>
                  <a:gd name="connsiteX19" fmla="*/ 94283 w 101056"/>
                  <a:gd name="connsiteY19" fmla="*/ 36251 h 1194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01056" h="119446">
                    <a:moveTo>
                      <a:pt x="94283" y="36251"/>
                    </a:moveTo>
                    <a:cubicBezTo>
                      <a:pt x="91387" y="34141"/>
                      <a:pt x="88753" y="31698"/>
                      <a:pt x="86417" y="28980"/>
                    </a:cubicBezTo>
                    <a:cubicBezTo>
                      <a:pt x="77239" y="18253"/>
                      <a:pt x="73544" y="26834"/>
                      <a:pt x="72471" y="33271"/>
                    </a:cubicBezTo>
                    <a:cubicBezTo>
                      <a:pt x="71398" y="39707"/>
                      <a:pt x="62816" y="31125"/>
                      <a:pt x="57453" y="30053"/>
                    </a:cubicBezTo>
                    <a:cubicBezTo>
                      <a:pt x="52089" y="28980"/>
                      <a:pt x="59122" y="18849"/>
                      <a:pt x="62816" y="16107"/>
                    </a:cubicBezTo>
                    <a:cubicBezTo>
                      <a:pt x="66416" y="12412"/>
                      <a:pt x="68716" y="7644"/>
                      <a:pt x="69372" y="2519"/>
                    </a:cubicBezTo>
                    <a:cubicBezTo>
                      <a:pt x="68383" y="2698"/>
                      <a:pt x="67381" y="2698"/>
                      <a:pt x="66392" y="2519"/>
                    </a:cubicBezTo>
                    <a:cubicBezTo>
                      <a:pt x="56499" y="-1414"/>
                      <a:pt x="42554" y="-1414"/>
                      <a:pt x="42554" y="7406"/>
                    </a:cubicBezTo>
                    <a:cubicBezTo>
                      <a:pt x="42554" y="16226"/>
                      <a:pt x="53519" y="13127"/>
                      <a:pt x="53877" y="19325"/>
                    </a:cubicBezTo>
                    <a:cubicBezTo>
                      <a:pt x="54235" y="25523"/>
                      <a:pt x="42554" y="23616"/>
                      <a:pt x="34330" y="29338"/>
                    </a:cubicBezTo>
                    <a:cubicBezTo>
                      <a:pt x="26105" y="35059"/>
                      <a:pt x="17404" y="25404"/>
                      <a:pt x="8822" y="29338"/>
                    </a:cubicBezTo>
                    <a:cubicBezTo>
                      <a:pt x="240" y="33271"/>
                      <a:pt x="18119" y="38635"/>
                      <a:pt x="11683" y="47455"/>
                    </a:cubicBezTo>
                    <a:cubicBezTo>
                      <a:pt x="5247" y="56275"/>
                      <a:pt x="11683" y="55917"/>
                      <a:pt x="22649" y="64499"/>
                    </a:cubicBezTo>
                    <a:cubicBezTo>
                      <a:pt x="33614" y="73081"/>
                      <a:pt x="16331" y="75107"/>
                      <a:pt x="16331" y="84643"/>
                    </a:cubicBezTo>
                    <a:cubicBezTo>
                      <a:pt x="16331" y="94178"/>
                      <a:pt x="3220" y="93940"/>
                      <a:pt x="360" y="100257"/>
                    </a:cubicBezTo>
                    <a:cubicBezTo>
                      <a:pt x="-2501" y="106574"/>
                      <a:pt x="12279" y="119447"/>
                      <a:pt x="24198" y="119447"/>
                    </a:cubicBezTo>
                    <a:cubicBezTo>
                      <a:pt x="39478" y="118267"/>
                      <a:pt x="53984" y="112307"/>
                      <a:pt x="65677" y="102403"/>
                    </a:cubicBezTo>
                    <a:cubicBezTo>
                      <a:pt x="77596" y="91079"/>
                      <a:pt x="84152" y="102403"/>
                      <a:pt x="95118" y="96324"/>
                    </a:cubicBezTo>
                    <a:cubicBezTo>
                      <a:pt x="106083" y="90245"/>
                      <a:pt x="99289" y="49243"/>
                      <a:pt x="95118" y="40780"/>
                    </a:cubicBezTo>
                    <a:cubicBezTo>
                      <a:pt x="94081" y="39517"/>
                      <a:pt x="93771" y="37800"/>
                      <a:pt x="94283" y="36251"/>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201" name="Freeform: Shape 200">
                <a:extLst>
                  <a:ext uri="{FF2B5EF4-FFF2-40B4-BE49-F238E27FC236}">
                    <a16:creationId xmlns:a16="http://schemas.microsoft.com/office/drawing/2014/main" id="{F45DC930-C0FD-4CA8-9842-C1087BBF005F}"/>
                  </a:ext>
                </a:extLst>
              </p:cNvPr>
              <p:cNvSpPr/>
              <p:nvPr/>
            </p:nvSpPr>
            <p:spPr>
              <a:xfrm>
                <a:off x="4074321" y="6932982"/>
                <a:ext cx="237605" cy="363534"/>
              </a:xfrm>
              <a:custGeom>
                <a:avLst/>
                <a:gdLst>
                  <a:gd name="connsiteX0" fmla="*/ 43783 w 237605"/>
                  <a:gd name="connsiteY0" fmla="*/ 193638 h 363534"/>
                  <a:gd name="connsiteX1" fmla="*/ 13865 w 237605"/>
                  <a:gd name="connsiteY1" fmla="*/ 198406 h 363534"/>
                  <a:gd name="connsiteX2" fmla="*/ 7310 w 237605"/>
                  <a:gd name="connsiteY2" fmla="*/ 211994 h 363534"/>
                  <a:gd name="connsiteX3" fmla="*/ 1946 w 237605"/>
                  <a:gd name="connsiteY3" fmla="*/ 225939 h 363534"/>
                  <a:gd name="connsiteX4" fmla="*/ 16965 w 237605"/>
                  <a:gd name="connsiteY4" fmla="*/ 229157 h 363534"/>
                  <a:gd name="connsiteX5" fmla="*/ 30910 w 237605"/>
                  <a:gd name="connsiteY5" fmla="*/ 224866 h 363534"/>
                  <a:gd name="connsiteX6" fmla="*/ 38777 w 237605"/>
                  <a:gd name="connsiteY6" fmla="*/ 232137 h 363534"/>
                  <a:gd name="connsiteX7" fmla="*/ 57252 w 237605"/>
                  <a:gd name="connsiteY7" fmla="*/ 220218 h 363534"/>
                  <a:gd name="connsiteX8" fmla="*/ 43783 w 237605"/>
                  <a:gd name="connsiteY8" fmla="*/ 193638 h 363534"/>
                  <a:gd name="connsiteX9" fmla="*/ 237590 w 237605"/>
                  <a:gd name="connsiteY9" fmla="*/ 281483 h 363534"/>
                  <a:gd name="connsiteX10" fmla="*/ 212440 w 237605"/>
                  <a:gd name="connsiteY10" fmla="*/ 269563 h 363534"/>
                  <a:gd name="connsiteX11" fmla="*/ 200521 w 237605"/>
                  <a:gd name="connsiteY11" fmla="*/ 268133 h 363534"/>
                  <a:gd name="connsiteX12" fmla="*/ 200521 w 237605"/>
                  <a:gd name="connsiteY12" fmla="*/ 255022 h 363534"/>
                  <a:gd name="connsiteX13" fmla="*/ 192773 w 237605"/>
                  <a:gd name="connsiteY13" fmla="*/ 241911 h 363534"/>
                  <a:gd name="connsiteX14" fmla="*/ 174656 w 237605"/>
                  <a:gd name="connsiteY14" fmla="*/ 212947 h 363534"/>
                  <a:gd name="connsiteX15" fmla="*/ 158685 w 237605"/>
                  <a:gd name="connsiteY15" fmla="*/ 183864 h 363534"/>
                  <a:gd name="connsiteX16" fmla="*/ 142832 w 237605"/>
                  <a:gd name="connsiteY16" fmla="*/ 171945 h 363534"/>
                  <a:gd name="connsiteX17" fmla="*/ 121139 w 237605"/>
                  <a:gd name="connsiteY17" fmla="*/ 168369 h 363534"/>
                  <a:gd name="connsiteX18" fmla="*/ 129720 w 237605"/>
                  <a:gd name="connsiteY18" fmla="*/ 152755 h 363534"/>
                  <a:gd name="connsiteX19" fmla="*/ 148076 w 237605"/>
                  <a:gd name="connsiteY19" fmla="*/ 110918 h 363534"/>
                  <a:gd name="connsiteX20" fmla="*/ 103856 w 237605"/>
                  <a:gd name="connsiteY20" fmla="*/ 108892 h 363534"/>
                  <a:gd name="connsiteX21" fmla="*/ 95632 w 237605"/>
                  <a:gd name="connsiteY21" fmla="*/ 101025 h 363534"/>
                  <a:gd name="connsiteX22" fmla="*/ 113749 w 237605"/>
                  <a:gd name="connsiteY22" fmla="*/ 81240 h 363534"/>
                  <a:gd name="connsiteX23" fmla="*/ 117325 w 237605"/>
                  <a:gd name="connsiteY23" fmla="*/ 67056 h 363534"/>
                  <a:gd name="connsiteX24" fmla="*/ 106716 w 237605"/>
                  <a:gd name="connsiteY24" fmla="*/ 76591 h 363534"/>
                  <a:gd name="connsiteX25" fmla="*/ 80733 w 237605"/>
                  <a:gd name="connsiteY25" fmla="*/ 76591 h 363534"/>
                  <a:gd name="connsiteX26" fmla="*/ 65953 w 237605"/>
                  <a:gd name="connsiteY26" fmla="*/ 96854 h 363534"/>
                  <a:gd name="connsiteX27" fmla="*/ 55225 w 237605"/>
                  <a:gd name="connsiteY27" fmla="*/ 113064 h 363534"/>
                  <a:gd name="connsiteX28" fmla="*/ 49266 w 237605"/>
                  <a:gd name="connsiteY28" fmla="*/ 119858 h 363534"/>
                  <a:gd name="connsiteX29" fmla="*/ 34724 w 237605"/>
                  <a:gd name="connsiteY29" fmla="*/ 114494 h 363534"/>
                  <a:gd name="connsiteX30" fmla="*/ 52126 w 237605"/>
                  <a:gd name="connsiteY30" fmla="*/ 128678 h 363534"/>
                  <a:gd name="connsiteX31" fmla="*/ 43187 w 237605"/>
                  <a:gd name="connsiteY31" fmla="*/ 146438 h 363534"/>
                  <a:gd name="connsiteX32" fmla="*/ 55940 w 237605"/>
                  <a:gd name="connsiteY32" fmla="*/ 159191 h 363534"/>
                  <a:gd name="connsiteX33" fmla="*/ 36155 w 237605"/>
                  <a:gd name="connsiteY33" fmla="*/ 173971 h 363534"/>
                  <a:gd name="connsiteX34" fmla="*/ 53199 w 237605"/>
                  <a:gd name="connsiteY34" fmla="*/ 168012 h 363534"/>
                  <a:gd name="connsiteX35" fmla="*/ 63092 w 237605"/>
                  <a:gd name="connsiteY35" fmla="*/ 182553 h 363534"/>
                  <a:gd name="connsiteX36" fmla="*/ 76918 w 237605"/>
                  <a:gd name="connsiteY36" fmla="*/ 163721 h 363534"/>
                  <a:gd name="connsiteX37" fmla="*/ 78706 w 237605"/>
                  <a:gd name="connsiteY37" fmla="*/ 180408 h 363534"/>
                  <a:gd name="connsiteX38" fmla="*/ 70124 w 237605"/>
                  <a:gd name="connsiteY38" fmla="*/ 204246 h 363534"/>
                  <a:gd name="connsiteX39" fmla="*/ 104571 w 237605"/>
                  <a:gd name="connsiteY39" fmla="*/ 201028 h 363534"/>
                  <a:gd name="connsiteX40" fmla="*/ 110888 w 237605"/>
                  <a:gd name="connsiteY40" fmla="*/ 208179 h 363534"/>
                  <a:gd name="connsiteX41" fmla="*/ 109684 w 237605"/>
                  <a:gd name="connsiteY41" fmla="*/ 220087 h 363534"/>
                  <a:gd name="connsiteX42" fmla="*/ 114821 w 237605"/>
                  <a:gd name="connsiteY42" fmla="*/ 223078 h 363534"/>
                  <a:gd name="connsiteX43" fmla="*/ 121139 w 237605"/>
                  <a:gd name="connsiteY43" fmla="*/ 231899 h 363534"/>
                  <a:gd name="connsiteX44" fmla="*/ 119113 w 237605"/>
                  <a:gd name="connsiteY44" fmla="*/ 253472 h 363534"/>
                  <a:gd name="connsiteX45" fmla="*/ 94559 w 237605"/>
                  <a:gd name="connsiteY45" fmla="*/ 254545 h 363534"/>
                  <a:gd name="connsiteX46" fmla="*/ 87169 w 237605"/>
                  <a:gd name="connsiteY46" fmla="*/ 258479 h 363534"/>
                  <a:gd name="connsiteX47" fmla="*/ 80137 w 237605"/>
                  <a:gd name="connsiteY47" fmla="*/ 273378 h 363534"/>
                  <a:gd name="connsiteX48" fmla="*/ 94201 w 237605"/>
                  <a:gd name="connsiteY48" fmla="*/ 282555 h 363534"/>
                  <a:gd name="connsiteX49" fmla="*/ 71197 w 237605"/>
                  <a:gd name="connsiteY49" fmla="*/ 298885 h 363534"/>
                  <a:gd name="connsiteX50" fmla="*/ 80494 w 237605"/>
                  <a:gd name="connsiteY50" fmla="*/ 308778 h 363534"/>
                  <a:gd name="connsiteX51" fmla="*/ 94559 w 237605"/>
                  <a:gd name="connsiteY51" fmla="*/ 311996 h 363534"/>
                  <a:gd name="connsiteX52" fmla="*/ 119708 w 237605"/>
                  <a:gd name="connsiteY52" fmla="*/ 315452 h 363534"/>
                  <a:gd name="connsiteX53" fmla="*/ 121854 w 237605"/>
                  <a:gd name="connsiteY53" fmla="*/ 321531 h 363534"/>
                  <a:gd name="connsiteX54" fmla="*/ 95274 w 237605"/>
                  <a:gd name="connsiteY54" fmla="*/ 325107 h 363534"/>
                  <a:gd name="connsiteX55" fmla="*/ 64880 w 237605"/>
                  <a:gd name="connsiteY55" fmla="*/ 362653 h 363534"/>
                  <a:gd name="connsiteX56" fmla="*/ 82520 w 237605"/>
                  <a:gd name="connsiteY56" fmla="*/ 352760 h 363534"/>
                  <a:gd name="connsiteX57" fmla="*/ 100280 w 237605"/>
                  <a:gd name="connsiteY57" fmla="*/ 356216 h 363534"/>
                  <a:gd name="connsiteX58" fmla="*/ 110888 w 237605"/>
                  <a:gd name="connsiteY58" fmla="*/ 345608 h 363534"/>
                  <a:gd name="connsiteX59" fmla="*/ 128290 w 237605"/>
                  <a:gd name="connsiteY59" fmla="*/ 343105 h 363534"/>
                  <a:gd name="connsiteX60" fmla="*/ 147004 w 237605"/>
                  <a:gd name="connsiteY60" fmla="*/ 337861 h 363534"/>
                  <a:gd name="connsiteX61" fmla="*/ 166193 w 237605"/>
                  <a:gd name="connsiteY61" fmla="*/ 342390 h 363534"/>
                  <a:gd name="connsiteX62" fmla="*/ 193131 w 237605"/>
                  <a:gd name="connsiteY62" fmla="*/ 337503 h 363534"/>
                  <a:gd name="connsiteX63" fmla="*/ 226386 w 237605"/>
                  <a:gd name="connsiteY63" fmla="*/ 323677 h 363534"/>
                  <a:gd name="connsiteX64" fmla="*/ 216135 w 237605"/>
                  <a:gd name="connsiteY64" fmla="*/ 318671 h 363534"/>
                  <a:gd name="connsiteX65" fmla="*/ 217923 w 237605"/>
                  <a:gd name="connsiteY65" fmla="*/ 304487 h 363534"/>
                  <a:gd name="connsiteX66" fmla="*/ 237590 w 237605"/>
                  <a:gd name="connsiteY66" fmla="*/ 281483 h 363534"/>
                  <a:gd name="connsiteX67" fmla="*/ 24712 w 237605"/>
                  <a:gd name="connsiteY67" fmla="*/ 103648 h 363534"/>
                  <a:gd name="connsiteX68" fmla="*/ 40684 w 237605"/>
                  <a:gd name="connsiteY68" fmla="*/ 82312 h 363534"/>
                  <a:gd name="connsiteX69" fmla="*/ 24712 w 237605"/>
                  <a:gd name="connsiteY69" fmla="*/ 103648 h 363534"/>
                  <a:gd name="connsiteX70" fmla="*/ 161783 w 237605"/>
                  <a:gd name="connsiteY70" fmla="*/ 26769 h 363534"/>
                  <a:gd name="connsiteX71" fmla="*/ 165717 w 237605"/>
                  <a:gd name="connsiteY71" fmla="*/ 189 h 363534"/>
                  <a:gd name="connsiteX72" fmla="*/ 161783 w 237605"/>
                  <a:gd name="connsiteY72" fmla="*/ 26769 h 3635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237605" h="363534">
                    <a:moveTo>
                      <a:pt x="43783" y="193638"/>
                    </a:moveTo>
                    <a:cubicBezTo>
                      <a:pt x="34843" y="184937"/>
                      <a:pt x="23282" y="198525"/>
                      <a:pt x="13865" y="198406"/>
                    </a:cubicBezTo>
                    <a:cubicBezTo>
                      <a:pt x="13210" y="203531"/>
                      <a:pt x="10910" y="208299"/>
                      <a:pt x="7310" y="211994"/>
                    </a:cubicBezTo>
                    <a:cubicBezTo>
                      <a:pt x="3615" y="214735"/>
                      <a:pt x="-3417" y="224866"/>
                      <a:pt x="1946" y="225939"/>
                    </a:cubicBezTo>
                    <a:cubicBezTo>
                      <a:pt x="7310" y="227012"/>
                      <a:pt x="15892" y="235594"/>
                      <a:pt x="16965" y="229157"/>
                    </a:cubicBezTo>
                    <a:cubicBezTo>
                      <a:pt x="18037" y="222721"/>
                      <a:pt x="21732" y="214139"/>
                      <a:pt x="30910" y="224866"/>
                    </a:cubicBezTo>
                    <a:cubicBezTo>
                      <a:pt x="33246" y="227584"/>
                      <a:pt x="35880" y="230027"/>
                      <a:pt x="38777" y="232137"/>
                    </a:cubicBezTo>
                    <a:cubicBezTo>
                      <a:pt x="40326" y="227250"/>
                      <a:pt x="51530" y="226416"/>
                      <a:pt x="57252" y="220218"/>
                    </a:cubicBezTo>
                    <a:cubicBezTo>
                      <a:pt x="62973" y="214020"/>
                      <a:pt x="53795" y="203412"/>
                      <a:pt x="43783" y="193638"/>
                    </a:cubicBezTo>
                    <a:close/>
                    <a:moveTo>
                      <a:pt x="237590" y="281483"/>
                    </a:moveTo>
                    <a:cubicBezTo>
                      <a:pt x="238305" y="270875"/>
                      <a:pt x="214943" y="263485"/>
                      <a:pt x="212440" y="269563"/>
                    </a:cubicBezTo>
                    <a:cubicBezTo>
                      <a:pt x="209937" y="275642"/>
                      <a:pt x="204693" y="274570"/>
                      <a:pt x="200521" y="268133"/>
                    </a:cubicBezTo>
                    <a:cubicBezTo>
                      <a:pt x="196349" y="261697"/>
                      <a:pt x="204097" y="256214"/>
                      <a:pt x="200521" y="255022"/>
                    </a:cubicBezTo>
                    <a:cubicBezTo>
                      <a:pt x="195670" y="252459"/>
                      <a:pt x="192678" y="247394"/>
                      <a:pt x="192773" y="241911"/>
                    </a:cubicBezTo>
                    <a:cubicBezTo>
                      <a:pt x="193846" y="238454"/>
                      <a:pt x="186694" y="215688"/>
                      <a:pt x="174656" y="212947"/>
                    </a:cubicBezTo>
                    <a:cubicBezTo>
                      <a:pt x="162618" y="210206"/>
                      <a:pt x="160830" y="193042"/>
                      <a:pt x="158685" y="183864"/>
                    </a:cubicBezTo>
                    <a:cubicBezTo>
                      <a:pt x="156539" y="174686"/>
                      <a:pt x="148791" y="179573"/>
                      <a:pt x="142832" y="171945"/>
                    </a:cubicBezTo>
                    <a:cubicBezTo>
                      <a:pt x="136872" y="164317"/>
                      <a:pt x="126502" y="168012"/>
                      <a:pt x="121139" y="168369"/>
                    </a:cubicBezTo>
                    <a:cubicBezTo>
                      <a:pt x="115775" y="168727"/>
                      <a:pt x="121139" y="158476"/>
                      <a:pt x="129720" y="152755"/>
                    </a:cubicBezTo>
                    <a:cubicBezTo>
                      <a:pt x="138302" y="147034"/>
                      <a:pt x="148076" y="116997"/>
                      <a:pt x="148076" y="110918"/>
                    </a:cubicBezTo>
                    <a:cubicBezTo>
                      <a:pt x="148076" y="104840"/>
                      <a:pt x="110888" y="105316"/>
                      <a:pt x="103856" y="108892"/>
                    </a:cubicBezTo>
                    <a:cubicBezTo>
                      <a:pt x="96824" y="112468"/>
                      <a:pt x="89672" y="103528"/>
                      <a:pt x="95632" y="101025"/>
                    </a:cubicBezTo>
                    <a:cubicBezTo>
                      <a:pt x="101591" y="98522"/>
                      <a:pt x="114464" y="86126"/>
                      <a:pt x="113749" y="81240"/>
                    </a:cubicBezTo>
                    <a:cubicBezTo>
                      <a:pt x="113034" y="76353"/>
                      <a:pt x="122569" y="71585"/>
                      <a:pt x="117325" y="67056"/>
                    </a:cubicBezTo>
                    <a:cubicBezTo>
                      <a:pt x="112080" y="62526"/>
                      <a:pt x="111246" y="73015"/>
                      <a:pt x="106716" y="76591"/>
                    </a:cubicBezTo>
                    <a:cubicBezTo>
                      <a:pt x="98314" y="79595"/>
                      <a:pt x="89135" y="79595"/>
                      <a:pt x="80733" y="76591"/>
                    </a:cubicBezTo>
                    <a:cubicBezTo>
                      <a:pt x="69767" y="74445"/>
                      <a:pt x="65595" y="90060"/>
                      <a:pt x="65953" y="96854"/>
                    </a:cubicBezTo>
                    <a:cubicBezTo>
                      <a:pt x="66310" y="103648"/>
                      <a:pt x="53199" y="107462"/>
                      <a:pt x="55225" y="113064"/>
                    </a:cubicBezTo>
                    <a:cubicBezTo>
                      <a:pt x="57252" y="118666"/>
                      <a:pt x="52842" y="122957"/>
                      <a:pt x="49266" y="119858"/>
                    </a:cubicBezTo>
                    <a:cubicBezTo>
                      <a:pt x="45690" y="116759"/>
                      <a:pt x="41876" y="108892"/>
                      <a:pt x="34724" y="114494"/>
                    </a:cubicBezTo>
                    <a:cubicBezTo>
                      <a:pt x="27573" y="120096"/>
                      <a:pt x="42829" y="127605"/>
                      <a:pt x="52126" y="128678"/>
                    </a:cubicBezTo>
                    <a:cubicBezTo>
                      <a:pt x="61423" y="129751"/>
                      <a:pt x="44975" y="136426"/>
                      <a:pt x="43187" y="146438"/>
                    </a:cubicBezTo>
                    <a:cubicBezTo>
                      <a:pt x="41399" y="156450"/>
                      <a:pt x="55106" y="152040"/>
                      <a:pt x="55940" y="159191"/>
                    </a:cubicBezTo>
                    <a:cubicBezTo>
                      <a:pt x="56775" y="166343"/>
                      <a:pt x="36155" y="167296"/>
                      <a:pt x="36155" y="173971"/>
                    </a:cubicBezTo>
                    <a:cubicBezTo>
                      <a:pt x="36155" y="180646"/>
                      <a:pt x="48074" y="170872"/>
                      <a:pt x="53199" y="168012"/>
                    </a:cubicBezTo>
                    <a:cubicBezTo>
                      <a:pt x="58324" y="165151"/>
                      <a:pt x="50339" y="184698"/>
                      <a:pt x="63092" y="182553"/>
                    </a:cubicBezTo>
                    <a:cubicBezTo>
                      <a:pt x="75846" y="180408"/>
                      <a:pt x="72270" y="163005"/>
                      <a:pt x="76918" y="163721"/>
                    </a:cubicBezTo>
                    <a:cubicBezTo>
                      <a:pt x="81567" y="164436"/>
                      <a:pt x="74773" y="173018"/>
                      <a:pt x="78706" y="180408"/>
                    </a:cubicBezTo>
                    <a:cubicBezTo>
                      <a:pt x="82640" y="187798"/>
                      <a:pt x="69409" y="199240"/>
                      <a:pt x="70124" y="204246"/>
                    </a:cubicBezTo>
                    <a:cubicBezTo>
                      <a:pt x="70839" y="209252"/>
                      <a:pt x="96347" y="209610"/>
                      <a:pt x="104571" y="201028"/>
                    </a:cubicBezTo>
                    <a:cubicBezTo>
                      <a:pt x="112795" y="192446"/>
                      <a:pt x="116490" y="201743"/>
                      <a:pt x="110888" y="208179"/>
                    </a:cubicBezTo>
                    <a:cubicBezTo>
                      <a:pt x="107265" y="211135"/>
                      <a:pt x="106728" y="216463"/>
                      <a:pt x="109684" y="220087"/>
                    </a:cubicBezTo>
                    <a:cubicBezTo>
                      <a:pt x="110984" y="221672"/>
                      <a:pt x="112807" y="222733"/>
                      <a:pt x="114821" y="223078"/>
                    </a:cubicBezTo>
                    <a:cubicBezTo>
                      <a:pt x="121854" y="225462"/>
                      <a:pt x="124357" y="226177"/>
                      <a:pt x="121139" y="231899"/>
                    </a:cubicBezTo>
                    <a:cubicBezTo>
                      <a:pt x="117921" y="237620"/>
                      <a:pt x="121139" y="248228"/>
                      <a:pt x="119113" y="253472"/>
                    </a:cubicBezTo>
                    <a:cubicBezTo>
                      <a:pt x="117086" y="258717"/>
                      <a:pt x="95274" y="258121"/>
                      <a:pt x="94559" y="254545"/>
                    </a:cubicBezTo>
                    <a:cubicBezTo>
                      <a:pt x="93844" y="250970"/>
                      <a:pt x="84666" y="253472"/>
                      <a:pt x="87169" y="258479"/>
                    </a:cubicBezTo>
                    <a:cubicBezTo>
                      <a:pt x="89672" y="263485"/>
                      <a:pt x="79421" y="268729"/>
                      <a:pt x="80137" y="273378"/>
                    </a:cubicBezTo>
                    <a:cubicBezTo>
                      <a:pt x="80852" y="278026"/>
                      <a:pt x="93844" y="276834"/>
                      <a:pt x="94201" y="282555"/>
                    </a:cubicBezTo>
                    <a:cubicBezTo>
                      <a:pt x="94559" y="288277"/>
                      <a:pt x="84666" y="294475"/>
                      <a:pt x="71197" y="298885"/>
                    </a:cubicBezTo>
                    <a:cubicBezTo>
                      <a:pt x="57729" y="303295"/>
                      <a:pt x="74058" y="313426"/>
                      <a:pt x="80494" y="308778"/>
                    </a:cubicBezTo>
                    <a:cubicBezTo>
                      <a:pt x="86930" y="304129"/>
                      <a:pt x="85381" y="311996"/>
                      <a:pt x="94559" y="311996"/>
                    </a:cubicBezTo>
                    <a:cubicBezTo>
                      <a:pt x="103737" y="311996"/>
                      <a:pt x="109458" y="319386"/>
                      <a:pt x="119708" y="315452"/>
                    </a:cubicBezTo>
                    <a:cubicBezTo>
                      <a:pt x="129959" y="311519"/>
                      <a:pt x="129720" y="315452"/>
                      <a:pt x="121854" y="321531"/>
                    </a:cubicBezTo>
                    <a:cubicBezTo>
                      <a:pt x="113987" y="327610"/>
                      <a:pt x="102426" y="321531"/>
                      <a:pt x="95274" y="325107"/>
                    </a:cubicBezTo>
                    <a:cubicBezTo>
                      <a:pt x="88122" y="328683"/>
                      <a:pt x="59516" y="355978"/>
                      <a:pt x="64880" y="362653"/>
                    </a:cubicBezTo>
                    <a:cubicBezTo>
                      <a:pt x="68098" y="366467"/>
                      <a:pt x="72270" y="356932"/>
                      <a:pt x="82520" y="352760"/>
                    </a:cubicBezTo>
                    <a:cubicBezTo>
                      <a:pt x="92771" y="348588"/>
                      <a:pt x="94440" y="355501"/>
                      <a:pt x="100280" y="356216"/>
                    </a:cubicBezTo>
                    <a:cubicBezTo>
                      <a:pt x="106121" y="356932"/>
                      <a:pt x="106240" y="344297"/>
                      <a:pt x="110888" y="345608"/>
                    </a:cubicBezTo>
                    <a:cubicBezTo>
                      <a:pt x="115537" y="346919"/>
                      <a:pt x="119708" y="341675"/>
                      <a:pt x="128290" y="343105"/>
                    </a:cubicBezTo>
                    <a:cubicBezTo>
                      <a:pt x="135001" y="344309"/>
                      <a:pt x="141902" y="342378"/>
                      <a:pt x="147004" y="337861"/>
                    </a:cubicBezTo>
                    <a:cubicBezTo>
                      <a:pt x="151294" y="334285"/>
                      <a:pt x="162618" y="344893"/>
                      <a:pt x="166193" y="342390"/>
                    </a:cubicBezTo>
                    <a:cubicBezTo>
                      <a:pt x="174775" y="339041"/>
                      <a:pt x="183917" y="337384"/>
                      <a:pt x="193131" y="337503"/>
                    </a:cubicBezTo>
                    <a:cubicBezTo>
                      <a:pt x="205169" y="335644"/>
                      <a:pt x="216576" y="330900"/>
                      <a:pt x="226386" y="323677"/>
                    </a:cubicBezTo>
                    <a:cubicBezTo>
                      <a:pt x="231749" y="318671"/>
                      <a:pt x="223168" y="317598"/>
                      <a:pt x="216135" y="318671"/>
                    </a:cubicBezTo>
                    <a:cubicBezTo>
                      <a:pt x="209103" y="319743"/>
                      <a:pt x="210414" y="311638"/>
                      <a:pt x="217923" y="304487"/>
                    </a:cubicBezTo>
                    <a:cubicBezTo>
                      <a:pt x="225432" y="297335"/>
                      <a:pt x="236398" y="292091"/>
                      <a:pt x="237590" y="281483"/>
                    </a:cubicBezTo>
                    <a:close/>
                    <a:moveTo>
                      <a:pt x="24712" y="103648"/>
                    </a:moveTo>
                    <a:cubicBezTo>
                      <a:pt x="34248" y="103648"/>
                      <a:pt x="45213" y="86961"/>
                      <a:pt x="40684" y="82312"/>
                    </a:cubicBezTo>
                    <a:cubicBezTo>
                      <a:pt x="36155" y="77664"/>
                      <a:pt x="17561" y="103886"/>
                      <a:pt x="24712" y="103648"/>
                    </a:cubicBezTo>
                    <a:close/>
                    <a:moveTo>
                      <a:pt x="161783" y="26769"/>
                    </a:moveTo>
                    <a:cubicBezTo>
                      <a:pt x="167862" y="20809"/>
                      <a:pt x="174894" y="-2314"/>
                      <a:pt x="165717" y="189"/>
                    </a:cubicBezTo>
                    <a:cubicBezTo>
                      <a:pt x="156539" y="2692"/>
                      <a:pt x="159161" y="29391"/>
                      <a:pt x="161783" y="26769"/>
                    </a:cubicBezTo>
                    <a:close/>
                  </a:path>
                </a:pathLst>
              </a:custGeom>
              <a:solidFill>
                <a:srgbClr val="D9D9D9"/>
              </a:solid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202" name="Freeform: Shape 201">
                <a:extLst>
                  <a:ext uri="{FF2B5EF4-FFF2-40B4-BE49-F238E27FC236}">
                    <a16:creationId xmlns:a16="http://schemas.microsoft.com/office/drawing/2014/main" id="{389441CE-40BD-41CE-A140-43B8DD65B50C}"/>
                  </a:ext>
                </a:extLst>
              </p:cNvPr>
              <p:cNvSpPr/>
              <p:nvPr/>
            </p:nvSpPr>
            <p:spPr>
              <a:xfrm>
                <a:off x="4539406" y="6603754"/>
                <a:ext cx="298738" cy="515912"/>
              </a:xfrm>
              <a:custGeom>
                <a:avLst/>
                <a:gdLst>
                  <a:gd name="connsiteX0" fmla="*/ 295759 w 298738"/>
                  <a:gd name="connsiteY0" fmla="*/ 119042 h 515912"/>
                  <a:gd name="connsiteX1" fmla="*/ 291110 w 298738"/>
                  <a:gd name="connsiteY1" fmla="*/ 107123 h 515912"/>
                  <a:gd name="connsiteX2" fmla="*/ 292302 w 298738"/>
                  <a:gd name="connsiteY2" fmla="*/ 86622 h 515912"/>
                  <a:gd name="connsiteX3" fmla="*/ 286581 w 298738"/>
                  <a:gd name="connsiteY3" fmla="*/ 65048 h 515912"/>
                  <a:gd name="connsiteX4" fmla="*/ 285508 w 298738"/>
                  <a:gd name="connsiteY4" fmla="*/ 42282 h 515912"/>
                  <a:gd name="connsiteX5" fmla="*/ 251300 w 298738"/>
                  <a:gd name="connsiteY5" fmla="*/ 21781 h 515912"/>
                  <a:gd name="connsiteX6" fmla="*/ 222813 w 298738"/>
                  <a:gd name="connsiteY6" fmla="*/ 1280 h 515912"/>
                  <a:gd name="connsiteX7" fmla="*/ 209225 w 298738"/>
                  <a:gd name="connsiteY7" fmla="*/ 19516 h 515912"/>
                  <a:gd name="connsiteX8" fmla="*/ 193253 w 298738"/>
                  <a:gd name="connsiteY8" fmla="*/ 24046 h 515912"/>
                  <a:gd name="connsiteX9" fmla="*/ 168223 w 298738"/>
                  <a:gd name="connsiteY9" fmla="*/ 19516 h 515912"/>
                  <a:gd name="connsiteX10" fmla="*/ 162502 w 298738"/>
                  <a:gd name="connsiteY10" fmla="*/ 36561 h 515912"/>
                  <a:gd name="connsiteX11" fmla="*/ 144384 w 298738"/>
                  <a:gd name="connsiteY11" fmla="*/ 43355 h 515912"/>
                  <a:gd name="connsiteX12" fmla="*/ 126148 w 298738"/>
                  <a:gd name="connsiteY12" fmla="*/ 57062 h 515912"/>
                  <a:gd name="connsiteX13" fmla="*/ 119235 w 298738"/>
                  <a:gd name="connsiteY13" fmla="*/ 74106 h 515912"/>
                  <a:gd name="connsiteX14" fmla="*/ 113633 w 298738"/>
                  <a:gd name="connsiteY14" fmla="*/ 86026 h 515912"/>
                  <a:gd name="connsiteX15" fmla="*/ 101118 w 298738"/>
                  <a:gd name="connsiteY15" fmla="*/ 104262 h 515912"/>
                  <a:gd name="connsiteX16" fmla="*/ 96469 w 298738"/>
                  <a:gd name="connsiteY16" fmla="*/ 117969 h 515912"/>
                  <a:gd name="connsiteX17" fmla="*/ 78352 w 298738"/>
                  <a:gd name="connsiteY17" fmla="*/ 122499 h 515912"/>
                  <a:gd name="connsiteX18" fmla="*/ 77160 w 298738"/>
                  <a:gd name="connsiteY18" fmla="*/ 144192 h 515912"/>
                  <a:gd name="connsiteX19" fmla="*/ 60950 w 298738"/>
                  <a:gd name="connsiteY19" fmla="*/ 175062 h 515912"/>
                  <a:gd name="connsiteX20" fmla="*/ 66671 w 298738"/>
                  <a:gd name="connsiteY20" fmla="*/ 186982 h 515912"/>
                  <a:gd name="connsiteX21" fmla="*/ 66671 w 298738"/>
                  <a:gd name="connsiteY21" fmla="*/ 200689 h 515912"/>
                  <a:gd name="connsiteX22" fmla="*/ 50699 w 298738"/>
                  <a:gd name="connsiteY22" fmla="*/ 201881 h 515912"/>
                  <a:gd name="connsiteX23" fmla="*/ 26861 w 298738"/>
                  <a:gd name="connsiteY23" fmla="*/ 217733 h 515912"/>
                  <a:gd name="connsiteX24" fmla="*/ 24596 w 298738"/>
                  <a:gd name="connsiteY24" fmla="*/ 241572 h 515912"/>
                  <a:gd name="connsiteX25" fmla="*/ 24596 w 298738"/>
                  <a:gd name="connsiteY25" fmla="*/ 265410 h 515912"/>
                  <a:gd name="connsiteX26" fmla="*/ 23404 w 298738"/>
                  <a:gd name="connsiteY26" fmla="*/ 288176 h 515912"/>
                  <a:gd name="connsiteX27" fmla="*/ 39376 w 298738"/>
                  <a:gd name="connsiteY27" fmla="*/ 305340 h 515912"/>
                  <a:gd name="connsiteX28" fmla="*/ 30198 w 298738"/>
                  <a:gd name="connsiteY28" fmla="*/ 317259 h 515912"/>
                  <a:gd name="connsiteX29" fmla="*/ 31390 w 298738"/>
                  <a:gd name="connsiteY29" fmla="*/ 329178 h 515912"/>
                  <a:gd name="connsiteX30" fmla="*/ 32582 w 298738"/>
                  <a:gd name="connsiteY30" fmla="*/ 351944 h 515912"/>
                  <a:gd name="connsiteX31" fmla="*/ 16610 w 298738"/>
                  <a:gd name="connsiteY31" fmla="*/ 357665 h 515912"/>
                  <a:gd name="connsiteX32" fmla="*/ 13154 w 298738"/>
                  <a:gd name="connsiteY32" fmla="*/ 376974 h 515912"/>
                  <a:gd name="connsiteX33" fmla="*/ 7432 w 298738"/>
                  <a:gd name="connsiteY33" fmla="*/ 392946 h 515912"/>
                  <a:gd name="connsiteX34" fmla="*/ 42 w 298738"/>
                  <a:gd name="connsiteY34" fmla="*/ 391873 h 515912"/>
                  <a:gd name="connsiteX35" fmla="*/ 42 w 298738"/>
                  <a:gd name="connsiteY35" fmla="*/ 394138 h 515912"/>
                  <a:gd name="connsiteX36" fmla="*/ 10650 w 298738"/>
                  <a:gd name="connsiteY36" fmla="*/ 417977 h 515912"/>
                  <a:gd name="connsiteX37" fmla="*/ 19113 w 298738"/>
                  <a:gd name="connsiteY37" fmla="*/ 442769 h 515912"/>
                  <a:gd name="connsiteX38" fmla="*/ 31033 w 298738"/>
                  <a:gd name="connsiteY38" fmla="*/ 464461 h 515912"/>
                  <a:gd name="connsiteX39" fmla="*/ 36038 w 298738"/>
                  <a:gd name="connsiteY39" fmla="*/ 482459 h 515912"/>
                  <a:gd name="connsiteX40" fmla="*/ 42713 w 298738"/>
                  <a:gd name="connsiteY40" fmla="*/ 493425 h 515912"/>
                  <a:gd name="connsiteX41" fmla="*/ 42713 w 298738"/>
                  <a:gd name="connsiteY41" fmla="*/ 513688 h 515912"/>
                  <a:gd name="connsiteX42" fmla="*/ 61546 w 298738"/>
                  <a:gd name="connsiteY42" fmla="*/ 513688 h 515912"/>
                  <a:gd name="connsiteX43" fmla="*/ 70366 w 298738"/>
                  <a:gd name="connsiteY43" fmla="*/ 499504 h 515912"/>
                  <a:gd name="connsiteX44" fmla="*/ 77756 w 298738"/>
                  <a:gd name="connsiteY44" fmla="*/ 491637 h 515912"/>
                  <a:gd name="connsiteX45" fmla="*/ 97661 w 298738"/>
                  <a:gd name="connsiteY45" fmla="*/ 489850 h 515912"/>
                  <a:gd name="connsiteX46" fmla="*/ 111487 w 298738"/>
                  <a:gd name="connsiteY46" fmla="*/ 478884 h 515912"/>
                  <a:gd name="connsiteX47" fmla="*/ 119950 w 298738"/>
                  <a:gd name="connsiteY47" fmla="*/ 482459 h 515912"/>
                  <a:gd name="connsiteX48" fmla="*/ 133419 w 298738"/>
                  <a:gd name="connsiteY48" fmla="*/ 459813 h 515912"/>
                  <a:gd name="connsiteX49" fmla="*/ 124956 w 298738"/>
                  <a:gd name="connsiteY49" fmla="*/ 461243 h 515912"/>
                  <a:gd name="connsiteX50" fmla="*/ 124956 w 298738"/>
                  <a:gd name="connsiteY50" fmla="*/ 444556 h 515912"/>
                  <a:gd name="connsiteX51" fmla="*/ 128889 w 298738"/>
                  <a:gd name="connsiteY51" fmla="*/ 410586 h 515912"/>
                  <a:gd name="connsiteX52" fmla="*/ 142239 w 298738"/>
                  <a:gd name="connsiteY52" fmla="*/ 396045 h 515912"/>
                  <a:gd name="connsiteX53" fmla="*/ 163932 w 298738"/>
                  <a:gd name="connsiteY53" fmla="*/ 375782 h 515912"/>
                  <a:gd name="connsiteX54" fmla="*/ 178116 w 298738"/>
                  <a:gd name="connsiteY54" fmla="*/ 356354 h 515912"/>
                  <a:gd name="connsiteX55" fmla="*/ 155470 w 298738"/>
                  <a:gd name="connsiteY55" fmla="*/ 331204 h 515912"/>
                  <a:gd name="connsiteX56" fmla="*/ 138425 w 298738"/>
                  <a:gd name="connsiteY56" fmla="*/ 326556 h 515912"/>
                  <a:gd name="connsiteX57" fmla="*/ 135564 w 298738"/>
                  <a:gd name="connsiteY57" fmla="*/ 299618 h 515912"/>
                  <a:gd name="connsiteX58" fmla="*/ 144384 w 298738"/>
                  <a:gd name="connsiteY58" fmla="*/ 275780 h 515912"/>
                  <a:gd name="connsiteX59" fmla="*/ 150821 w 298738"/>
                  <a:gd name="connsiteY59" fmla="*/ 257305 h 515912"/>
                  <a:gd name="connsiteX60" fmla="*/ 162144 w 298738"/>
                  <a:gd name="connsiteY60" fmla="*/ 246340 h 515912"/>
                  <a:gd name="connsiteX61" fmla="*/ 178831 w 298738"/>
                  <a:gd name="connsiteY61" fmla="*/ 227626 h 515912"/>
                  <a:gd name="connsiteX62" fmla="*/ 201478 w 298738"/>
                  <a:gd name="connsiteY62" fmla="*/ 214515 h 515912"/>
                  <a:gd name="connsiteX63" fmla="*/ 238308 w 298738"/>
                  <a:gd name="connsiteY63" fmla="*/ 186862 h 515912"/>
                  <a:gd name="connsiteX64" fmla="*/ 235805 w 298738"/>
                  <a:gd name="connsiteY64" fmla="*/ 163858 h 515912"/>
                  <a:gd name="connsiteX65" fmla="*/ 244983 w 298738"/>
                  <a:gd name="connsiteY65" fmla="*/ 144311 h 515912"/>
                  <a:gd name="connsiteX66" fmla="*/ 260597 w 298738"/>
                  <a:gd name="connsiteY66" fmla="*/ 132392 h 515912"/>
                  <a:gd name="connsiteX67" fmla="*/ 285747 w 298738"/>
                  <a:gd name="connsiteY67" fmla="*/ 130008 h 515912"/>
                  <a:gd name="connsiteX68" fmla="*/ 298739 w 298738"/>
                  <a:gd name="connsiteY68" fmla="*/ 130008 h 515912"/>
                  <a:gd name="connsiteX69" fmla="*/ 295759 w 298738"/>
                  <a:gd name="connsiteY69" fmla="*/ 119042 h 515912"/>
                  <a:gd name="connsiteX70" fmla="*/ 175971 w 298738"/>
                  <a:gd name="connsiteY70" fmla="*/ 430730 h 515912"/>
                  <a:gd name="connsiteX71" fmla="*/ 159641 w 298738"/>
                  <a:gd name="connsiteY71" fmla="*/ 461959 h 515912"/>
                  <a:gd name="connsiteX72" fmla="*/ 175732 w 298738"/>
                  <a:gd name="connsiteY72" fmla="*/ 430730 h 5159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Lst>
                <a:rect l="l" t="t" r="r" b="b"/>
                <a:pathLst>
                  <a:path w="298738" h="515912">
                    <a:moveTo>
                      <a:pt x="295759" y="119042"/>
                    </a:moveTo>
                    <a:cubicBezTo>
                      <a:pt x="292302" y="115705"/>
                      <a:pt x="285508" y="107123"/>
                      <a:pt x="291110" y="107123"/>
                    </a:cubicBezTo>
                    <a:cubicBezTo>
                      <a:pt x="296712" y="107123"/>
                      <a:pt x="299096" y="90078"/>
                      <a:pt x="292302" y="86622"/>
                    </a:cubicBezTo>
                    <a:cubicBezTo>
                      <a:pt x="285508" y="83165"/>
                      <a:pt x="292302" y="68504"/>
                      <a:pt x="286581" y="65048"/>
                    </a:cubicBezTo>
                    <a:cubicBezTo>
                      <a:pt x="280860" y="61591"/>
                      <a:pt x="284316" y="50268"/>
                      <a:pt x="285508" y="42282"/>
                    </a:cubicBezTo>
                    <a:cubicBezTo>
                      <a:pt x="286700" y="34296"/>
                      <a:pt x="263815" y="27502"/>
                      <a:pt x="251300" y="21781"/>
                    </a:cubicBezTo>
                    <a:cubicBezTo>
                      <a:pt x="238785" y="16060"/>
                      <a:pt x="233064" y="7001"/>
                      <a:pt x="222813" y="1280"/>
                    </a:cubicBezTo>
                    <a:cubicBezTo>
                      <a:pt x="212562" y="-4441"/>
                      <a:pt x="209225" y="10339"/>
                      <a:pt x="209225" y="19516"/>
                    </a:cubicBezTo>
                    <a:cubicBezTo>
                      <a:pt x="209225" y="28694"/>
                      <a:pt x="200047" y="29767"/>
                      <a:pt x="193253" y="24046"/>
                    </a:cubicBezTo>
                    <a:cubicBezTo>
                      <a:pt x="186459" y="18324"/>
                      <a:pt x="178474" y="24046"/>
                      <a:pt x="168223" y="19516"/>
                    </a:cubicBezTo>
                    <a:cubicBezTo>
                      <a:pt x="157972" y="14987"/>
                      <a:pt x="162502" y="29767"/>
                      <a:pt x="162502" y="36561"/>
                    </a:cubicBezTo>
                    <a:cubicBezTo>
                      <a:pt x="162502" y="43355"/>
                      <a:pt x="151178" y="43355"/>
                      <a:pt x="144384" y="43355"/>
                    </a:cubicBezTo>
                    <a:cubicBezTo>
                      <a:pt x="137591" y="43355"/>
                      <a:pt x="126148" y="49076"/>
                      <a:pt x="126148" y="57062"/>
                    </a:cubicBezTo>
                    <a:cubicBezTo>
                      <a:pt x="126148" y="65048"/>
                      <a:pt x="115898" y="68981"/>
                      <a:pt x="119235" y="74106"/>
                    </a:cubicBezTo>
                    <a:cubicBezTo>
                      <a:pt x="122572" y="79232"/>
                      <a:pt x="118162" y="83284"/>
                      <a:pt x="113633" y="86026"/>
                    </a:cubicBezTo>
                    <a:cubicBezTo>
                      <a:pt x="109103" y="88767"/>
                      <a:pt x="104455" y="100806"/>
                      <a:pt x="101118" y="104262"/>
                    </a:cubicBezTo>
                    <a:cubicBezTo>
                      <a:pt x="97780" y="107719"/>
                      <a:pt x="103382" y="113440"/>
                      <a:pt x="96469" y="117969"/>
                    </a:cubicBezTo>
                    <a:cubicBezTo>
                      <a:pt x="89556" y="122499"/>
                      <a:pt x="81689" y="119042"/>
                      <a:pt x="78352" y="122499"/>
                    </a:cubicBezTo>
                    <a:cubicBezTo>
                      <a:pt x="75015" y="125955"/>
                      <a:pt x="78352" y="134418"/>
                      <a:pt x="77160" y="144192"/>
                    </a:cubicBezTo>
                    <a:cubicBezTo>
                      <a:pt x="74359" y="155646"/>
                      <a:pt x="68793" y="166242"/>
                      <a:pt x="60950" y="175062"/>
                    </a:cubicBezTo>
                    <a:cubicBezTo>
                      <a:pt x="54156" y="184240"/>
                      <a:pt x="63214" y="186982"/>
                      <a:pt x="66671" y="186982"/>
                    </a:cubicBezTo>
                    <a:cubicBezTo>
                      <a:pt x="70128" y="186982"/>
                      <a:pt x="70128" y="193895"/>
                      <a:pt x="66671" y="200689"/>
                    </a:cubicBezTo>
                    <a:cubicBezTo>
                      <a:pt x="63214" y="207483"/>
                      <a:pt x="55348" y="202953"/>
                      <a:pt x="50699" y="201881"/>
                    </a:cubicBezTo>
                    <a:cubicBezTo>
                      <a:pt x="40592" y="202810"/>
                      <a:pt x="31628" y="208770"/>
                      <a:pt x="26861" y="217733"/>
                    </a:cubicBezTo>
                    <a:cubicBezTo>
                      <a:pt x="21879" y="224694"/>
                      <a:pt x="21020" y="233800"/>
                      <a:pt x="24596" y="241572"/>
                    </a:cubicBezTo>
                    <a:cubicBezTo>
                      <a:pt x="26861" y="247174"/>
                      <a:pt x="18875" y="253491"/>
                      <a:pt x="24596" y="265410"/>
                    </a:cubicBezTo>
                    <a:cubicBezTo>
                      <a:pt x="30317" y="277330"/>
                      <a:pt x="22331" y="279117"/>
                      <a:pt x="23404" y="288176"/>
                    </a:cubicBezTo>
                    <a:cubicBezTo>
                      <a:pt x="24477" y="297235"/>
                      <a:pt x="38184" y="296162"/>
                      <a:pt x="39376" y="305340"/>
                    </a:cubicBezTo>
                    <a:cubicBezTo>
                      <a:pt x="40568" y="314517"/>
                      <a:pt x="34846" y="317259"/>
                      <a:pt x="30198" y="317259"/>
                    </a:cubicBezTo>
                    <a:cubicBezTo>
                      <a:pt x="25549" y="317259"/>
                      <a:pt x="26861" y="326318"/>
                      <a:pt x="31390" y="329178"/>
                    </a:cubicBezTo>
                    <a:cubicBezTo>
                      <a:pt x="35920" y="332039"/>
                      <a:pt x="34846" y="347415"/>
                      <a:pt x="32582" y="351944"/>
                    </a:cubicBezTo>
                    <a:cubicBezTo>
                      <a:pt x="30317" y="356473"/>
                      <a:pt x="15418" y="351944"/>
                      <a:pt x="16610" y="357665"/>
                    </a:cubicBezTo>
                    <a:cubicBezTo>
                      <a:pt x="17802" y="363386"/>
                      <a:pt x="13154" y="372445"/>
                      <a:pt x="13154" y="376974"/>
                    </a:cubicBezTo>
                    <a:cubicBezTo>
                      <a:pt x="13154" y="381504"/>
                      <a:pt x="12081" y="396403"/>
                      <a:pt x="7432" y="392946"/>
                    </a:cubicBezTo>
                    <a:cubicBezTo>
                      <a:pt x="5180" y="391718"/>
                      <a:pt x="2557" y="391337"/>
                      <a:pt x="42" y="391873"/>
                    </a:cubicBezTo>
                    <a:lnTo>
                      <a:pt x="42" y="394138"/>
                    </a:lnTo>
                    <a:cubicBezTo>
                      <a:pt x="-458" y="403328"/>
                      <a:pt x="3487" y="412196"/>
                      <a:pt x="10650" y="417977"/>
                    </a:cubicBezTo>
                    <a:cubicBezTo>
                      <a:pt x="18398" y="424413"/>
                      <a:pt x="12439" y="433948"/>
                      <a:pt x="19113" y="442769"/>
                    </a:cubicBezTo>
                    <a:cubicBezTo>
                      <a:pt x="25788" y="451589"/>
                      <a:pt x="23762" y="458025"/>
                      <a:pt x="31033" y="464461"/>
                    </a:cubicBezTo>
                    <a:cubicBezTo>
                      <a:pt x="38303" y="470898"/>
                      <a:pt x="39257" y="474354"/>
                      <a:pt x="36038" y="482459"/>
                    </a:cubicBezTo>
                    <a:cubicBezTo>
                      <a:pt x="32820" y="490565"/>
                      <a:pt x="42356" y="488538"/>
                      <a:pt x="42713" y="493425"/>
                    </a:cubicBezTo>
                    <a:cubicBezTo>
                      <a:pt x="43071" y="498312"/>
                      <a:pt x="40687" y="508682"/>
                      <a:pt x="42713" y="513688"/>
                    </a:cubicBezTo>
                    <a:cubicBezTo>
                      <a:pt x="44740" y="518694"/>
                      <a:pt x="50222" y="513688"/>
                      <a:pt x="61546" y="513688"/>
                    </a:cubicBezTo>
                    <a:cubicBezTo>
                      <a:pt x="72869" y="513688"/>
                      <a:pt x="70008" y="506179"/>
                      <a:pt x="70366" y="499504"/>
                    </a:cubicBezTo>
                    <a:cubicBezTo>
                      <a:pt x="70724" y="492829"/>
                      <a:pt x="76445" y="495928"/>
                      <a:pt x="77756" y="491637"/>
                    </a:cubicBezTo>
                    <a:cubicBezTo>
                      <a:pt x="79067" y="487346"/>
                      <a:pt x="89675" y="486393"/>
                      <a:pt x="97661" y="489850"/>
                    </a:cubicBezTo>
                    <a:cubicBezTo>
                      <a:pt x="105647" y="493306"/>
                      <a:pt x="109580" y="487466"/>
                      <a:pt x="111487" y="478884"/>
                    </a:cubicBezTo>
                    <a:cubicBezTo>
                      <a:pt x="113395" y="470302"/>
                      <a:pt x="117447" y="480672"/>
                      <a:pt x="119950" y="482459"/>
                    </a:cubicBezTo>
                    <a:cubicBezTo>
                      <a:pt x="122453" y="484247"/>
                      <a:pt x="129843" y="469348"/>
                      <a:pt x="133419" y="459813"/>
                    </a:cubicBezTo>
                    <a:cubicBezTo>
                      <a:pt x="136994" y="450278"/>
                      <a:pt x="133419" y="451946"/>
                      <a:pt x="124956" y="461243"/>
                    </a:cubicBezTo>
                    <a:cubicBezTo>
                      <a:pt x="116493" y="470540"/>
                      <a:pt x="121380" y="451946"/>
                      <a:pt x="124956" y="444556"/>
                    </a:cubicBezTo>
                    <a:cubicBezTo>
                      <a:pt x="127185" y="433352"/>
                      <a:pt x="128496" y="421993"/>
                      <a:pt x="128889" y="410586"/>
                    </a:cubicBezTo>
                    <a:cubicBezTo>
                      <a:pt x="129569" y="403292"/>
                      <a:pt x="135028" y="397344"/>
                      <a:pt x="142239" y="396045"/>
                    </a:cubicBezTo>
                    <a:cubicBezTo>
                      <a:pt x="152609" y="393900"/>
                      <a:pt x="166077" y="381146"/>
                      <a:pt x="163932" y="375782"/>
                    </a:cubicBezTo>
                    <a:cubicBezTo>
                      <a:pt x="161787" y="370419"/>
                      <a:pt x="178116" y="361718"/>
                      <a:pt x="178116" y="356354"/>
                    </a:cubicBezTo>
                    <a:cubicBezTo>
                      <a:pt x="178116" y="350990"/>
                      <a:pt x="161072" y="334780"/>
                      <a:pt x="155470" y="331204"/>
                    </a:cubicBezTo>
                    <a:cubicBezTo>
                      <a:pt x="149867" y="327629"/>
                      <a:pt x="137352" y="330489"/>
                      <a:pt x="138425" y="326556"/>
                    </a:cubicBezTo>
                    <a:cubicBezTo>
                      <a:pt x="138508" y="317497"/>
                      <a:pt x="137555" y="308463"/>
                      <a:pt x="135564" y="299618"/>
                    </a:cubicBezTo>
                    <a:cubicBezTo>
                      <a:pt x="134134" y="291871"/>
                      <a:pt x="144384" y="283766"/>
                      <a:pt x="144384" y="275780"/>
                    </a:cubicBezTo>
                    <a:cubicBezTo>
                      <a:pt x="144384" y="267794"/>
                      <a:pt x="144384" y="259808"/>
                      <a:pt x="150821" y="257305"/>
                    </a:cubicBezTo>
                    <a:cubicBezTo>
                      <a:pt x="157257" y="254802"/>
                      <a:pt x="153324" y="248485"/>
                      <a:pt x="162144" y="246340"/>
                    </a:cubicBezTo>
                    <a:cubicBezTo>
                      <a:pt x="170964" y="244194"/>
                      <a:pt x="169177" y="231560"/>
                      <a:pt x="178831" y="227626"/>
                    </a:cubicBezTo>
                    <a:cubicBezTo>
                      <a:pt x="188486" y="223693"/>
                      <a:pt x="189081" y="220475"/>
                      <a:pt x="201478" y="214515"/>
                    </a:cubicBezTo>
                    <a:cubicBezTo>
                      <a:pt x="215542" y="207960"/>
                      <a:pt x="228093" y="198543"/>
                      <a:pt x="238308" y="186862"/>
                    </a:cubicBezTo>
                    <a:cubicBezTo>
                      <a:pt x="241884" y="179473"/>
                      <a:pt x="225554" y="171606"/>
                      <a:pt x="235805" y="163858"/>
                    </a:cubicBezTo>
                    <a:cubicBezTo>
                      <a:pt x="246055" y="156111"/>
                      <a:pt x="237593" y="147171"/>
                      <a:pt x="244983" y="144311"/>
                    </a:cubicBezTo>
                    <a:cubicBezTo>
                      <a:pt x="251193" y="141867"/>
                      <a:pt x="256604" y="137743"/>
                      <a:pt x="260597" y="132392"/>
                    </a:cubicBezTo>
                    <a:cubicBezTo>
                      <a:pt x="265961" y="126789"/>
                      <a:pt x="272516" y="132392"/>
                      <a:pt x="285747" y="130008"/>
                    </a:cubicBezTo>
                    <a:cubicBezTo>
                      <a:pt x="290026" y="129102"/>
                      <a:pt x="294460" y="129102"/>
                      <a:pt x="298739" y="130008"/>
                    </a:cubicBezTo>
                    <a:cubicBezTo>
                      <a:pt x="298643" y="126170"/>
                      <a:pt x="297618" y="122403"/>
                      <a:pt x="295759" y="119042"/>
                    </a:cubicBezTo>
                    <a:close/>
                    <a:moveTo>
                      <a:pt x="175971" y="430730"/>
                    </a:moveTo>
                    <a:cubicBezTo>
                      <a:pt x="162502" y="430730"/>
                      <a:pt x="156185" y="457548"/>
                      <a:pt x="159641" y="461959"/>
                    </a:cubicBezTo>
                    <a:cubicBezTo>
                      <a:pt x="163098" y="466369"/>
                      <a:pt x="189201" y="430372"/>
                      <a:pt x="175732" y="430730"/>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203" name="Freeform: Shape 202">
                <a:extLst>
                  <a:ext uri="{FF2B5EF4-FFF2-40B4-BE49-F238E27FC236}">
                    <a16:creationId xmlns:a16="http://schemas.microsoft.com/office/drawing/2014/main" id="{BFB4B396-B616-4BAE-8548-B3E3DA9A35F6}"/>
                  </a:ext>
                </a:extLst>
              </p:cNvPr>
              <p:cNvSpPr/>
              <p:nvPr/>
            </p:nvSpPr>
            <p:spPr>
              <a:xfrm>
                <a:off x="6033883" y="7188428"/>
                <a:ext cx="1437730" cy="985848"/>
              </a:xfrm>
              <a:custGeom>
                <a:avLst/>
                <a:gdLst>
                  <a:gd name="connsiteX0" fmla="*/ 1435434 w 1437730"/>
                  <a:gd name="connsiteY0" fmla="*/ 175861 h 985848"/>
                  <a:gd name="connsiteX1" fmla="*/ 1416244 w 1437730"/>
                  <a:gd name="connsiteY1" fmla="*/ 170974 h 985848"/>
                  <a:gd name="connsiteX2" fmla="*/ 1392406 w 1437730"/>
                  <a:gd name="connsiteY2" fmla="*/ 179437 h 985848"/>
                  <a:gd name="connsiteX3" fmla="*/ 1371189 w 1437730"/>
                  <a:gd name="connsiteY3" fmla="*/ 184443 h 985848"/>
                  <a:gd name="connsiteX4" fmla="*/ 1347351 w 1437730"/>
                  <a:gd name="connsiteY4" fmla="*/ 175146 h 985848"/>
                  <a:gd name="connsiteX5" fmla="*/ 1342464 w 1437730"/>
                  <a:gd name="connsiteY5" fmla="*/ 154645 h 985848"/>
                  <a:gd name="connsiteX6" fmla="*/ 1325420 w 1437730"/>
                  <a:gd name="connsiteY6" fmla="*/ 142725 h 985848"/>
                  <a:gd name="connsiteX7" fmla="*/ 1301581 w 1437730"/>
                  <a:gd name="connsiteY7" fmla="*/ 132117 h 985848"/>
                  <a:gd name="connsiteX8" fmla="*/ 1277743 w 1437730"/>
                  <a:gd name="connsiteY8" fmla="*/ 123535 h 985848"/>
                  <a:gd name="connsiteX9" fmla="*/ 1268565 w 1437730"/>
                  <a:gd name="connsiteY9" fmla="*/ 110067 h 985848"/>
                  <a:gd name="connsiteX10" fmla="*/ 1256646 w 1437730"/>
                  <a:gd name="connsiteY10" fmla="*/ 81103 h 985848"/>
                  <a:gd name="connsiteX11" fmla="*/ 1242462 w 1437730"/>
                  <a:gd name="connsiteY11" fmla="*/ 52735 h 985848"/>
                  <a:gd name="connsiteX12" fmla="*/ 1230542 w 1437730"/>
                  <a:gd name="connsiteY12" fmla="*/ 30804 h 985848"/>
                  <a:gd name="connsiteX13" fmla="*/ 1215048 w 1437730"/>
                  <a:gd name="connsiteY13" fmla="*/ 13044 h 985848"/>
                  <a:gd name="connsiteX14" fmla="*/ 1185965 w 1437730"/>
                  <a:gd name="connsiteY14" fmla="*/ 4581 h 985848"/>
                  <a:gd name="connsiteX15" fmla="*/ 1159027 w 1437730"/>
                  <a:gd name="connsiteY15" fmla="*/ 290 h 985848"/>
                  <a:gd name="connsiteX16" fmla="*/ 1123269 w 1437730"/>
                  <a:gd name="connsiteY16" fmla="*/ 3151 h 985848"/>
                  <a:gd name="connsiteX17" fmla="*/ 1092756 w 1437730"/>
                  <a:gd name="connsiteY17" fmla="*/ 13044 h 985848"/>
                  <a:gd name="connsiteX18" fmla="*/ 1094901 w 1437730"/>
                  <a:gd name="connsiteY18" fmla="*/ 25798 h 985848"/>
                  <a:gd name="connsiteX19" fmla="*/ 1101934 w 1437730"/>
                  <a:gd name="connsiteY19" fmla="*/ 42842 h 985848"/>
                  <a:gd name="connsiteX20" fmla="*/ 1091326 w 1437730"/>
                  <a:gd name="connsiteY20" fmla="*/ 54761 h 985848"/>
                  <a:gd name="connsiteX21" fmla="*/ 1076427 w 1437730"/>
                  <a:gd name="connsiteY21" fmla="*/ 77408 h 985848"/>
                  <a:gd name="connsiteX22" fmla="*/ 1064507 w 1437730"/>
                  <a:gd name="connsiteY22" fmla="*/ 102200 h 985848"/>
                  <a:gd name="connsiteX23" fmla="*/ 1053899 w 1437730"/>
                  <a:gd name="connsiteY23" fmla="*/ 112808 h 985848"/>
                  <a:gd name="connsiteX24" fmla="*/ 1031253 w 1437730"/>
                  <a:gd name="connsiteY24" fmla="*/ 124727 h 985848"/>
                  <a:gd name="connsiteX25" fmla="*/ 1007415 w 1437730"/>
                  <a:gd name="connsiteY25" fmla="*/ 118410 h 985848"/>
                  <a:gd name="connsiteX26" fmla="*/ 1002051 w 1437730"/>
                  <a:gd name="connsiteY26" fmla="*/ 114358 h 985848"/>
                  <a:gd name="connsiteX27" fmla="*/ 982861 w 1437730"/>
                  <a:gd name="connsiteY27" fmla="*/ 152737 h 985848"/>
                  <a:gd name="connsiteX28" fmla="*/ 981311 w 1437730"/>
                  <a:gd name="connsiteY28" fmla="*/ 164657 h 985848"/>
                  <a:gd name="connsiteX29" fmla="*/ 978212 w 1437730"/>
                  <a:gd name="connsiteY29" fmla="*/ 176576 h 985848"/>
                  <a:gd name="connsiteX30" fmla="*/ 1003004 w 1437730"/>
                  <a:gd name="connsiteY30" fmla="*/ 178125 h 985848"/>
                  <a:gd name="connsiteX31" fmla="*/ 1026127 w 1437730"/>
                  <a:gd name="connsiteY31" fmla="*/ 181225 h 985848"/>
                  <a:gd name="connsiteX32" fmla="*/ 1044233 w 1437730"/>
                  <a:gd name="connsiteY32" fmla="*/ 174288 h 985848"/>
                  <a:gd name="connsiteX33" fmla="*/ 1049250 w 1437730"/>
                  <a:gd name="connsiteY33" fmla="*/ 178125 h 985848"/>
                  <a:gd name="connsiteX34" fmla="*/ 1080122 w 1437730"/>
                  <a:gd name="connsiteY34" fmla="*/ 210546 h 985848"/>
                  <a:gd name="connsiteX35" fmla="*/ 1055449 w 1437730"/>
                  <a:gd name="connsiteY35" fmla="*/ 213645 h 985848"/>
                  <a:gd name="connsiteX36" fmla="*/ 1024578 w 1437730"/>
                  <a:gd name="connsiteY36" fmla="*/ 219843 h 985848"/>
                  <a:gd name="connsiteX37" fmla="*/ 995257 w 1437730"/>
                  <a:gd name="connsiteY37" fmla="*/ 231762 h 985848"/>
                  <a:gd name="connsiteX38" fmla="*/ 973564 w 1437730"/>
                  <a:gd name="connsiteY38" fmla="*/ 251906 h 985848"/>
                  <a:gd name="connsiteX39" fmla="*/ 937806 w 1437730"/>
                  <a:gd name="connsiteY39" fmla="*/ 262633 h 985848"/>
                  <a:gd name="connsiteX40" fmla="*/ 899307 w 1437730"/>
                  <a:gd name="connsiteY40" fmla="*/ 265732 h 985848"/>
                  <a:gd name="connsiteX41" fmla="*/ 876100 w 1437730"/>
                  <a:gd name="connsiteY41" fmla="*/ 270857 h 985848"/>
                  <a:gd name="connsiteX42" fmla="*/ 875468 w 1437730"/>
                  <a:gd name="connsiteY42" fmla="*/ 271930 h 985848"/>
                  <a:gd name="connsiteX43" fmla="*/ 881666 w 1437730"/>
                  <a:gd name="connsiteY43" fmla="*/ 299702 h 985848"/>
                  <a:gd name="connsiteX44" fmla="*/ 852345 w 1437730"/>
                  <a:gd name="connsiteY44" fmla="*/ 322944 h 985848"/>
                  <a:gd name="connsiteX45" fmla="*/ 809078 w 1437730"/>
                  <a:gd name="connsiteY45" fmla="*/ 341419 h 985848"/>
                  <a:gd name="connsiteX46" fmla="*/ 755084 w 1437730"/>
                  <a:gd name="connsiteY46" fmla="*/ 342969 h 985848"/>
                  <a:gd name="connsiteX47" fmla="*/ 713366 w 1437730"/>
                  <a:gd name="connsiteY47" fmla="*/ 364542 h 985848"/>
                  <a:gd name="connsiteX48" fmla="*/ 694892 w 1437730"/>
                  <a:gd name="connsiteY48" fmla="*/ 355245 h 985848"/>
                  <a:gd name="connsiteX49" fmla="*/ 670219 w 1437730"/>
                  <a:gd name="connsiteY49" fmla="*/ 349167 h 985848"/>
                  <a:gd name="connsiteX50" fmla="*/ 643996 w 1437730"/>
                  <a:gd name="connsiteY50" fmla="*/ 342969 h 985848"/>
                  <a:gd name="connsiteX51" fmla="*/ 600729 w 1437730"/>
                  <a:gd name="connsiteY51" fmla="*/ 333672 h 985848"/>
                  <a:gd name="connsiteX52" fmla="*/ 543636 w 1437730"/>
                  <a:gd name="connsiteY52" fmla="*/ 332122 h 985848"/>
                  <a:gd name="connsiteX53" fmla="*/ 512766 w 1437730"/>
                  <a:gd name="connsiteY53" fmla="*/ 329023 h 985848"/>
                  <a:gd name="connsiteX54" fmla="*/ 498820 w 1437730"/>
                  <a:gd name="connsiteY54" fmla="*/ 304350 h 985848"/>
                  <a:gd name="connsiteX55" fmla="*/ 480345 w 1437730"/>
                  <a:gd name="connsiteY55" fmla="*/ 284326 h 985848"/>
                  <a:gd name="connsiteX56" fmla="*/ 464850 w 1437730"/>
                  <a:gd name="connsiteY56" fmla="*/ 273479 h 985848"/>
                  <a:gd name="connsiteX57" fmla="*/ 446972 w 1437730"/>
                  <a:gd name="connsiteY57" fmla="*/ 262633 h 985848"/>
                  <a:gd name="connsiteX58" fmla="*/ 392977 w 1437730"/>
                  <a:gd name="connsiteY58" fmla="*/ 249402 h 985848"/>
                  <a:gd name="connsiteX59" fmla="*/ 398341 w 1437730"/>
                  <a:gd name="connsiteY59" fmla="*/ 229855 h 985848"/>
                  <a:gd name="connsiteX60" fmla="*/ 399771 w 1437730"/>
                  <a:gd name="connsiteY60" fmla="*/ 206016 h 985848"/>
                  <a:gd name="connsiteX61" fmla="*/ 387017 w 1437730"/>
                  <a:gd name="connsiteY61" fmla="*/ 187899 h 985848"/>
                  <a:gd name="connsiteX62" fmla="*/ 366517 w 1437730"/>
                  <a:gd name="connsiteY62" fmla="*/ 171212 h 985848"/>
                  <a:gd name="connsiteX63" fmla="*/ 344943 w 1437730"/>
                  <a:gd name="connsiteY63" fmla="*/ 159293 h 985848"/>
                  <a:gd name="connsiteX64" fmla="*/ 327779 w 1437730"/>
                  <a:gd name="connsiteY64" fmla="*/ 137243 h 985848"/>
                  <a:gd name="connsiteX65" fmla="*/ 326945 w 1437730"/>
                  <a:gd name="connsiteY65" fmla="*/ 134382 h 985848"/>
                  <a:gd name="connsiteX66" fmla="*/ 317767 w 1437730"/>
                  <a:gd name="connsiteY66" fmla="*/ 132952 h 985848"/>
                  <a:gd name="connsiteX67" fmla="*/ 311569 w 1437730"/>
                  <a:gd name="connsiteY67" fmla="*/ 129137 h 985848"/>
                  <a:gd name="connsiteX68" fmla="*/ 303226 w 1437730"/>
                  <a:gd name="connsiteY68" fmla="*/ 144632 h 985848"/>
                  <a:gd name="connsiteX69" fmla="*/ 292856 w 1437730"/>
                  <a:gd name="connsiteY69" fmla="*/ 157863 h 985848"/>
                  <a:gd name="connsiteX70" fmla="*/ 277242 w 1437730"/>
                  <a:gd name="connsiteY70" fmla="*/ 175980 h 985848"/>
                  <a:gd name="connsiteX71" fmla="*/ 280698 w 1437730"/>
                  <a:gd name="connsiteY71" fmla="*/ 195051 h 985848"/>
                  <a:gd name="connsiteX72" fmla="*/ 258051 w 1437730"/>
                  <a:gd name="connsiteY72" fmla="*/ 203394 h 985848"/>
                  <a:gd name="connsiteX73" fmla="*/ 236001 w 1437730"/>
                  <a:gd name="connsiteY73" fmla="*/ 201487 h 985848"/>
                  <a:gd name="connsiteX74" fmla="*/ 219791 w 1437730"/>
                  <a:gd name="connsiteY74" fmla="*/ 201487 h 985848"/>
                  <a:gd name="connsiteX75" fmla="*/ 205130 w 1437730"/>
                  <a:gd name="connsiteY75" fmla="*/ 247615 h 985848"/>
                  <a:gd name="connsiteX76" fmla="*/ 205130 w 1437730"/>
                  <a:gd name="connsiteY76" fmla="*/ 258819 h 985848"/>
                  <a:gd name="connsiteX77" fmla="*/ 187967 w 1437730"/>
                  <a:gd name="connsiteY77" fmla="*/ 254409 h 985848"/>
                  <a:gd name="connsiteX78" fmla="*/ 165439 w 1437730"/>
                  <a:gd name="connsiteY78" fmla="*/ 258819 h 985848"/>
                  <a:gd name="connsiteX79" fmla="*/ 151612 w 1437730"/>
                  <a:gd name="connsiteY79" fmla="*/ 268235 h 985848"/>
                  <a:gd name="connsiteX80" fmla="*/ 156976 w 1437730"/>
                  <a:gd name="connsiteY80" fmla="*/ 288974 h 985848"/>
                  <a:gd name="connsiteX81" fmla="*/ 166511 w 1437730"/>
                  <a:gd name="connsiteY81" fmla="*/ 315554 h 985848"/>
                  <a:gd name="connsiteX82" fmla="*/ 153758 w 1437730"/>
                  <a:gd name="connsiteY82" fmla="*/ 333552 h 985848"/>
                  <a:gd name="connsiteX83" fmla="*/ 152209 w 1437730"/>
                  <a:gd name="connsiteY83" fmla="*/ 348451 h 985848"/>
                  <a:gd name="connsiteX84" fmla="*/ 130873 w 1437730"/>
                  <a:gd name="connsiteY84" fmla="*/ 359179 h 985848"/>
                  <a:gd name="connsiteX85" fmla="*/ 112279 w 1437730"/>
                  <a:gd name="connsiteY85" fmla="*/ 369787 h 985848"/>
                  <a:gd name="connsiteX86" fmla="*/ 93209 w 1437730"/>
                  <a:gd name="connsiteY86" fmla="*/ 380395 h 985848"/>
                  <a:gd name="connsiteX87" fmla="*/ 71396 w 1437730"/>
                  <a:gd name="connsiteY87" fmla="*/ 386712 h 985848"/>
                  <a:gd name="connsiteX88" fmla="*/ 56974 w 1437730"/>
                  <a:gd name="connsiteY88" fmla="*/ 396367 h 985848"/>
                  <a:gd name="connsiteX89" fmla="*/ 42194 w 1437730"/>
                  <a:gd name="connsiteY89" fmla="*/ 391599 h 985848"/>
                  <a:gd name="connsiteX90" fmla="*/ 27772 w 1437730"/>
                  <a:gd name="connsiteY90" fmla="*/ 396367 h 985848"/>
                  <a:gd name="connsiteX91" fmla="*/ 14541 w 1437730"/>
                  <a:gd name="connsiteY91" fmla="*/ 404829 h 985848"/>
                  <a:gd name="connsiteX92" fmla="*/ 3934 w 1437730"/>
                  <a:gd name="connsiteY92" fmla="*/ 411147 h 985848"/>
                  <a:gd name="connsiteX93" fmla="*/ 0 w 1437730"/>
                  <a:gd name="connsiteY93" fmla="*/ 423066 h 985848"/>
                  <a:gd name="connsiteX94" fmla="*/ 0 w 1437730"/>
                  <a:gd name="connsiteY94" fmla="*/ 423066 h 985848"/>
                  <a:gd name="connsiteX95" fmla="*/ 3814 w 1437730"/>
                  <a:gd name="connsiteY95" fmla="*/ 443924 h 985848"/>
                  <a:gd name="connsiteX96" fmla="*/ 27653 w 1437730"/>
                  <a:gd name="connsiteY96" fmla="*/ 459062 h 985848"/>
                  <a:gd name="connsiteX97" fmla="*/ 32420 w 1437730"/>
                  <a:gd name="connsiteY97" fmla="*/ 491244 h 985848"/>
                  <a:gd name="connsiteX98" fmla="*/ 31705 w 1437730"/>
                  <a:gd name="connsiteY98" fmla="*/ 491244 h 985848"/>
                  <a:gd name="connsiteX99" fmla="*/ 53517 w 1437730"/>
                  <a:gd name="connsiteY99" fmla="*/ 509004 h 985848"/>
                  <a:gd name="connsiteX100" fmla="*/ 65437 w 1437730"/>
                  <a:gd name="connsiteY100" fmla="*/ 527002 h 985848"/>
                  <a:gd name="connsiteX101" fmla="*/ 84150 w 1437730"/>
                  <a:gd name="connsiteY101" fmla="*/ 537014 h 985848"/>
                  <a:gd name="connsiteX102" fmla="*/ 84984 w 1437730"/>
                  <a:gd name="connsiteY102" fmla="*/ 534749 h 985848"/>
                  <a:gd name="connsiteX103" fmla="*/ 94520 w 1437730"/>
                  <a:gd name="connsiteY103" fmla="*/ 533795 h 985848"/>
                  <a:gd name="connsiteX104" fmla="*/ 99883 w 1437730"/>
                  <a:gd name="connsiteY104" fmla="*/ 538444 h 985848"/>
                  <a:gd name="connsiteX105" fmla="*/ 127059 w 1437730"/>
                  <a:gd name="connsiteY105" fmla="*/ 522830 h 985848"/>
                  <a:gd name="connsiteX106" fmla="*/ 154712 w 1437730"/>
                  <a:gd name="connsiteY106" fmla="*/ 545596 h 985848"/>
                  <a:gd name="connsiteX107" fmla="*/ 130873 w 1437730"/>
                  <a:gd name="connsiteY107" fmla="*/ 574321 h 985848"/>
                  <a:gd name="connsiteX108" fmla="*/ 120742 w 1437730"/>
                  <a:gd name="connsiteY108" fmla="*/ 575394 h 985848"/>
                  <a:gd name="connsiteX109" fmla="*/ 119192 w 1437730"/>
                  <a:gd name="connsiteY109" fmla="*/ 583976 h 985848"/>
                  <a:gd name="connsiteX110" fmla="*/ 132423 w 1437730"/>
                  <a:gd name="connsiteY110" fmla="*/ 604715 h 985848"/>
                  <a:gd name="connsiteX111" fmla="*/ 118239 w 1437730"/>
                  <a:gd name="connsiteY111" fmla="*/ 613297 h 985848"/>
                  <a:gd name="connsiteX112" fmla="*/ 112637 w 1437730"/>
                  <a:gd name="connsiteY112" fmla="*/ 623667 h 985848"/>
                  <a:gd name="connsiteX113" fmla="*/ 121099 w 1437730"/>
                  <a:gd name="connsiteY113" fmla="*/ 642618 h 985848"/>
                  <a:gd name="connsiteX114" fmla="*/ 141005 w 1437730"/>
                  <a:gd name="connsiteY114" fmla="*/ 656802 h 985848"/>
                  <a:gd name="connsiteX115" fmla="*/ 155189 w 1437730"/>
                  <a:gd name="connsiteY115" fmla="*/ 668721 h 985848"/>
                  <a:gd name="connsiteX116" fmla="*/ 165558 w 1437730"/>
                  <a:gd name="connsiteY116" fmla="*/ 679091 h 985848"/>
                  <a:gd name="connsiteX117" fmla="*/ 165558 w 1437730"/>
                  <a:gd name="connsiteY117" fmla="*/ 680521 h 985848"/>
                  <a:gd name="connsiteX118" fmla="*/ 180219 w 1437730"/>
                  <a:gd name="connsiteY118" fmla="*/ 675992 h 985848"/>
                  <a:gd name="connsiteX119" fmla="*/ 199409 w 1437730"/>
                  <a:gd name="connsiteY119" fmla="*/ 679806 h 985848"/>
                  <a:gd name="connsiteX120" fmla="*/ 248278 w 1437730"/>
                  <a:gd name="connsiteY120" fmla="*/ 715564 h 985848"/>
                  <a:gd name="connsiteX121" fmla="*/ 294525 w 1437730"/>
                  <a:gd name="connsiteY121" fmla="*/ 734158 h 985848"/>
                  <a:gd name="connsiteX122" fmla="*/ 325872 w 1437730"/>
                  <a:gd name="connsiteY122" fmla="*/ 739998 h 985848"/>
                  <a:gd name="connsiteX123" fmla="*/ 331355 w 1437730"/>
                  <a:gd name="connsiteY123" fmla="*/ 739998 h 985848"/>
                  <a:gd name="connsiteX124" fmla="*/ 339222 w 1437730"/>
                  <a:gd name="connsiteY124" fmla="*/ 734158 h 985848"/>
                  <a:gd name="connsiteX125" fmla="*/ 346730 w 1437730"/>
                  <a:gd name="connsiteY125" fmla="*/ 746077 h 985848"/>
                  <a:gd name="connsiteX126" fmla="*/ 348161 w 1437730"/>
                  <a:gd name="connsiteY126" fmla="*/ 756566 h 985848"/>
                  <a:gd name="connsiteX127" fmla="*/ 353524 w 1437730"/>
                  <a:gd name="connsiteY127" fmla="*/ 746435 h 985848"/>
                  <a:gd name="connsiteX128" fmla="*/ 370569 w 1437730"/>
                  <a:gd name="connsiteY128" fmla="*/ 731536 h 985848"/>
                  <a:gd name="connsiteX129" fmla="*/ 390236 w 1437730"/>
                  <a:gd name="connsiteY129" fmla="*/ 734754 h 985848"/>
                  <a:gd name="connsiteX130" fmla="*/ 417889 w 1437730"/>
                  <a:gd name="connsiteY130" fmla="*/ 742382 h 985848"/>
                  <a:gd name="connsiteX131" fmla="*/ 426232 w 1437730"/>
                  <a:gd name="connsiteY131" fmla="*/ 739402 h 985848"/>
                  <a:gd name="connsiteX132" fmla="*/ 437556 w 1437730"/>
                  <a:gd name="connsiteY132" fmla="*/ 729033 h 985848"/>
                  <a:gd name="connsiteX133" fmla="*/ 447091 w 1437730"/>
                  <a:gd name="connsiteY133" fmla="*/ 719616 h 985848"/>
                  <a:gd name="connsiteX134" fmla="*/ 467830 w 1437730"/>
                  <a:gd name="connsiteY134" fmla="*/ 706386 h 985848"/>
                  <a:gd name="connsiteX135" fmla="*/ 496198 w 1437730"/>
                  <a:gd name="connsiteY135" fmla="*/ 705433 h 985848"/>
                  <a:gd name="connsiteX136" fmla="*/ 508117 w 1437730"/>
                  <a:gd name="connsiteY136" fmla="*/ 703525 h 985848"/>
                  <a:gd name="connsiteX137" fmla="*/ 517533 w 1437730"/>
                  <a:gd name="connsiteY137" fmla="*/ 719616 h 985848"/>
                  <a:gd name="connsiteX138" fmla="*/ 531241 w 1437730"/>
                  <a:gd name="connsiteY138" fmla="*/ 727006 h 985848"/>
                  <a:gd name="connsiteX139" fmla="*/ 535293 w 1437730"/>
                  <a:gd name="connsiteY139" fmla="*/ 724742 h 985848"/>
                  <a:gd name="connsiteX140" fmla="*/ 549906 w 1437730"/>
                  <a:gd name="connsiteY140" fmla="*/ 728151 h 985848"/>
                  <a:gd name="connsiteX141" fmla="*/ 551265 w 1437730"/>
                  <a:gd name="connsiteY141" fmla="*/ 731536 h 985848"/>
                  <a:gd name="connsiteX142" fmla="*/ 556629 w 1437730"/>
                  <a:gd name="connsiteY142" fmla="*/ 744885 h 985848"/>
                  <a:gd name="connsiteX143" fmla="*/ 566164 w 1437730"/>
                  <a:gd name="connsiteY143" fmla="*/ 756804 h 985848"/>
                  <a:gd name="connsiteX144" fmla="*/ 560324 w 1437730"/>
                  <a:gd name="connsiteY144" fmla="*/ 791847 h 985848"/>
                  <a:gd name="connsiteX145" fmla="*/ 540657 w 1437730"/>
                  <a:gd name="connsiteY145" fmla="*/ 825340 h 985848"/>
                  <a:gd name="connsiteX146" fmla="*/ 544947 w 1437730"/>
                  <a:gd name="connsiteY146" fmla="*/ 837259 h 985848"/>
                  <a:gd name="connsiteX147" fmla="*/ 566641 w 1437730"/>
                  <a:gd name="connsiteY147" fmla="*/ 841550 h 985848"/>
                  <a:gd name="connsiteX148" fmla="*/ 574150 w 1437730"/>
                  <a:gd name="connsiteY148" fmla="*/ 861217 h 985848"/>
                  <a:gd name="connsiteX149" fmla="*/ 583089 w 1437730"/>
                  <a:gd name="connsiteY149" fmla="*/ 871825 h 985848"/>
                  <a:gd name="connsiteX150" fmla="*/ 583089 w 1437730"/>
                  <a:gd name="connsiteY150" fmla="*/ 887797 h 985848"/>
                  <a:gd name="connsiteX151" fmla="*/ 596439 w 1437730"/>
                  <a:gd name="connsiteY151" fmla="*/ 894114 h 985848"/>
                  <a:gd name="connsiteX152" fmla="*/ 611338 w 1437730"/>
                  <a:gd name="connsiteY152" fmla="*/ 902100 h 985848"/>
                  <a:gd name="connsiteX153" fmla="*/ 622065 w 1437730"/>
                  <a:gd name="connsiteY153" fmla="*/ 899835 h 985848"/>
                  <a:gd name="connsiteX154" fmla="*/ 633985 w 1437730"/>
                  <a:gd name="connsiteY154" fmla="*/ 911159 h 985848"/>
                  <a:gd name="connsiteX155" fmla="*/ 634819 w 1437730"/>
                  <a:gd name="connsiteY155" fmla="*/ 892207 h 985848"/>
                  <a:gd name="connsiteX156" fmla="*/ 638633 w 1437730"/>
                  <a:gd name="connsiteY156" fmla="*/ 880288 h 985848"/>
                  <a:gd name="connsiteX157" fmla="*/ 654724 w 1437730"/>
                  <a:gd name="connsiteY157" fmla="*/ 874686 h 985848"/>
                  <a:gd name="connsiteX158" fmla="*/ 672722 w 1437730"/>
                  <a:gd name="connsiteY158" fmla="*/ 872779 h 985848"/>
                  <a:gd name="connsiteX159" fmla="*/ 693581 w 1437730"/>
                  <a:gd name="connsiteY159" fmla="*/ 872779 h 985848"/>
                  <a:gd name="connsiteX160" fmla="*/ 709671 w 1437730"/>
                  <a:gd name="connsiteY160" fmla="*/ 869918 h 985848"/>
                  <a:gd name="connsiteX161" fmla="*/ 728504 w 1437730"/>
                  <a:gd name="connsiteY161" fmla="*/ 857999 h 985848"/>
                  <a:gd name="connsiteX162" fmla="*/ 748409 w 1437730"/>
                  <a:gd name="connsiteY162" fmla="*/ 868369 h 985848"/>
                  <a:gd name="connsiteX163" fmla="*/ 754964 w 1437730"/>
                  <a:gd name="connsiteY163" fmla="*/ 882552 h 985848"/>
                  <a:gd name="connsiteX164" fmla="*/ 778803 w 1437730"/>
                  <a:gd name="connsiteY164" fmla="*/ 900550 h 985848"/>
                  <a:gd name="connsiteX165" fmla="*/ 783690 w 1437730"/>
                  <a:gd name="connsiteY165" fmla="*/ 904484 h 985848"/>
                  <a:gd name="connsiteX166" fmla="*/ 798351 w 1437730"/>
                  <a:gd name="connsiteY166" fmla="*/ 900550 h 985848"/>
                  <a:gd name="connsiteX167" fmla="*/ 811462 w 1437730"/>
                  <a:gd name="connsiteY167" fmla="*/ 901266 h 985848"/>
                  <a:gd name="connsiteX168" fmla="*/ 825288 w 1437730"/>
                  <a:gd name="connsiteY168" fmla="*/ 901266 h 985848"/>
                  <a:gd name="connsiteX169" fmla="*/ 831606 w 1437730"/>
                  <a:gd name="connsiteY169" fmla="*/ 911159 h 985848"/>
                  <a:gd name="connsiteX170" fmla="*/ 836969 w 1437730"/>
                  <a:gd name="connsiteY170" fmla="*/ 932136 h 985848"/>
                  <a:gd name="connsiteX171" fmla="*/ 843286 w 1437730"/>
                  <a:gd name="connsiteY171" fmla="*/ 921767 h 985848"/>
                  <a:gd name="connsiteX172" fmla="*/ 877018 w 1437730"/>
                  <a:gd name="connsiteY172" fmla="*/ 901623 h 985848"/>
                  <a:gd name="connsiteX173" fmla="*/ 923741 w 1437730"/>
                  <a:gd name="connsiteY173" fmla="*/ 874328 h 985848"/>
                  <a:gd name="connsiteX174" fmla="*/ 947580 w 1437730"/>
                  <a:gd name="connsiteY174" fmla="*/ 875043 h 985848"/>
                  <a:gd name="connsiteX175" fmla="*/ 989058 w 1437730"/>
                  <a:gd name="connsiteY175" fmla="*/ 868249 h 985848"/>
                  <a:gd name="connsiteX176" fmla="*/ 1003242 w 1437730"/>
                  <a:gd name="connsiteY176" fmla="*/ 856330 h 985848"/>
                  <a:gd name="connsiteX177" fmla="*/ 1017426 w 1437730"/>
                  <a:gd name="connsiteY177" fmla="*/ 844411 h 985848"/>
                  <a:gd name="connsiteX178" fmla="*/ 1031253 w 1437730"/>
                  <a:gd name="connsiteY178" fmla="*/ 829869 h 985848"/>
                  <a:gd name="connsiteX179" fmla="*/ 1047582 w 1437730"/>
                  <a:gd name="connsiteY179" fmla="*/ 819619 h 985848"/>
                  <a:gd name="connsiteX180" fmla="*/ 1059502 w 1437730"/>
                  <a:gd name="connsiteY180" fmla="*/ 807700 h 985848"/>
                  <a:gd name="connsiteX181" fmla="*/ 1069752 w 1437730"/>
                  <a:gd name="connsiteY181" fmla="*/ 798879 h 985848"/>
                  <a:gd name="connsiteX182" fmla="*/ 1072970 w 1437730"/>
                  <a:gd name="connsiteY182" fmla="*/ 780404 h 985848"/>
                  <a:gd name="connsiteX183" fmla="*/ 1069752 w 1437730"/>
                  <a:gd name="connsiteY183" fmla="*/ 768485 h 985848"/>
                  <a:gd name="connsiteX184" fmla="*/ 1086320 w 1437730"/>
                  <a:gd name="connsiteY184" fmla="*/ 760738 h 985848"/>
                  <a:gd name="connsiteX185" fmla="*/ 1097405 w 1437730"/>
                  <a:gd name="connsiteY185" fmla="*/ 744051 h 985848"/>
                  <a:gd name="connsiteX186" fmla="*/ 1112900 w 1437730"/>
                  <a:gd name="connsiteY186" fmla="*/ 729509 h 985848"/>
                  <a:gd name="connsiteX187" fmla="*/ 1117905 w 1437730"/>
                  <a:gd name="connsiteY187" fmla="*/ 710081 h 985848"/>
                  <a:gd name="connsiteX188" fmla="*/ 1121839 w 1437730"/>
                  <a:gd name="connsiteY188" fmla="*/ 700784 h 985848"/>
                  <a:gd name="connsiteX189" fmla="*/ 1132089 w 1437730"/>
                  <a:gd name="connsiteY189" fmla="*/ 686362 h 985848"/>
                  <a:gd name="connsiteX190" fmla="*/ 1122196 w 1437730"/>
                  <a:gd name="connsiteY190" fmla="*/ 683501 h 985848"/>
                  <a:gd name="connsiteX191" fmla="*/ 1108370 w 1437730"/>
                  <a:gd name="connsiteY191" fmla="*/ 678495 h 985848"/>
                  <a:gd name="connsiteX192" fmla="*/ 1099789 w 1437730"/>
                  <a:gd name="connsiteY192" fmla="*/ 673608 h 985848"/>
                  <a:gd name="connsiteX193" fmla="*/ 1125057 w 1437730"/>
                  <a:gd name="connsiteY193" fmla="*/ 661689 h 985848"/>
                  <a:gd name="connsiteX194" fmla="*/ 1110516 w 1437730"/>
                  <a:gd name="connsiteY194" fmla="*/ 648578 h 985848"/>
                  <a:gd name="connsiteX195" fmla="*/ 1089180 w 1437730"/>
                  <a:gd name="connsiteY195" fmla="*/ 632964 h 985848"/>
                  <a:gd name="connsiteX196" fmla="*/ 1102649 w 1437730"/>
                  <a:gd name="connsiteY196" fmla="*/ 632248 h 985848"/>
                  <a:gd name="connsiteX197" fmla="*/ 1123984 w 1437730"/>
                  <a:gd name="connsiteY197" fmla="*/ 636420 h 985848"/>
                  <a:gd name="connsiteX198" fmla="*/ 1103722 w 1437730"/>
                  <a:gd name="connsiteY198" fmla="*/ 613774 h 985848"/>
                  <a:gd name="connsiteX199" fmla="*/ 1099550 w 1437730"/>
                  <a:gd name="connsiteY199" fmla="*/ 599232 h 985848"/>
                  <a:gd name="connsiteX200" fmla="*/ 1084293 w 1437730"/>
                  <a:gd name="connsiteY200" fmla="*/ 570268 h 985848"/>
                  <a:gd name="connsiteX201" fmla="*/ 1062958 w 1437730"/>
                  <a:gd name="connsiteY201" fmla="*/ 555369 h 985848"/>
                  <a:gd name="connsiteX202" fmla="*/ 1074877 w 1437730"/>
                  <a:gd name="connsiteY202" fmla="*/ 533080 h 985848"/>
                  <a:gd name="connsiteX203" fmla="*/ 1086796 w 1437730"/>
                  <a:gd name="connsiteY203" fmla="*/ 520327 h 985848"/>
                  <a:gd name="connsiteX204" fmla="*/ 1099907 w 1437730"/>
                  <a:gd name="connsiteY204" fmla="*/ 511030 h 985848"/>
                  <a:gd name="connsiteX205" fmla="*/ 1114330 w 1437730"/>
                  <a:gd name="connsiteY205" fmla="*/ 503640 h 985848"/>
                  <a:gd name="connsiteX206" fmla="*/ 1141625 w 1437730"/>
                  <a:gd name="connsiteY206" fmla="*/ 495415 h 985848"/>
                  <a:gd name="connsiteX207" fmla="*/ 1127799 w 1437730"/>
                  <a:gd name="connsiteY207" fmla="*/ 480278 h 985848"/>
                  <a:gd name="connsiteX208" fmla="*/ 1103960 w 1437730"/>
                  <a:gd name="connsiteY208" fmla="*/ 470624 h 985848"/>
                  <a:gd name="connsiteX209" fmla="*/ 1072136 w 1437730"/>
                  <a:gd name="connsiteY209" fmla="*/ 491601 h 985848"/>
                  <a:gd name="connsiteX210" fmla="*/ 1057237 w 1437730"/>
                  <a:gd name="connsiteY210" fmla="*/ 472411 h 985848"/>
                  <a:gd name="connsiteX211" fmla="*/ 1032445 w 1437730"/>
                  <a:gd name="connsiteY211" fmla="*/ 463949 h 985848"/>
                  <a:gd name="connsiteX212" fmla="*/ 1032445 w 1437730"/>
                  <a:gd name="connsiteY212" fmla="*/ 434151 h 985848"/>
                  <a:gd name="connsiteX213" fmla="*/ 1062243 w 1437730"/>
                  <a:gd name="connsiteY213" fmla="*/ 425331 h 985848"/>
                  <a:gd name="connsiteX214" fmla="*/ 1090134 w 1437730"/>
                  <a:gd name="connsiteY214" fmla="*/ 405783 h 985848"/>
                  <a:gd name="connsiteX215" fmla="*/ 1130898 w 1437730"/>
                  <a:gd name="connsiteY215" fmla="*/ 389930 h 985848"/>
                  <a:gd name="connsiteX216" fmla="*/ 1114568 w 1437730"/>
                  <a:gd name="connsiteY216" fmla="*/ 422470 h 985848"/>
                  <a:gd name="connsiteX217" fmla="*/ 1111111 w 1437730"/>
                  <a:gd name="connsiteY217" fmla="*/ 440945 h 985848"/>
                  <a:gd name="connsiteX218" fmla="*/ 1127679 w 1437730"/>
                  <a:gd name="connsiteY218" fmla="*/ 440945 h 985848"/>
                  <a:gd name="connsiteX219" fmla="*/ 1172019 w 1437730"/>
                  <a:gd name="connsiteY219" fmla="*/ 416153 h 985848"/>
                  <a:gd name="connsiteX220" fmla="*/ 1183939 w 1437730"/>
                  <a:gd name="connsiteY220" fmla="*/ 414603 h 985848"/>
                  <a:gd name="connsiteX221" fmla="*/ 1190732 w 1437730"/>
                  <a:gd name="connsiteY221" fmla="*/ 404114 h 985848"/>
                  <a:gd name="connsiteX222" fmla="*/ 1235429 w 1437730"/>
                  <a:gd name="connsiteY222" fmla="*/ 379441 h 985848"/>
                  <a:gd name="connsiteX223" fmla="*/ 1250925 w 1437730"/>
                  <a:gd name="connsiteY223" fmla="*/ 362397 h 985848"/>
                  <a:gd name="connsiteX224" fmla="*/ 1266300 w 1437730"/>
                  <a:gd name="connsiteY224" fmla="*/ 368595 h 985848"/>
                  <a:gd name="connsiteX225" fmla="*/ 1281795 w 1437730"/>
                  <a:gd name="connsiteY225" fmla="*/ 363946 h 985848"/>
                  <a:gd name="connsiteX226" fmla="*/ 1290973 w 1437730"/>
                  <a:gd name="connsiteY226" fmla="*/ 354769 h 985848"/>
                  <a:gd name="connsiteX227" fmla="*/ 1308017 w 1437730"/>
                  <a:gd name="connsiteY227" fmla="*/ 342849 h 985848"/>
                  <a:gd name="connsiteX228" fmla="*/ 1321843 w 1437730"/>
                  <a:gd name="connsiteY228" fmla="*/ 324375 h 985848"/>
                  <a:gd name="connsiteX229" fmla="*/ 1341987 w 1437730"/>
                  <a:gd name="connsiteY229" fmla="*/ 332003 h 985848"/>
                  <a:gd name="connsiteX230" fmla="*/ 1348543 w 1437730"/>
                  <a:gd name="connsiteY230" fmla="*/ 332956 h 985848"/>
                  <a:gd name="connsiteX231" fmla="*/ 1354384 w 1437730"/>
                  <a:gd name="connsiteY231" fmla="*/ 328546 h 985848"/>
                  <a:gd name="connsiteX232" fmla="*/ 1352715 w 1437730"/>
                  <a:gd name="connsiteY232" fmla="*/ 305661 h 985848"/>
                  <a:gd name="connsiteX233" fmla="*/ 1351284 w 1437730"/>
                  <a:gd name="connsiteY233" fmla="*/ 285875 h 985848"/>
                  <a:gd name="connsiteX234" fmla="*/ 1354860 w 1437730"/>
                  <a:gd name="connsiteY234" fmla="*/ 268831 h 985848"/>
                  <a:gd name="connsiteX235" fmla="*/ 1374646 w 1437730"/>
                  <a:gd name="connsiteY235" fmla="*/ 259653 h 985848"/>
                  <a:gd name="connsiteX236" fmla="*/ 1395862 w 1437730"/>
                  <a:gd name="connsiteY236" fmla="*/ 259653 h 985848"/>
                  <a:gd name="connsiteX237" fmla="*/ 1407781 w 1437730"/>
                  <a:gd name="connsiteY237" fmla="*/ 244039 h 985848"/>
                  <a:gd name="connsiteX238" fmla="*/ 1421965 w 1437730"/>
                  <a:gd name="connsiteY238" fmla="*/ 225564 h 985848"/>
                  <a:gd name="connsiteX239" fmla="*/ 1434600 w 1437730"/>
                  <a:gd name="connsiteY239" fmla="*/ 195170 h 985848"/>
                  <a:gd name="connsiteX240" fmla="*/ 1435434 w 1437730"/>
                  <a:gd name="connsiteY240" fmla="*/ 175861 h 985848"/>
                  <a:gd name="connsiteX241" fmla="*/ 1088227 w 1437730"/>
                  <a:gd name="connsiteY241" fmla="*/ 846914 h 985848"/>
                  <a:gd name="connsiteX242" fmla="*/ 1100980 w 1437730"/>
                  <a:gd name="connsiteY242" fmla="*/ 888035 h 985848"/>
                  <a:gd name="connsiteX243" fmla="*/ 1130659 w 1437730"/>
                  <a:gd name="connsiteY243" fmla="*/ 813659 h 985848"/>
                  <a:gd name="connsiteX244" fmla="*/ 1087988 w 1437730"/>
                  <a:gd name="connsiteY244" fmla="*/ 846914 h 985848"/>
                  <a:gd name="connsiteX245" fmla="*/ 835181 w 1437730"/>
                  <a:gd name="connsiteY245" fmla="*/ 943340 h 985848"/>
                  <a:gd name="connsiteX246" fmla="*/ 811343 w 1437730"/>
                  <a:gd name="connsiteY246" fmla="*/ 975880 h 985848"/>
                  <a:gd name="connsiteX247" fmla="*/ 851749 w 1437730"/>
                  <a:gd name="connsiteY247" fmla="*/ 973735 h 985848"/>
                  <a:gd name="connsiteX248" fmla="*/ 864502 w 1437730"/>
                  <a:gd name="connsiteY248" fmla="*/ 945486 h 985848"/>
                  <a:gd name="connsiteX249" fmla="*/ 834943 w 1437730"/>
                  <a:gd name="connsiteY249" fmla="*/ 943340 h 98584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Lst>
                <a:rect l="l" t="t" r="r" b="b"/>
                <a:pathLst>
                  <a:path w="1437730" h="985848">
                    <a:moveTo>
                      <a:pt x="1435434" y="175861"/>
                    </a:moveTo>
                    <a:cubicBezTo>
                      <a:pt x="1436149" y="163107"/>
                      <a:pt x="1421250" y="167398"/>
                      <a:pt x="1416244" y="170974"/>
                    </a:cubicBezTo>
                    <a:cubicBezTo>
                      <a:pt x="1411238" y="174550"/>
                      <a:pt x="1397173" y="170974"/>
                      <a:pt x="1392406" y="179437"/>
                    </a:cubicBezTo>
                    <a:cubicBezTo>
                      <a:pt x="1387638" y="187899"/>
                      <a:pt x="1381082" y="183012"/>
                      <a:pt x="1371189" y="184443"/>
                    </a:cubicBezTo>
                    <a:cubicBezTo>
                      <a:pt x="1361297" y="185873"/>
                      <a:pt x="1347351" y="181582"/>
                      <a:pt x="1347351" y="175146"/>
                    </a:cubicBezTo>
                    <a:cubicBezTo>
                      <a:pt x="1347351" y="168709"/>
                      <a:pt x="1341749" y="162511"/>
                      <a:pt x="1342464" y="154645"/>
                    </a:cubicBezTo>
                    <a:cubicBezTo>
                      <a:pt x="1343179" y="146778"/>
                      <a:pt x="1332571" y="150354"/>
                      <a:pt x="1325420" y="142725"/>
                    </a:cubicBezTo>
                    <a:cubicBezTo>
                      <a:pt x="1318995" y="136468"/>
                      <a:pt x="1310532" y="132701"/>
                      <a:pt x="1301581" y="132117"/>
                    </a:cubicBezTo>
                    <a:cubicBezTo>
                      <a:pt x="1298721" y="133548"/>
                      <a:pt x="1290258" y="124250"/>
                      <a:pt x="1277743" y="123535"/>
                    </a:cubicBezTo>
                    <a:cubicBezTo>
                      <a:pt x="1265227" y="122820"/>
                      <a:pt x="1267135" y="115073"/>
                      <a:pt x="1268565" y="110067"/>
                    </a:cubicBezTo>
                    <a:cubicBezTo>
                      <a:pt x="1269995" y="105061"/>
                      <a:pt x="1258552" y="89566"/>
                      <a:pt x="1256646" y="81103"/>
                    </a:cubicBezTo>
                    <a:cubicBezTo>
                      <a:pt x="1254739" y="72640"/>
                      <a:pt x="1246037" y="71210"/>
                      <a:pt x="1242462" y="52735"/>
                    </a:cubicBezTo>
                    <a:cubicBezTo>
                      <a:pt x="1238886" y="34260"/>
                      <a:pt x="1229112" y="39266"/>
                      <a:pt x="1230542" y="30804"/>
                    </a:cubicBezTo>
                    <a:cubicBezTo>
                      <a:pt x="1231973" y="22341"/>
                      <a:pt x="1218623" y="18050"/>
                      <a:pt x="1215048" y="13044"/>
                    </a:cubicBezTo>
                    <a:cubicBezTo>
                      <a:pt x="1211472" y="8038"/>
                      <a:pt x="1196573" y="10183"/>
                      <a:pt x="1185965" y="4581"/>
                    </a:cubicBezTo>
                    <a:cubicBezTo>
                      <a:pt x="1175356" y="-1021"/>
                      <a:pt x="1168920" y="3151"/>
                      <a:pt x="1159027" y="290"/>
                    </a:cubicBezTo>
                    <a:cubicBezTo>
                      <a:pt x="1147036" y="-544"/>
                      <a:pt x="1134974" y="422"/>
                      <a:pt x="1123269" y="3151"/>
                    </a:cubicBezTo>
                    <a:cubicBezTo>
                      <a:pt x="1112065" y="839"/>
                      <a:pt x="1100467" y="4593"/>
                      <a:pt x="1092756" y="13044"/>
                    </a:cubicBezTo>
                    <a:cubicBezTo>
                      <a:pt x="1082863" y="26513"/>
                      <a:pt x="1090611" y="25798"/>
                      <a:pt x="1094901" y="25798"/>
                    </a:cubicBezTo>
                    <a:cubicBezTo>
                      <a:pt x="1099192" y="25798"/>
                      <a:pt x="1101219" y="38551"/>
                      <a:pt x="1101934" y="42842"/>
                    </a:cubicBezTo>
                    <a:cubicBezTo>
                      <a:pt x="1102649" y="47133"/>
                      <a:pt x="1094901" y="53450"/>
                      <a:pt x="1091326" y="54761"/>
                    </a:cubicBezTo>
                    <a:cubicBezTo>
                      <a:pt x="1084722" y="61090"/>
                      <a:pt x="1079633" y="68838"/>
                      <a:pt x="1076427" y="77408"/>
                    </a:cubicBezTo>
                    <a:cubicBezTo>
                      <a:pt x="1075116" y="83129"/>
                      <a:pt x="1063673" y="97194"/>
                      <a:pt x="1064507" y="102200"/>
                    </a:cubicBezTo>
                    <a:cubicBezTo>
                      <a:pt x="1065342" y="107206"/>
                      <a:pt x="1058905" y="112093"/>
                      <a:pt x="1053899" y="112808"/>
                    </a:cubicBezTo>
                    <a:cubicBezTo>
                      <a:pt x="1046128" y="116348"/>
                      <a:pt x="1038571" y="120329"/>
                      <a:pt x="1031253" y="124727"/>
                    </a:cubicBezTo>
                    <a:cubicBezTo>
                      <a:pt x="1026962" y="126158"/>
                      <a:pt x="1010036" y="123297"/>
                      <a:pt x="1007415" y="118410"/>
                    </a:cubicBezTo>
                    <a:cubicBezTo>
                      <a:pt x="1006187" y="116443"/>
                      <a:pt x="1004280" y="115001"/>
                      <a:pt x="1002051" y="114358"/>
                    </a:cubicBezTo>
                    <a:lnTo>
                      <a:pt x="982861" y="152737"/>
                    </a:lnTo>
                    <a:lnTo>
                      <a:pt x="981311" y="164657"/>
                    </a:lnTo>
                    <a:cubicBezTo>
                      <a:pt x="981311" y="164657"/>
                      <a:pt x="969392" y="167756"/>
                      <a:pt x="978212" y="176576"/>
                    </a:cubicBezTo>
                    <a:cubicBezTo>
                      <a:pt x="987032" y="185396"/>
                      <a:pt x="989058" y="178125"/>
                      <a:pt x="1003004" y="178125"/>
                    </a:cubicBezTo>
                    <a:cubicBezTo>
                      <a:pt x="1016950" y="178125"/>
                      <a:pt x="1023029" y="188972"/>
                      <a:pt x="1026127" y="181225"/>
                    </a:cubicBezTo>
                    <a:cubicBezTo>
                      <a:pt x="1029215" y="174311"/>
                      <a:pt x="1037320" y="171212"/>
                      <a:pt x="1044233" y="174288"/>
                    </a:cubicBezTo>
                    <a:cubicBezTo>
                      <a:pt x="1046175" y="175158"/>
                      <a:pt x="1047904" y="176469"/>
                      <a:pt x="1049250" y="178125"/>
                    </a:cubicBezTo>
                    <a:cubicBezTo>
                      <a:pt x="1056998" y="187422"/>
                      <a:pt x="1081671" y="202798"/>
                      <a:pt x="1080122" y="210546"/>
                    </a:cubicBezTo>
                    <a:cubicBezTo>
                      <a:pt x="1078572" y="218293"/>
                      <a:pt x="1064746" y="216744"/>
                      <a:pt x="1055449" y="213645"/>
                    </a:cubicBezTo>
                    <a:cubicBezTo>
                      <a:pt x="1046152" y="210546"/>
                      <a:pt x="1033875" y="219843"/>
                      <a:pt x="1024578" y="219843"/>
                    </a:cubicBezTo>
                    <a:cubicBezTo>
                      <a:pt x="1013600" y="219748"/>
                      <a:pt x="1003052" y="224038"/>
                      <a:pt x="995257" y="231762"/>
                    </a:cubicBezTo>
                    <a:cubicBezTo>
                      <a:pt x="985959" y="241059"/>
                      <a:pt x="987509" y="250356"/>
                      <a:pt x="973564" y="251906"/>
                    </a:cubicBezTo>
                    <a:cubicBezTo>
                      <a:pt x="960774" y="251322"/>
                      <a:pt x="948164" y="255112"/>
                      <a:pt x="937806" y="262633"/>
                    </a:cubicBezTo>
                    <a:cubicBezTo>
                      <a:pt x="926423" y="270404"/>
                      <a:pt x="911786" y="271572"/>
                      <a:pt x="899307" y="265732"/>
                    </a:cubicBezTo>
                    <a:cubicBezTo>
                      <a:pt x="891488" y="260738"/>
                      <a:pt x="881094" y="263038"/>
                      <a:pt x="876100" y="270857"/>
                    </a:cubicBezTo>
                    <a:cubicBezTo>
                      <a:pt x="875874" y="271203"/>
                      <a:pt x="875659" y="271560"/>
                      <a:pt x="875468" y="271930"/>
                    </a:cubicBezTo>
                    <a:cubicBezTo>
                      <a:pt x="869390" y="282776"/>
                      <a:pt x="883216" y="287425"/>
                      <a:pt x="881666" y="299702"/>
                    </a:cubicBezTo>
                    <a:cubicBezTo>
                      <a:pt x="880116" y="311978"/>
                      <a:pt x="864741" y="308999"/>
                      <a:pt x="852345" y="322944"/>
                    </a:cubicBezTo>
                    <a:cubicBezTo>
                      <a:pt x="841308" y="335114"/>
                      <a:pt x="825503" y="341860"/>
                      <a:pt x="809078" y="341419"/>
                    </a:cubicBezTo>
                    <a:cubicBezTo>
                      <a:pt x="798351" y="339870"/>
                      <a:pt x="775227" y="333672"/>
                      <a:pt x="755084" y="342969"/>
                    </a:cubicBezTo>
                    <a:cubicBezTo>
                      <a:pt x="734940" y="352266"/>
                      <a:pt x="721114" y="366092"/>
                      <a:pt x="713366" y="364542"/>
                    </a:cubicBezTo>
                    <a:cubicBezTo>
                      <a:pt x="705619" y="362993"/>
                      <a:pt x="705739" y="353815"/>
                      <a:pt x="694892" y="355245"/>
                    </a:cubicBezTo>
                    <a:cubicBezTo>
                      <a:pt x="686191" y="356592"/>
                      <a:pt x="677299" y="354399"/>
                      <a:pt x="670219" y="349167"/>
                    </a:cubicBezTo>
                    <a:cubicBezTo>
                      <a:pt x="662472" y="344518"/>
                      <a:pt x="656273" y="352266"/>
                      <a:pt x="643996" y="342969"/>
                    </a:cubicBezTo>
                    <a:cubicBezTo>
                      <a:pt x="631720" y="333672"/>
                      <a:pt x="610027" y="335221"/>
                      <a:pt x="600729" y="333672"/>
                    </a:cubicBezTo>
                    <a:cubicBezTo>
                      <a:pt x="591433" y="332122"/>
                      <a:pt x="555914" y="333672"/>
                      <a:pt x="543636" y="332122"/>
                    </a:cubicBezTo>
                    <a:cubicBezTo>
                      <a:pt x="531360" y="330573"/>
                      <a:pt x="514315" y="335221"/>
                      <a:pt x="512766" y="329023"/>
                    </a:cubicBezTo>
                    <a:cubicBezTo>
                      <a:pt x="511216" y="322825"/>
                      <a:pt x="501919" y="318296"/>
                      <a:pt x="498820" y="304350"/>
                    </a:cubicBezTo>
                    <a:cubicBezTo>
                      <a:pt x="497735" y="294338"/>
                      <a:pt x="490238" y="286209"/>
                      <a:pt x="480345" y="284326"/>
                    </a:cubicBezTo>
                    <a:cubicBezTo>
                      <a:pt x="472597" y="282776"/>
                      <a:pt x="471644" y="274671"/>
                      <a:pt x="464850" y="273479"/>
                    </a:cubicBezTo>
                    <a:cubicBezTo>
                      <a:pt x="461632" y="273479"/>
                      <a:pt x="457698" y="262633"/>
                      <a:pt x="446972" y="262633"/>
                    </a:cubicBezTo>
                    <a:cubicBezTo>
                      <a:pt x="436244" y="262633"/>
                      <a:pt x="398341" y="258223"/>
                      <a:pt x="392977" y="249402"/>
                    </a:cubicBezTo>
                    <a:cubicBezTo>
                      <a:pt x="387614" y="240582"/>
                      <a:pt x="398341" y="238675"/>
                      <a:pt x="398341" y="229855"/>
                    </a:cubicBezTo>
                    <a:cubicBezTo>
                      <a:pt x="398341" y="221035"/>
                      <a:pt x="404300" y="209235"/>
                      <a:pt x="399771" y="206016"/>
                    </a:cubicBezTo>
                    <a:cubicBezTo>
                      <a:pt x="393705" y="201475"/>
                      <a:pt x="389246" y="195134"/>
                      <a:pt x="387017" y="187899"/>
                    </a:cubicBezTo>
                    <a:cubicBezTo>
                      <a:pt x="383632" y="179091"/>
                      <a:pt x="375826" y="172738"/>
                      <a:pt x="366517" y="171212"/>
                    </a:cubicBezTo>
                    <a:cubicBezTo>
                      <a:pt x="358185" y="169794"/>
                      <a:pt x="350580" y="165586"/>
                      <a:pt x="344943" y="159293"/>
                    </a:cubicBezTo>
                    <a:cubicBezTo>
                      <a:pt x="337553" y="152976"/>
                      <a:pt x="330640" y="153333"/>
                      <a:pt x="327779" y="137243"/>
                    </a:cubicBezTo>
                    <a:cubicBezTo>
                      <a:pt x="327779" y="136170"/>
                      <a:pt x="327183" y="135335"/>
                      <a:pt x="326945" y="134382"/>
                    </a:cubicBezTo>
                    <a:cubicBezTo>
                      <a:pt x="323965" y="134382"/>
                      <a:pt x="320270" y="132952"/>
                      <a:pt x="317767" y="132952"/>
                    </a:cubicBezTo>
                    <a:cubicBezTo>
                      <a:pt x="315300" y="132487"/>
                      <a:pt x="313095" y="131128"/>
                      <a:pt x="311569" y="129137"/>
                    </a:cubicBezTo>
                    <a:cubicBezTo>
                      <a:pt x="309542" y="135931"/>
                      <a:pt x="303226" y="139269"/>
                      <a:pt x="303226" y="144632"/>
                    </a:cubicBezTo>
                    <a:cubicBezTo>
                      <a:pt x="303226" y="149996"/>
                      <a:pt x="300722" y="157863"/>
                      <a:pt x="292856" y="157863"/>
                    </a:cubicBezTo>
                    <a:cubicBezTo>
                      <a:pt x="284989" y="157863"/>
                      <a:pt x="277718" y="163703"/>
                      <a:pt x="277242" y="175980"/>
                    </a:cubicBezTo>
                    <a:cubicBezTo>
                      <a:pt x="276764" y="188257"/>
                      <a:pt x="284036" y="189687"/>
                      <a:pt x="280698" y="195051"/>
                    </a:cubicBezTo>
                    <a:cubicBezTo>
                      <a:pt x="275001" y="201416"/>
                      <a:pt x="266514" y="204539"/>
                      <a:pt x="258051" y="203394"/>
                    </a:cubicBezTo>
                    <a:cubicBezTo>
                      <a:pt x="250793" y="201916"/>
                      <a:pt x="243403" y="201273"/>
                      <a:pt x="236001" y="201487"/>
                    </a:cubicBezTo>
                    <a:cubicBezTo>
                      <a:pt x="228134" y="200534"/>
                      <a:pt x="222293" y="190641"/>
                      <a:pt x="219791" y="201487"/>
                    </a:cubicBezTo>
                    <a:cubicBezTo>
                      <a:pt x="217288" y="212334"/>
                      <a:pt x="201197" y="244158"/>
                      <a:pt x="205130" y="247615"/>
                    </a:cubicBezTo>
                    <a:cubicBezTo>
                      <a:pt x="209063" y="251071"/>
                      <a:pt x="211924" y="258819"/>
                      <a:pt x="205130" y="258819"/>
                    </a:cubicBezTo>
                    <a:cubicBezTo>
                      <a:pt x="199063" y="259462"/>
                      <a:pt x="192973" y="257889"/>
                      <a:pt x="187967" y="254409"/>
                    </a:cubicBezTo>
                    <a:cubicBezTo>
                      <a:pt x="184510" y="251071"/>
                      <a:pt x="173306" y="259295"/>
                      <a:pt x="165439" y="258819"/>
                    </a:cubicBezTo>
                    <a:cubicBezTo>
                      <a:pt x="161744" y="258819"/>
                      <a:pt x="146368" y="265613"/>
                      <a:pt x="151612" y="268235"/>
                    </a:cubicBezTo>
                    <a:cubicBezTo>
                      <a:pt x="156857" y="270857"/>
                      <a:pt x="156976" y="283611"/>
                      <a:pt x="156976" y="288974"/>
                    </a:cubicBezTo>
                    <a:cubicBezTo>
                      <a:pt x="156976" y="294338"/>
                      <a:pt x="168895" y="310191"/>
                      <a:pt x="166511" y="315554"/>
                    </a:cubicBezTo>
                    <a:cubicBezTo>
                      <a:pt x="164128" y="320918"/>
                      <a:pt x="153758" y="326639"/>
                      <a:pt x="153758" y="333552"/>
                    </a:cubicBezTo>
                    <a:cubicBezTo>
                      <a:pt x="153758" y="340465"/>
                      <a:pt x="155904" y="346902"/>
                      <a:pt x="152209" y="348451"/>
                    </a:cubicBezTo>
                    <a:cubicBezTo>
                      <a:pt x="144783" y="351372"/>
                      <a:pt x="137643" y="354959"/>
                      <a:pt x="130873" y="359179"/>
                    </a:cubicBezTo>
                    <a:cubicBezTo>
                      <a:pt x="125033" y="363351"/>
                      <a:pt x="115497" y="363351"/>
                      <a:pt x="112279" y="369787"/>
                    </a:cubicBezTo>
                    <a:cubicBezTo>
                      <a:pt x="109312" y="377463"/>
                      <a:pt x="101290" y="381921"/>
                      <a:pt x="93209" y="380395"/>
                    </a:cubicBezTo>
                    <a:cubicBezTo>
                      <a:pt x="83554" y="379322"/>
                      <a:pt x="78786" y="377773"/>
                      <a:pt x="71396" y="386712"/>
                    </a:cubicBezTo>
                    <a:cubicBezTo>
                      <a:pt x="64006" y="395652"/>
                      <a:pt x="62337" y="392076"/>
                      <a:pt x="56974" y="396367"/>
                    </a:cubicBezTo>
                    <a:cubicBezTo>
                      <a:pt x="51611" y="400658"/>
                      <a:pt x="46366" y="393149"/>
                      <a:pt x="42194" y="391599"/>
                    </a:cubicBezTo>
                    <a:cubicBezTo>
                      <a:pt x="38022" y="390049"/>
                      <a:pt x="32063" y="396367"/>
                      <a:pt x="27772" y="396367"/>
                    </a:cubicBezTo>
                    <a:cubicBezTo>
                      <a:pt x="23481" y="396367"/>
                      <a:pt x="19786" y="403161"/>
                      <a:pt x="14541" y="404829"/>
                    </a:cubicBezTo>
                    <a:cubicBezTo>
                      <a:pt x="9297" y="406498"/>
                      <a:pt x="3934" y="404829"/>
                      <a:pt x="3934" y="411147"/>
                    </a:cubicBezTo>
                    <a:cubicBezTo>
                      <a:pt x="4040" y="415461"/>
                      <a:pt x="2658" y="419669"/>
                      <a:pt x="0" y="423066"/>
                    </a:cubicBezTo>
                    <a:lnTo>
                      <a:pt x="0" y="423066"/>
                    </a:lnTo>
                    <a:lnTo>
                      <a:pt x="3814" y="443924"/>
                    </a:lnTo>
                    <a:cubicBezTo>
                      <a:pt x="3814" y="443924"/>
                      <a:pt x="26460" y="451434"/>
                      <a:pt x="27653" y="459062"/>
                    </a:cubicBezTo>
                    <a:cubicBezTo>
                      <a:pt x="28844" y="466690"/>
                      <a:pt x="32420" y="491244"/>
                      <a:pt x="32420" y="491244"/>
                    </a:cubicBezTo>
                    <a:lnTo>
                      <a:pt x="31705" y="491244"/>
                    </a:lnTo>
                    <a:cubicBezTo>
                      <a:pt x="40883" y="498515"/>
                      <a:pt x="53517" y="506143"/>
                      <a:pt x="53517" y="509004"/>
                    </a:cubicBezTo>
                    <a:cubicBezTo>
                      <a:pt x="53577" y="516835"/>
                      <a:pt x="58249" y="523891"/>
                      <a:pt x="65437" y="527002"/>
                    </a:cubicBezTo>
                    <a:cubicBezTo>
                      <a:pt x="71861" y="529969"/>
                      <a:pt x="78107" y="533319"/>
                      <a:pt x="84150" y="537014"/>
                    </a:cubicBezTo>
                    <a:cubicBezTo>
                      <a:pt x="84150" y="535583"/>
                      <a:pt x="84984" y="534749"/>
                      <a:pt x="84984" y="534749"/>
                    </a:cubicBezTo>
                    <a:lnTo>
                      <a:pt x="94520" y="533795"/>
                    </a:lnTo>
                    <a:cubicBezTo>
                      <a:pt x="96474" y="535142"/>
                      <a:pt x="98274" y="536692"/>
                      <a:pt x="99883" y="538444"/>
                    </a:cubicBezTo>
                    <a:cubicBezTo>
                      <a:pt x="105867" y="529135"/>
                      <a:pt x="115998" y="523318"/>
                      <a:pt x="127059" y="522830"/>
                    </a:cubicBezTo>
                    <a:cubicBezTo>
                      <a:pt x="136118" y="522830"/>
                      <a:pt x="156857" y="539755"/>
                      <a:pt x="154712" y="545596"/>
                    </a:cubicBezTo>
                    <a:cubicBezTo>
                      <a:pt x="152566" y="551436"/>
                      <a:pt x="137667" y="572771"/>
                      <a:pt x="130873" y="574321"/>
                    </a:cubicBezTo>
                    <a:cubicBezTo>
                      <a:pt x="127536" y="574976"/>
                      <a:pt x="124139" y="575334"/>
                      <a:pt x="120742" y="575394"/>
                    </a:cubicBezTo>
                    <a:cubicBezTo>
                      <a:pt x="120014" y="578207"/>
                      <a:pt x="119490" y="581079"/>
                      <a:pt x="119192" y="583976"/>
                    </a:cubicBezTo>
                    <a:cubicBezTo>
                      <a:pt x="119192" y="588624"/>
                      <a:pt x="127655" y="595895"/>
                      <a:pt x="132423" y="604715"/>
                    </a:cubicBezTo>
                    <a:cubicBezTo>
                      <a:pt x="137191" y="613535"/>
                      <a:pt x="124913" y="618899"/>
                      <a:pt x="118239" y="613297"/>
                    </a:cubicBezTo>
                    <a:cubicBezTo>
                      <a:pt x="111564" y="607695"/>
                      <a:pt x="108823" y="618899"/>
                      <a:pt x="112637" y="623667"/>
                    </a:cubicBezTo>
                    <a:cubicBezTo>
                      <a:pt x="116451" y="628434"/>
                      <a:pt x="114424" y="641665"/>
                      <a:pt x="121099" y="642618"/>
                    </a:cubicBezTo>
                    <a:cubicBezTo>
                      <a:pt x="127774" y="643572"/>
                      <a:pt x="133018" y="656802"/>
                      <a:pt x="141005" y="656802"/>
                    </a:cubicBezTo>
                    <a:cubicBezTo>
                      <a:pt x="148991" y="656802"/>
                      <a:pt x="155189" y="668721"/>
                      <a:pt x="155189" y="668721"/>
                    </a:cubicBezTo>
                    <a:cubicBezTo>
                      <a:pt x="155189" y="668721"/>
                      <a:pt x="165558" y="675396"/>
                      <a:pt x="165558" y="679091"/>
                    </a:cubicBezTo>
                    <a:cubicBezTo>
                      <a:pt x="165713" y="679556"/>
                      <a:pt x="165713" y="680057"/>
                      <a:pt x="165558" y="680521"/>
                    </a:cubicBezTo>
                    <a:cubicBezTo>
                      <a:pt x="173783" y="679687"/>
                      <a:pt x="179265" y="679449"/>
                      <a:pt x="180219" y="675992"/>
                    </a:cubicBezTo>
                    <a:cubicBezTo>
                      <a:pt x="181173" y="672535"/>
                      <a:pt x="192138" y="672297"/>
                      <a:pt x="199409" y="679806"/>
                    </a:cubicBezTo>
                    <a:cubicBezTo>
                      <a:pt x="206679" y="687315"/>
                      <a:pt x="237192" y="706267"/>
                      <a:pt x="248278" y="715564"/>
                    </a:cubicBezTo>
                    <a:cubicBezTo>
                      <a:pt x="261925" y="725481"/>
                      <a:pt x="277813" y="731869"/>
                      <a:pt x="294525" y="734158"/>
                    </a:cubicBezTo>
                    <a:cubicBezTo>
                      <a:pt x="303583" y="734158"/>
                      <a:pt x="312046" y="740594"/>
                      <a:pt x="325872" y="739998"/>
                    </a:cubicBezTo>
                    <a:lnTo>
                      <a:pt x="331355" y="739998"/>
                    </a:lnTo>
                    <a:cubicBezTo>
                      <a:pt x="333381" y="737972"/>
                      <a:pt x="336719" y="737972"/>
                      <a:pt x="339222" y="734158"/>
                    </a:cubicBezTo>
                    <a:cubicBezTo>
                      <a:pt x="342917" y="728437"/>
                      <a:pt x="348638" y="738806"/>
                      <a:pt x="346730" y="746077"/>
                    </a:cubicBezTo>
                    <a:cubicBezTo>
                      <a:pt x="346004" y="749629"/>
                      <a:pt x="346504" y="753336"/>
                      <a:pt x="348161" y="756566"/>
                    </a:cubicBezTo>
                    <a:cubicBezTo>
                      <a:pt x="350283" y="753384"/>
                      <a:pt x="352083" y="749987"/>
                      <a:pt x="353524" y="746435"/>
                    </a:cubicBezTo>
                    <a:cubicBezTo>
                      <a:pt x="358292" y="734516"/>
                      <a:pt x="365444" y="735350"/>
                      <a:pt x="370569" y="731536"/>
                    </a:cubicBezTo>
                    <a:cubicBezTo>
                      <a:pt x="375695" y="727721"/>
                      <a:pt x="380105" y="729509"/>
                      <a:pt x="390236" y="734754"/>
                    </a:cubicBezTo>
                    <a:cubicBezTo>
                      <a:pt x="400367" y="739998"/>
                      <a:pt x="403585" y="729271"/>
                      <a:pt x="417889" y="742382"/>
                    </a:cubicBezTo>
                    <a:cubicBezTo>
                      <a:pt x="420499" y="740964"/>
                      <a:pt x="423312" y="739951"/>
                      <a:pt x="426232" y="739402"/>
                    </a:cubicBezTo>
                    <a:cubicBezTo>
                      <a:pt x="429093" y="739402"/>
                      <a:pt x="432907" y="733800"/>
                      <a:pt x="437556" y="729033"/>
                    </a:cubicBezTo>
                    <a:cubicBezTo>
                      <a:pt x="442204" y="724265"/>
                      <a:pt x="441369" y="718663"/>
                      <a:pt x="447091" y="719616"/>
                    </a:cubicBezTo>
                    <a:cubicBezTo>
                      <a:pt x="452812" y="720570"/>
                      <a:pt x="455553" y="712942"/>
                      <a:pt x="467830" y="706386"/>
                    </a:cubicBezTo>
                    <a:cubicBezTo>
                      <a:pt x="480107" y="699831"/>
                      <a:pt x="490596" y="710081"/>
                      <a:pt x="496198" y="705433"/>
                    </a:cubicBezTo>
                    <a:cubicBezTo>
                      <a:pt x="501800" y="700784"/>
                      <a:pt x="508117" y="698758"/>
                      <a:pt x="508117" y="703525"/>
                    </a:cubicBezTo>
                    <a:cubicBezTo>
                      <a:pt x="508117" y="708293"/>
                      <a:pt x="515627" y="713895"/>
                      <a:pt x="517533" y="719616"/>
                    </a:cubicBezTo>
                    <a:cubicBezTo>
                      <a:pt x="519441" y="725338"/>
                      <a:pt x="529453" y="726649"/>
                      <a:pt x="531241" y="727006"/>
                    </a:cubicBezTo>
                    <a:cubicBezTo>
                      <a:pt x="532623" y="726315"/>
                      <a:pt x="533982" y="725564"/>
                      <a:pt x="535293" y="724742"/>
                    </a:cubicBezTo>
                    <a:cubicBezTo>
                      <a:pt x="540275" y="721655"/>
                      <a:pt x="546807" y="723180"/>
                      <a:pt x="549906" y="728151"/>
                    </a:cubicBezTo>
                    <a:cubicBezTo>
                      <a:pt x="550550" y="729200"/>
                      <a:pt x="551015" y="730344"/>
                      <a:pt x="551265" y="731536"/>
                    </a:cubicBezTo>
                    <a:cubicBezTo>
                      <a:pt x="551265" y="737972"/>
                      <a:pt x="551265" y="744885"/>
                      <a:pt x="556629" y="744885"/>
                    </a:cubicBezTo>
                    <a:cubicBezTo>
                      <a:pt x="561992" y="744885"/>
                      <a:pt x="566164" y="744885"/>
                      <a:pt x="566164" y="756804"/>
                    </a:cubicBezTo>
                    <a:cubicBezTo>
                      <a:pt x="566164" y="768724"/>
                      <a:pt x="570455" y="781835"/>
                      <a:pt x="560324" y="791847"/>
                    </a:cubicBezTo>
                    <a:cubicBezTo>
                      <a:pt x="550192" y="801859"/>
                      <a:pt x="538511" y="820096"/>
                      <a:pt x="540657" y="825340"/>
                    </a:cubicBezTo>
                    <a:cubicBezTo>
                      <a:pt x="542802" y="830585"/>
                      <a:pt x="537438" y="840716"/>
                      <a:pt x="544947" y="837259"/>
                    </a:cubicBezTo>
                    <a:cubicBezTo>
                      <a:pt x="552457" y="833803"/>
                      <a:pt x="568786" y="837259"/>
                      <a:pt x="566641" y="841550"/>
                    </a:cubicBezTo>
                    <a:cubicBezTo>
                      <a:pt x="564495" y="845841"/>
                      <a:pt x="567236" y="860621"/>
                      <a:pt x="574150" y="861217"/>
                    </a:cubicBezTo>
                    <a:cubicBezTo>
                      <a:pt x="581063" y="861813"/>
                      <a:pt x="585234" y="865508"/>
                      <a:pt x="583089" y="871825"/>
                    </a:cubicBezTo>
                    <a:cubicBezTo>
                      <a:pt x="580944" y="878142"/>
                      <a:pt x="577249" y="887797"/>
                      <a:pt x="583089" y="887797"/>
                    </a:cubicBezTo>
                    <a:cubicBezTo>
                      <a:pt x="588929" y="887797"/>
                      <a:pt x="597512" y="887797"/>
                      <a:pt x="596439" y="894114"/>
                    </a:cubicBezTo>
                    <a:cubicBezTo>
                      <a:pt x="595366" y="900431"/>
                      <a:pt x="600729" y="906033"/>
                      <a:pt x="611338" y="902100"/>
                    </a:cubicBezTo>
                    <a:cubicBezTo>
                      <a:pt x="617536" y="899597"/>
                      <a:pt x="620635" y="897332"/>
                      <a:pt x="622065" y="899835"/>
                    </a:cubicBezTo>
                    <a:cubicBezTo>
                      <a:pt x="626356" y="899835"/>
                      <a:pt x="626595" y="909371"/>
                      <a:pt x="633985" y="911159"/>
                    </a:cubicBezTo>
                    <a:cubicBezTo>
                      <a:pt x="641374" y="912947"/>
                      <a:pt x="637679" y="895068"/>
                      <a:pt x="634819" y="892207"/>
                    </a:cubicBezTo>
                    <a:cubicBezTo>
                      <a:pt x="631958" y="889346"/>
                      <a:pt x="635772" y="877069"/>
                      <a:pt x="638633" y="880288"/>
                    </a:cubicBezTo>
                    <a:cubicBezTo>
                      <a:pt x="641494" y="883506"/>
                      <a:pt x="649956" y="880288"/>
                      <a:pt x="654724" y="874686"/>
                    </a:cubicBezTo>
                    <a:cubicBezTo>
                      <a:pt x="659492" y="869084"/>
                      <a:pt x="668908" y="879334"/>
                      <a:pt x="672722" y="872779"/>
                    </a:cubicBezTo>
                    <a:cubicBezTo>
                      <a:pt x="676536" y="866223"/>
                      <a:pt x="684641" y="877427"/>
                      <a:pt x="693581" y="872779"/>
                    </a:cubicBezTo>
                    <a:cubicBezTo>
                      <a:pt x="702520" y="868130"/>
                      <a:pt x="705500" y="876473"/>
                      <a:pt x="709671" y="869918"/>
                    </a:cubicBezTo>
                    <a:cubicBezTo>
                      <a:pt x="713844" y="863362"/>
                      <a:pt x="725643" y="854781"/>
                      <a:pt x="728504" y="857999"/>
                    </a:cubicBezTo>
                    <a:cubicBezTo>
                      <a:pt x="733069" y="864483"/>
                      <a:pt x="740483" y="868345"/>
                      <a:pt x="748409" y="868369"/>
                    </a:cubicBezTo>
                    <a:cubicBezTo>
                      <a:pt x="763547" y="870276"/>
                      <a:pt x="754964" y="877785"/>
                      <a:pt x="754964" y="882552"/>
                    </a:cubicBezTo>
                    <a:cubicBezTo>
                      <a:pt x="754964" y="887320"/>
                      <a:pt x="772010" y="899597"/>
                      <a:pt x="778803" y="900550"/>
                    </a:cubicBezTo>
                    <a:cubicBezTo>
                      <a:pt x="780794" y="901325"/>
                      <a:pt x="782510" y="902696"/>
                      <a:pt x="783690" y="904484"/>
                    </a:cubicBezTo>
                    <a:cubicBezTo>
                      <a:pt x="788339" y="902219"/>
                      <a:pt x="796563" y="906033"/>
                      <a:pt x="798351" y="900550"/>
                    </a:cubicBezTo>
                    <a:cubicBezTo>
                      <a:pt x="800139" y="895068"/>
                      <a:pt x="808244" y="895902"/>
                      <a:pt x="811462" y="901266"/>
                    </a:cubicBezTo>
                    <a:cubicBezTo>
                      <a:pt x="814680" y="906629"/>
                      <a:pt x="818137" y="907583"/>
                      <a:pt x="825288" y="901266"/>
                    </a:cubicBezTo>
                    <a:cubicBezTo>
                      <a:pt x="832439" y="894948"/>
                      <a:pt x="835896" y="907583"/>
                      <a:pt x="831606" y="911159"/>
                    </a:cubicBezTo>
                    <a:cubicBezTo>
                      <a:pt x="827314" y="914734"/>
                      <a:pt x="830175" y="925700"/>
                      <a:pt x="836969" y="932136"/>
                    </a:cubicBezTo>
                    <a:cubicBezTo>
                      <a:pt x="843763" y="938573"/>
                      <a:pt x="844717" y="928203"/>
                      <a:pt x="843286" y="921767"/>
                    </a:cubicBezTo>
                    <a:cubicBezTo>
                      <a:pt x="841856" y="915330"/>
                      <a:pt x="855206" y="909013"/>
                      <a:pt x="877018" y="901623"/>
                    </a:cubicBezTo>
                    <a:cubicBezTo>
                      <a:pt x="898830" y="894233"/>
                      <a:pt x="923383" y="877785"/>
                      <a:pt x="923741" y="874328"/>
                    </a:cubicBezTo>
                    <a:cubicBezTo>
                      <a:pt x="924098" y="870871"/>
                      <a:pt x="939713" y="880645"/>
                      <a:pt x="947580" y="875043"/>
                    </a:cubicBezTo>
                    <a:cubicBezTo>
                      <a:pt x="955446" y="869441"/>
                      <a:pt x="982026" y="868607"/>
                      <a:pt x="989058" y="868249"/>
                    </a:cubicBezTo>
                    <a:cubicBezTo>
                      <a:pt x="996091" y="867892"/>
                      <a:pt x="995852" y="861932"/>
                      <a:pt x="1003242" y="856330"/>
                    </a:cubicBezTo>
                    <a:cubicBezTo>
                      <a:pt x="1010632" y="850728"/>
                      <a:pt x="1008845" y="847391"/>
                      <a:pt x="1017426" y="844411"/>
                    </a:cubicBezTo>
                    <a:cubicBezTo>
                      <a:pt x="1024435" y="842599"/>
                      <a:pt x="1029799" y="836961"/>
                      <a:pt x="1031253" y="829869"/>
                    </a:cubicBezTo>
                    <a:cubicBezTo>
                      <a:pt x="1031253" y="825698"/>
                      <a:pt x="1047105" y="824267"/>
                      <a:pt x="1047582" y="819619"/>
                    </a:cubicBezTo>
                    <a:cubicBezTo>
                      <a:pt x="1048059" y="814970"/>
                      <a:pt x="1059502" y="813659"/>
                      <a:pt x="1059502" y="807700"/>
                    </a:cubicBezTo>
                    <a:cubicBezTo>
                      <a:pt x="1059502" y="801740"/>
                      <a:pt x="1066534" y="803170"/>
                      <a:pt x="1069752" y="798879"/>
                    </a:cubicBezTo>
                    <a:cubicBezTo>
                      <a:pt x="1072970" y="794588"/>
                      <a:pt x="1067249" y="782192"/>
                      <a:pt x="1072970" y="780404"/>
                    </a:cubicBezTo>
                    <a:cubicBezTo>
                      <a:pt x="1078691" y="778617"/>
                      <a:pt x="1070824" y="771942"/>
                      <a:pt x="1069752" y="768485"/>
                    </a:cubicBezTo>
                    <a:cubicBezTo>
                      <a:pt x="1068679" y="765029"/>
                      <a:pt x="1080360" y="764552"/>
                      <a:pt x="1086320" y="760738"/>
                    </a:cubicBezTo>
                    <a:cubicBezTo>
                      <a:pt x="1092220" y="757007"/>
                      <a:pt x="1096249" y="750940"/>
                      <a:pt x="1097405" y="744051"/>
                    </a:cubicBezTo>
                    <a:cubicBezTo>
                      <a:pt x="1098477" y="737376"/>
                      <a:pt x="1108370" y="731297"/>
                      <a:pt x="1112900" y="729509"/>
                    </a:cubicBezTo>
                    <a:cubicBezTo>
                      <a:pt x="1117429" y="727721"/>
                      <a:pt x="1119336" y="718186"/>
                      <a:pt x="1117905" y="710081"/>
                    </a:cubicBezTo>
                    <a:cubicBezTo>
                      <a:pt x="1116475" y="701976"/>
                      <a:pt x="1126010" y="704002"/>
                      <a:pt x="1121839" y="700784"/>
                    </a:cubicBezTo>
                    <a:cubicBezTo>
                      <a:pt x="1117668" y="697566"/>
                      <a:pt x="1123627" y="688865"/>
                      <a:pt x="1132089" y="686362"/>
                    </a:cubicBezTo>
                    <a:cubicBezTo>
                      <a:pt x="1140552" y="683859"/>
                      <a:pt x="1126726" y="679925"/>
                      <a:pt x="1122196" y="683501"/>
                    </a:cubicBezTo>
                    <a:cubicBezTo>
                      <a:pt x="1117668" y="687077"/>
                      <a:pt x="1112542" y="673251"/>
                      <a:pt x="1108370" y="678495"/>
                    </a:cubicBezTo>
                    <a:cubicBezTo>
                      <a:pt x="1104199" y="683739"/>
                      <a:pt x="1092041" y="675277"/>
                      <a:pt x="1099789" y="673608"/>
                    </a:cubicBezTo>
                    <a:cubicBezTo>
                      <a:pt x="1108418" y="670080"/>
                      <a:pt x="1116845" y="666099"/>
                      <a:pt x="1125057" y="661689"/>
                    </a:cubicBezTo>
                    <a:cubicBezTo>
                      <a:pt x="1130302" y="659901"/>
                      <a:pt x="1117190" y="648220"/>
                      <a:pt x="1110516" y="648578"/>
                    </a:cubicBezTo>
                    <a:cubicBezTo>
                      <a:pt x="1103841" y="648935"/>
                      <a:pt x="1096332" y="632964"/>
                      <a:pt x="1089180" y="632964"/>
                    </a:cubicBezTo>
                    <a:cubicBezTo>
                      <a:pt x="1082028" y="632964"/>
                      <a:pt x="1094544" y="627958"/>
                      <a:pt x="1102649" y="632248"/>
                    </a:cubicBezTo>
                    <a:cubicBezTo>
                      <a:pt x="1110754" y="636539"/>
                      <a:pt x="1120409" y="639996"/>
                      <a:pt x="1123984" y="636420"/>
                    </a:cubicBezTo>
                    <a:cubicBezTo>
                      <a:pt x="1127560" y="632844"/>
                      <a:pt x="1110158" y="618780"/>
                      <a:pt x="1103722" y="613774"/>
                    </a:cubicBezTo>
                    <a:cubicBezTo>
                      <a:pt x="1097285" y="608768"/>
                      <a:pt x="1103722" y="601854"/>
                      <a:pt x="1099550" y="599232"/>
                    </a:cubicBezTo>
                    <a:cubicBezTo>
                      <a:pt x="1092911" y="590483"/>
                      <a:pt x="1087762" y="580698"/>
                      <a:pt x="1084293" y="570268"/>
                    </a:cubicBezTo>
                    <a:cubicBezTo>
                      <a:pt x="1081433" y="562044"/>
                      <a:pt x="1066534" y="560614"/>
                      <a:pt x="1062958" y="555369"/>
                    </a:cubicBezTo>
                    <a:cubicBezTo>
                      <a:pt x="1060097" y="545929"/>
                      <a:pt x="1065437" y="535941"/>
                      <a:pt x="1074877" y="533080"/>
                    </a:cubicBezTo>
                    <a:cubicBezTo>
                      <a:pt x="1085962" y="528432"/>
                      <a:pt x="1081313" y="519254"/>
                      <a:pt x="1086796" y="520327"/>
                    </a:cubicBezTo>
                    <a:cubicBezTo>
                      <a:pt x="1092280" y="521400"/>
                      <a:pt x="1095974" y="519254"/>
                      <a:pt x="1099907" y="511030"/>
                    </a:cubicBezTo>
                    <a:cubicBezTo>
                      <a:pt x="1103841" y="502806"/>
                      <a:pt x="1110516" y="507812"/>
                      <a:pt x="1114330" y="503640"/>
                    </a:cubicBezTo>
                    <a:cubicBezTo>
                      <a:pt x="1118144" y="499468"/>
                      <a:pt x="1135665" y="499706"/>
                      <a:pt x="1141625" y="495415"/>
                    </a:cubicBezTo>
                    <a:cubicBezTo>
                      <a:pt x="1147584" y="491125"/>
                      <a:pt x="1136023" y="478133"/>
                      <a:pt x="1127799" y="480278"/>
                    </a:cubicBezTo>
                    <a:cubicBezTo>
                      <a:pt x="1118597" y="482591"/>
                      <a:pt x="1108966" y="478681"/>
                      <a:pt x="1103960" y="470624"/>
                    </a:cubicBezTo>
                    <a:cubicBezTo>
                      <a:pt x="1098358" y="462161"/>
                      <a:pt x="1083459" y="486238"/>
                      <a:pt x="1072136" y="491601"/>
                    </a:cubicBezTo>
                    <a:cubicBezTo>
                      <a:pt x="1060813" y="496965"/>
                      <a:pt x="1053303" y="482066"/>
                      <a:pt x="1057237" y="472411"/>
                    </a:cubicBezTo>
                    <a:cubicBezTo>
                      <a:pt x="1061170" y="462757"/>
                      <a:pt x="1048417" y="463234"/>
                      <a:pt x="1032445" y="463949"/>
                    </a:cubicBezTo>
                    <a:cubicBezTo>
                      <a:pt x="1016473" y="464664"/>
                      <a:pt x="1022551" y="435581"/>
                      <a:pt x="1032445" y="434151"/>
                    </a:cubicBezTo>
                    <a:cubicBezTo>
                      <a:pt x="1042338" y="432720"/>
                      <a:pt x="1056283" y="442971"/>
                      <a:pt x="1062243" y="425331"/>
                    </a:cubicBezTo>
                    <a:cubicBezTo>
                      <a:pt x="1068202" y="407690"/>
                      <a:pt x="1076665" y="421397"/>
                      <a:pt x="1090134" y="405783"/>
                    </a:cubicBezTo>
                    <a:cubicBezTo>
                      <a:pt x="1103602" y="390169"/>
                      <a:pt x="1119216" y="380633"/>
                      <a:pt x="1130898" y="389930"/>
                    </a:cubicBezTo>
                    <a:cubicBezTo>
                      <a:pt x="1142578" y="399227"/>
                      <a:pt x="1118978" y="413769"/>
                      <a:pt x="1114568" y="422470"/>
                    </a:cubicBezTo>
                    <a:cubicBezTo>
                      <a:pt x="1110158" y="431171"/>
                      <a:pt x="1118144" y="434389"/>
                      <a:pt x="1111111" y="440945"/>
                    </a:cubicBezTo>
                    <a:cubicBezTo>
                      <a:pt x="1104079" y="447500"/>
                      <a:pt x="1113853" y="449407"/>
                      <a:pt x="1127679" y="440945"/>
                    </a:cubicBezTo>
                    <a:cubicBezTo>
                      <a:pt x="1141708" y="431409"/>
                      <a:pt x="1156548" y="423113"/>
                      <a:pt x="1172019" y="416153"/>
                    </a:cubicBezTo>
                    <a:cubicBezTo>
                      <a:pt x="1175821" y="414734"/>
                      <a:pt x="1179897" y="414210"/>
                      <a:pt x="1183939" y="414603"/>
                    </a:cubicBezTo>
                    <a:cubicBezTo>
                      <a:pt x="1184987" y="410455"/>
                      <a:pt x="1187371" y="406772"/>
                      <a:pt x="1190732" y="404114"/>
                    </a:cubicBezTo>
                    <a:cubicBezTo>
                      <a:pt x="1199910" y="399466"/>
                      <a:pt x="1230781" y="385639"/>
                      <a:pt x="1235429" y="379441"/>
                    </a:cubicBezTo>
                    <a:cubicBezTo>
                      <a:pt x="1240078" y="373243"/>
                      <a:pt x="1244726" y="362397"/>
                      <a:pt x="1250925" y="362397"/>
                    </a:cubicBezTo>
                    <a:cubicBezTo>
                      <a:pt x="1257122" y="362397"/>
                      <a:pt x="1257004" y="368595"/>
                      <a:pt x="1266300" y="368595"/>
                    </a:cubicBezTo>
                    <a:cubicBezTo>
                      <a:pt x="1275597" y="368595"/>
                      <a:pt x="1286444" y="371694"/>
                      <a:pt x="1281795" y="363946"/>
                    </a:cubicBezTo>
                    <a:cubicBezTo>
                      <a:pt x="1277146" y="356199"/>
                      <a:pt x="1280245" y="356199"/>
                      <a:pt x="1290973" y="354769"/>
                    </a:cubicBezTo>
                    <a:cubicBezTo>
                      <a:pt x="1301701" y="353338"/>
                      <a:pt x="1300270" y="342849"/>
                      <a:pt x="1308017" y="342849"/>
                    </a:cubicBezTo>
                    <a:cubicBezTo>
                      <a:pt x="1315765" y="342849"/>
                      <a:pt x="1314216" y="324375"/>
                      <a:pt x="1321843" y="324375"/>
                    </a:cubicBezTo>
                    <a:cubicBezTo>
                      <a:pt x="1329472" y="324375"/>
                      <a:pt x="1332690" y="335102"/>
                      <a:pt x="1341987" y="332003"/>
                    </a:cubicBezTo>
                    <a:cubicBezTo>
                      <a:pt x="1344216" y="331538"/>
                      <a:pt x="1346540" y="331872"/>
                      <a:pt x="1348543" y="332956"/>
                    </a:cubicBezTo>
                    <a:lnTo>
                      <a:pt x="1354384" y="328546"/>
                    </a:lnTo>
                    <a:cubicBezTo>
                      <a:pt x="1354503" y="320882"/>
                      <a:pt x="1353943" y="313230"/>
                      <a:pt x="1352715" y="305661"/>
                    </a:cubicBezTo>
                    <a:cubicBezTo>
                      <a:pt x="1349139" y="297199"/>
                      <a:pt x="1352715" y="290762"/>
                      <a:pt x="1351284" y="285875"/>
                    </a:cubicBezTo>
                    <a:cubicBezTo>
                      <a:pt x="1349854" y="280989"/>
                      <a:pt x="1349139" y="268831"/>
                      <a:pt x="1354860" y="268831"/>
                    </a:cubicBezTo>
                    <a:cubicBezTo>
                      <a:pt x="1360581" y="268831"/>
                      <a:pt x="1367614" y="254647"/>
                      <a:pt x="1374646" y="259653"/>
                    </a:cubicBezTo>
                    <a:cubicBezTo>
                      <a:pt x="1381678" y="264659"/>
                      <a:pt x="1395862" y="265970"/>
                      <a:pt x="1395862" y="259653"/>
                    </a:cubicBezTo>
                    <a:cubicBezTo>
                      <a:pt x="1395862" y="253336"/>
                      <a:pt x="1405875" y="252502"/>
                      <a:pt x="1407781" y="244039"/>
                    </a:cubicBezTo>
                    <a:cubicBezTo>
                      <a:pt x="1409689" y="235576"/>
                      <a:pt x="1419701" y="233431"/>
                      <a:pt x="1421965" y="225564"/>
                    </a:cubicBezTo>
                    <a:cubicBezTo>
                      <a:pt x="1424230" y="217697"/>
                      <a:pt x="1427568" y="199342"/>
                      <a:pt x="1434600" y="195170"/>
                    </a:cubicBezTo>
                    <a:cubicBezTo>
                      <a:pt x="1441632" y="190998"/>
                      <a:pt x="1434480" y="188734"/>
                      <a:pt x="1435434" y="175861"/>
                    </a:cubicBezTo>
                    <a:close/>
                    <a:moveTo>
                      <a:pt x="1088227" y="846914"/>
                    </a:moveTo>
                    <a:cubicBezTo>
                      <a:pt x="1080360" y="875282"/>
                      <a:pt x="1098596" y="889704"/>
                      <a:pt x="1100980" y="888035"/>
                    </a:cubicBezTo>
                    <a:cubicBezTo>
                      <a:pt x="1108013" y="883029"/>
                      <a:pt x="1136738" y="822122"/>
                      <a:pt x="1130659" y="813659"/>
                    </a:cubicBezTo>
                    <a:cubicBezTo>
                      <a:pt x="1124580" y="805197"/>
                      <a:pt x="1095736" y="818069"/>
                      <a:pt x="1087988" y="846914"/>
                    </a:cubicBezTo>
                    <a:close/>
                    <a:moveTo>
                      <a:pt x="835181" y="943340"/>
                    </a:moveTo>
                    <a:cubicBezTo>
                      <a:pt x="826003" y="943340"/>
                      <a:pt x="802641" y="956809"/>
                      <a:pt x="811343" y="975880"/>
                    </a:cubicBezTo>
                    <a:cubicBezTo>
                      <a:pt x="820044" y="994951"/>
                      <a:pt x="851033" y="982316"/>
                      <a:pt x="851749" y="973735"/>
                    </a:cubicBezTo>
                    <a:cubicBezTo>
                      <a:pt x="852464" y="965153"/>
                      <a:pt x="866290" y="951922"/>
                      <a:pt x="864502" y="945486"/>
                    </a:cubicBezTo>
                    <a:cubicBezTo>
                      <a:pt x="862715" y="939049"/>
                      <a:pt x="844240" y="943340"/>
                      <a:pt x="834943" y="943340"/>
                    </a:cubicBezTo>
                    <a:close/>
                  </a:path>
                </a:pathLst>
              </a:custGeom>
              <a:solidFill>
                <a:srgbClr val="88DAE7"/>
              </a:solid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204" name="Freeform: Shape 203">
                <a:extLst>
                  <a:ext uri="{FF2B5EF4-FFF2-40B4-BE49-F238E27FC236}">
                    <a16:creationId xmlns:a16="http://schemas.microsoft.com/office/drawing/2014/main" id="{B2E8ECEA-31C4-4434-BD9B-AB25A06BE288}"/>
                  </a:ext>
                </a:extLst>
              </p:cNvPr>
              <p:cNvSpPr/>
              <p:nvPr/>
            </p:nvSpPr>
            <p:spPr>
              <a:xfrm>
                <a:off x="6945552" y="8881964"/>
                <a:ext cx="978530" cy="870586"/>
              </a:xfrm>
              <a:custGeom>
                <a:avLst/>
                <a:gdLst>
                  <a:gd name="connsiteX0" fmla="*/ 976697 w 978530"/>
                  <a:gd name="connsiteY0" fmla="*/ 436603 h 870586"/>
                  <a:gd name="connsiteX1" fmla="*/ 970856 w 978530"/>
                  <a:gd name="connsiteY1" fmla="*/ 419082 h 870586"/>
                  <a:gd name="connsiteX2" fmla="*/ 969783 w 978530"/>
                  <a:gd name="connsiteY2" fmla="*/ 379271 h 870586"/>
                  <a:gd name="connsiteX3" fmla="*/ 963943 w 978530"/>
                  <a:gd name="connsiteY3" fmla="*/ 374504 h 870586"/>
                  <a:gd name="connsiteX4" fmla="*/ 947972 w 978530"/>
                  <a:gd name="connsiteY4" fmla="*/ 355910 h 870586"/>
                  <a:gd name="connsiteX5" fmla="*/ 929378 w 978530"/>
                  <a:gd name="connsiteY5" fmla="*/ 337793 h 870586"/>
                  <a:gd name="connsiteX6" fmla="*/ 917458 w 978530"/>
                  <a:gd name="connsiteY6" fmla="*/ 326589 h 870586"/>
                  <a:gd name="connsiteX7" fmla="*/ 908995 w 978530"/>
                  <a:gd name="connsiteY7" fmla="*/ 301678 h 870586"/>
                  <a:gd name="connsiteX8" fmla="*/ 899341 w 978530"/>
                  <a:gd name="connsiteY8" fmla="*/ 293691 h 870586"/>
                  <a:gd name="connsiteX9" fmla="*/ 885514 w 978530"/>
                  <a:gd name="connsiteY9" fmla="*/ 294764 h 870586"/>
                  <a:gd name="connsiteX10" fmla="*/ 879674 w 978530"/>
                  <a:gd name="connsiteY10" fmla="*/ 278316 h 870586"/>
                  <a:gd name="connsiteX11" fmla="*/ 870734 w 978530"/>
                  <a:gd name="connsiteY11" fmla="*/ 260675 h 870586"/>
                  <a:gd name="connsiteX12" fmla="*/ 862749 w 978530"/>
                  <a:gd name="connsiteY12" fmla="*/ 243154 h 870586"/>
                  <a:gd name="connsiteX13" fmla="*/ 807443 w 978530"/>
                  <a:gd name="connsiteY13" fmla="*/ 210734 h 870586"/>
                  <a:gd name="connsiteX14" fmla="*/ 801603 w 978530"/>
                  <a:gd name="connsiteY14" fmla="*/ 194285 h 870586"/>
                  <a:gd name="connsiteX15" fmla="*/ 795763 w 978530"/>
                  <a:gd name="connsiteY15" fmla="*/ 165083 h 870586"/>
                  <a:gd name="connsiteX16" fmla="*/ 781340 w 978530"/>
                  <a:gd name="connsiteY16" fmla="*/ 140053 h 870586"/>
                  <a:gd name="connsiteX17" fmla="*/ 778241 w 978530"/>
                  <a:gd name="connsiteY17" fmla="*/ 110850 h 870586"/>
                  <a:gd name="connsiteX18" fmla="*/ 762270 w 978530"/>
                  <a:gd name="connsiteY18" fmla="*/ 91780 h 870586"/>
                  <a:gd name="connsiteX19" fmla="*/ 743676 w 978530"/>
                  <a:gd name="connsiteY19" fmla="*/ 91780 h 870586"/>
                  <a:gd name="connsiteX20" fmla="*/ 736166 w 978530"/>
                  <a:gd name="connsiteY20" fmla="*/ 67941 h 870586"/>
                  <a:gd name="connsiteX21" fmla="*/ 725082 w 978530"/>
                  <a:gd name="connsiteY21" fmla="*/ 29680 h 870586"/>
                  <a:gd name="connsiteX22" fmla="*/ 713162 w 978530"/>
                  <a:gd name="connsiteY22" fmla="*/ 478 h 870586"/>
                  <a:gd name="connsiteX23" fmla="*/ 697667 w 978530"/>
                  <a:gd name="connsiteY23" fmla="*/ 17999 h 870586"/>
                  <a:gd name="connsiteX24" fmla="*/ 691826 w 978530"/>
                  <a:gd name="connsiteY24" fmla="*/ 37190 h 870586"/>
                  <a:gd name="connsiteX25" fmla="*/ 688728 w 978530"/>
                  <a:gd name="connsiteY25" fmla="*/ 63769 h 870586"/>
                  <a:gd name="connsiteX26" fmla="*/ 686582 w 978530"/>
                  <a:gd name="connsiteY26" fmla="*/ 106202 h 870586"/>
                  <a:gd name="connsiteX27" fmla="*/ 679073 w 978530"/>
                  <a:gd name="connsiteY27" fmla="*/ 142913 h 870586"/>
                  <a:gd name="connsiteX28" fmla="*/ 658930 w 978530"/>
                  <a:gd name="connsiteY28" fmla="*/ 171042 h 870586"/>
                  <a:gd name="connsiteX29" fmla="*/ 629728 w 978530"/>
                  <a:gd name="connsiteY29" fmla="*/ 159123 h 870586"/>
                  <a:gd name="connsiteX30" fmla="*/ 608392 w 978530"/>
                  <a:gd name="connsiteY30" fmla="*/ 148992 h 870586"/>
                  <a:gd name="connsiteX31" fmla="*/ 584553 w 978530"/>
                  <a:gd name="connsiteY31" fmla="*/ 130398 h 870586"/>
                  <a:gd name="connsiteX32" fmla="*/ 560715 w 978530"/>
                  <a:gd name="connsiteY32" fmla="*/ 121935 h 870586"/>
                  <a:gd name="connsiteX33" fmla="*/ 544743 w 978530"/>
                  <a:gd name="connsiteY33" fmla="*/ 103818 h 870586"/>
                  <a:gd name="connsiteX34" fmla="*/ 546889 w 978530"/>
                  <a:gd name="connsiteY34" fmla="*/ 91899 h 870586"/>
                  <a:gd name="connsiteX35" fmla="*/ 549034 w 978530"/>
                  <a:gd name="connsiteY35" fmla="*/ 71755 h 870586"/>
                  <a:gd name="connsiteX36" fmla="*/ 564410 w 978530"/>
                  <a:gd name="connsiteY36" fmla="*/ 60551 h 870586"/>
                  <a:gd name="connsiteX37" fmla="*/ 572396 w 978530"/>
                  <a:gd name="connsiteY37" fmla="*/ 44579 h 870586"/>
                  <a:gd name="connsiteX38" fmla="*/ 567152 w 978530"/>
                  <a:gd name="connsiteY38" fmla="*/ 32660 h 870586"/>
                  <a:gd name="connsiteX39" fmla="*/ 558093 w 978530"/>
                  <a:gd name="connsiteY39" fmla="*/ 42195 h 870586"/>
                  <a:gd name="connsiteX40" fmla="*/ 549034 w 978530"/>
                  <a:gd name="connsiteY40" fmla="*/ 29442 h 870586"/>
                  <a:gd name="connsiteX41" fmla="*/ 530917 w 978530"/>
                  <a:gd name="connsiteY41" fmla="*/ 36951 h 870586"/>
                  <a:gd name="connsiteX42" fmla="*/ 484193 w 978530"/>
                  <a:gd name="connsiteY42" fmla="*/ 22529 h 870586"/>
                  <a:gd name="connsiteX43" fmla="*/ 461904 w 978530"/>
                  <a:gd name="connsiteY43" fmla="*/ 8822 h 870586"/>
                  <a:gd name="connsiteX44" fmla="*/ 470963 w 978530"/>
                  <a:gd name="connsiteY44" fmla="*/ 24674 h 870586"/>
                  <a:gd name="connsiteX45" fmla="*/ 434252 w 978530"/>
                  <a:gd name="connsiteY45" fmla="*/ 35878 h 870586"/>
                  <a:gd name="connsiteX46" fmla="*/ 427338 w 978530"/>
                  <a:gd name="connsiteY46" fmla="*/ 42792 h 870586"/>
                  <a:gd name="connsiteX47" fmla="*/ 410294 w 978530"/>
                  <a:gd name="connsiteY47" fmla="*/ 64604 h 870586"/>
                  <a:gd name="connsiteX48" fmla="*/ 400759 w 978530"/>
                  <a:gd name="connsiteY48" fmla="*/ 82125 h 870586"/>
                  <a:gd name="connsiteX49" fmla="*/ 401832 w 978530"/>
                  <a:gd name="connsiteY49" fmla="*/ 102269 h 870586"/>
                  <a:gd name="connsiteX50" fmla="*/ 389913 w 978530"/>
                  <a:gd name="connsiteY50" fmla="*/ 105010 h 870586"/>
                  <a:gd name="connsiteX51" fmla="*/ 374536 w 978530"/>
                  <a:gd name="connsiteY51" fmla="*/ 105963 h 870586"/>
                  <a:gd name="connsiteX52" fmla="*/ 366551 w 978530"/>
                  <a:gd name="connsiteY52" fmla="*/ 100719 h 870586"/>
                  <a:gd name="connsiteX53" fmla="*/ 353320 w 978530"/>
                  <a:gd name="connsiteY53" fmla="*/ 89515 h 870586"/>
                  <a:gd name="connsiteX54" fmla="*/ 333058 w 978530"/>
                  <a:gd name="connsiteY54" fmla="*/ 74616 h 870586"/>
                  <a:gd name="connsiteX55" fmla="*/ 319232 w 978530"/>
                  <a:gd name="connsiteY55" fmla="*/ 82602 h 870586"/>
                  <a:gd name="connsiteX56" fmla="*/ 311841 w 978530"/>
                  <a:gd name="connsiteY56" fmla="*/ 93806 h 870586"/>
                  <a:gd name="connsiteX57" fmla="*/ 293247 w 978530"/>
                  <a:gd name="connsiteY57" fmla="*/ 93806 h 870586"/>
                  <a:gd name="connsiteX58" fmla="*/ 288956 w 978530"/>
                  <a:gd name="connsiteY58" fmla="*/ 104533 h 870586"/>
                  <a:gd name="connsiteX59" fmla="*/ 277871 w 978530"/>
                  <a:gd name="connsiteY59" fmla="*/ 112400 h 870586"/>
                  <a:gd name="connsiteX60" fmla="*/ 273103 w 978530"/>
                  <a:gd name="connsiteY60" fmla="*/ 136238 h 870586"/>
                  <a:gd name="connsiteX61" fmla="*/ 255463 w 978530"/>
                  <a:gd name="connsiteY61" fmla="*/ 134570 h 870586"/>
                  <a:gd name="connsiteX62" fmla="*/ 259277 w 978530"/>
                  <a:gd name="connsiteY62" fmla="*/ 152687 h 870586"/>
                  <a:gd name="connsiteX63" fmla="*/ 251768 w 978530"/>
                  <a:gd name="connsiteY63" fmla="*/ 164606 h 870586"/>
                  <a:gd name="connsiteX64" fmla="*/ 242233 w 978530"/>
                  <a:gd name="connsiteY64" fmla="*/ 146608 h 870586"/>
                  <a:gd name="connsiteX65" fmla="*/ 223639 w 978530"/>
                  <a:gd name="connsiteY65" fmla="*/ 156143 h 870586"/>
                  <a:gd name="connsiteX66" fmla="*/ 222566 w 978530"/>
                  <a:gd name="connsiteY66" fmla="*/ 184273 h 870586"/>
                  <a:gd name="connsiteX67" fmla="*/ 188001 w 978530"/>
                  <a:gd name="connsiteY67" fmla="*/ 218362 h 870586"/>
                  <a:gd name="connsiteX68" fmla="*/ 145449 w 978530"/>
                  <a:gd name="connsiteY68" fmla="*/ 230281 h 870586"/>
                  <a:gd name="connsiteX69" fmla="*/ 122683 w 978530"/>
                  <a:gd name="connsiteY69" fmla="*/ 237671 h 870586"/>
                  <a:gd name="connsiteX70" fmla="*/ 99798 w 978530"/>
                  <a:gd name="connsiteY70" fmla="*/ 247802 h 870586"/>
                  <a:gd name="connsiteX71" fmla="*/ 71073 w 978530"/>
                  <a:gd name="connsiteY71" fmla="*/ 254716 h 870586"/>
                  <a:gd name="connsiteX72" fmla="*/ 41394 w 978530"/>
                  <a:gd name="connsiteY72" fmla="*/ 271164 h 870586"/>
                  <a:gd name="connsiteX73" fmla="*/ 28640 w 978530"/>
                  <a:gd name="connsiteY73" fmla="*/ 288686 h 870586"/>
                  <a:gd name="connsiteX74" fmla="*/ 25898 w 978530"/>
                  <a:gd name="connsiteY74" fmla="*/ 273787 h 870586"/>
                  <a:gd name="connsiteX75" fmla="*/ 13979 w 978530"/>
                  <a:gd name="connsiteY75" fmla="*/ 291427 h 870586"/>
                  <a:gd name="connsiteX76" fmla="*/ 15052 w 978530"/>
                  <a:gd name="connsiteY76" fmla="*/ 318484 h 870586"/>
                  <a:gd name="connsiteX77" fmla="*/ 10761 w 978530"/>
                  <a:gd name="connsiteY77" fmla="*/ 356744 h 870586"/>
                  <a:gd name="connsiteX78" fmla="*/ 24587 w 978530"/>
                  <a:gd name="connsiteY78" fmla="*/ 388568 h 870586"/>
                  <a:gd name="connsiteX79" fmla="*/ 10165 w 978530"/>
                  <a:gd name="connsiteY79" fmla="*/ 376649 h 870586"/>
                  <a:gd name="connsiteX80" fmla="*/ 17078 w 978530"/>
                  <a:gd name="connsiteY80" fmla="*/ 393694 h 870586"/>
                  <a:gd name="connsiteX81" fmla="*/ 153 w 978530"/>
                  <a:gd name="connsiteY81" fmla="*/ 380940 h 870586"/>
                  <a:gd name="connsiteX82" fmla="*/ 24587 w 978530"/>
                  <a:gd name="connsiteY82" fmla="*/ 435054 h 870586"/>
                  <a:gd name="connsiteX83" fmla="*/ 44731 w 978530"/>
                  <a:gd name="connsiteY83" fmla="*/ 480227 h 870586"/>
                  <a:gd name="connsiteX84" fmla="*/ 66066 w 978530"/>
                  <a:gd name="connsiteY84" fmla="*/ 535056 h 870586"/>
                  <a:gd name="connsiteX85" fmla="*/ 60703 w 978530"/>
                  <a:gd name="connsiteY85" fmla="*/ 566881 h 870586"/>
                  <a:gd name="connsiteX86" fmla="*/ 46876 w 978530"/>
                  <a:gd name="connsiteY86" fmla="*/ 586547 h 870586"/>
                  <a:gd name="connsiteX87" fmla="*/ 53313 w 978530"/>
                  <a:gd name="connsiteY87" fmla="*/ 602519 h 870586"/>
                  <a:gd name="connsiteX88" fmla="*/ 70834 w 978530"/>
                  <a:gd name="connsiteY88" fmla="*/ 617895 h 870586"/>
                  <a:gd name="connsiteX89" fmla="*/ 117557 w 978530"/>
                  <a:gd name="connsiteY89" fmla="*/ 622662 h 870586"/>
                  <a:gd name="connsiteX90" fmla="*/ 141396 w 978530"/>
                  <a:gd name="connsiteY90" fmla="*/ 608359 h 870586"/>
                  <a:gd name="connsiteX91" fmla="*/ 158322 w 978530"/>
                  <a:gd name="connsiteY91" fmla="*/ 596440 h 870586"/>
                  <a:gd name="connsiteX92" fmla="*/ 220063 w 978530"/>
                  <a:gd name="connsiteY92" fmla="*/ 592745 h 870586"/>
                  <a:gd name="connsiteX93" fmla="*/ 264641 w 978530"/>
                  <a:gd name="connsiteY93" fmla="*/ 574151 h 870586"/>
                  <a:gd name="connsiteX94" fmla="*/ 296585 w 978530"/>
                  <a:gd name="connsiteY94" fmla="*/ 556034 h 870586"/>
                  <a:gd name="connsiteX95" fmla="*/ 332342 w 978530"/>
                  <a:gd name="connsiteY95" fmla="*/ 549121 h 870586"/>
                  <a:gd name="connsiteX96" fmla="*/ 385502 w 978530"/>
                  <a:gd name="connsiteY96" fmla="*/ 533745 h 870586"/>
                  <a:gd name="connsiteX97" fmla="*/ 436040 w 978530"/>
                  <a:gd name="connsiteY97" fmla="*/ 527309 h 870586"/>
                  <a:gd name="connsiteX98" fmla="*/ 465242 w 978530"/>
                  <a:gd name="connsiteY98" fmla="*/ 541731 h 870586"/>
                  <a:gd name="connsiteX99" fmla="*/ 493371 w 978530"/>
                  <a:gd name="connsiteY99" fmla="*/ 545426 h 870586"/>
                  <a:gd name="connsiteX100" fmla="*/ 507197 w 978530"/>
                  <a:gd name="connsiteY100" fmla="*/ 552339 h 870586"/>
                  <a:gd name="connsiteX101" fmla="*/ 508866 w 978530"/>
                  <a:gd name="connsiteY101" fmla="*/ 567238 h 870586"/>
                  <a:gd name="connsiteX102" fmla="*/ 530083 w 978530"/>
                  <a:gd name="connsiteY102" fmla="*/ 587382 h 870586"/>
                  <a:gd name="connsiteX103" fmla="*/ 535923 w 978530"/>
                  <a:gd name="connsiteY103" fmla="*/ 613961 h 870586"/>
                  <a:gd name="connsiteX104" fmla="*/ 555590 w 978530"/>
                  <a:gd name="connsiteY104" fmla="*/ 607048 h 870586"/>
                  <a:gd name="connsiteX105" fmla="*/ 579428 w 978530"/>
                  <a:gd name="connsiteY105" fmla="*/ 588931 h 870586"/>
                  <a:gd name="connsiteX106" fmla="*/ 599572 w 978530"/>
                  <a:gd name="connsiteY106" fmla="*/ 567715 h 870586"/>
                  <a:gd name="connsiteX107" fmla="*/ 589441 w 978530"/>
                  <a:gd name="connsiteY107" fmla="*/ 601684 h 870586"/>
                  <a:gd name="connsiteX108" fmla="*/ 574661 w 978530"/>
                  <a:gd name="connsiteY108" fmla="*/ 620278 h 870586"/>
                  <a:gd name="connsiteX109" fmla="*/ 596950 w 978530"/>
                  <a:gd name="connsiteY109" fmla="*/ 618252 h 870586"/>
                  <a:gd name="connsiteX110" fmla="*/ 610180 w 978530"/>
                  <a:gd name="connsiteY110" fmla="*/ 611339 h 870586"/>
                  <a:gd name="connsiteX111" fmla="*/ 607081 w 978530"/>
                  <a:gd name="connsiteY111" fmla="*/ 637919 h 870586"/>
                  <a:gd name="connsiteX112" fmla="*/ 624602 w 978530"/>
                  <a:gd name="connsiteY112" fmla="*/ 636846 h 870586"/>
                  <a:gd name="connsiteX113" fmla="*/ 644746 w 978530"/>
                  <a:gd name="connsiteY113" fmla="*/ 669744 h 870586"/>
                  <a:gd name="connsiteX114" fmla="*/ 657499 w 978530"/>
                  <a:gd name="connsiteY114" fmla="*/ 700614 h 870586"/>
                  <a:gd name="connsiteX115" fmla="*/ 681934 w 978530"/>
                  <a:gd name="connsiteY115" fmla="*/ 711222 h 870586"/>
                  <a:gd name="connsiteX116" fmla="*/ 730326 w 978530"/>
                  <a:gd name="connsiteY116" fmla="*/ 728267 h 870586"/>
                  <a:gd name="connsiteX117" fmla="*/ 760601 w 978530"/>
                  <a:gd name="connsiteY117" fmla="*/ 710626 h 870586"/>
                  <a:gd name="connsiteX118" fmla="*/ 770732 w 978530"/>
                  <a:gd name="connsiteY118" fmla="*/ 714441 h 870586"/>
                  <a:gd name="connsiteX119" fmla="*/ 774904 w 978530"/>
                  <a:gd name="connsiteY119" fmla="*/ 721831 h 870586"/>
                  <a:gd name="connsiteX120" fmla="*/ 781340 w 978530"/>
                  <a:gd name="connsiteY120" fmla="*/ 717063 h 870586"/>
                  <a:gd name="connsiteX121" fmla="*/ 797312 w 978530"/>
                  <a:gd name="connsiteY121" fmla="*/ 731366 h 870586"/>
                  <a:gd name="connsiteX122" fmla="*/ 805298 w 978530"/>
                  <a:gd name="connsiteY122" fmla="*/ 737206 h 870586"/>
                  <a:gd name="connsiteX123" fmla="*/ 815906 w 978530"/>
                  <a:gd name="connsiteY123" fmla="*/ 723976 h 870586"/>
                  <a:gd name="connsiteX124" fmla="*/ 838791 w 978530"/>
                  <a:gd name="connsiteY124" fmla="*/ 707527 h 870586"/>
                  <a:gd name="connsiteX125" fmla="*/ 888733 w 978530"/>
                  <a:gd name="connsiteY125" fmla="*/ 698469 h 870586"/>
                  <a:gd name="connsiteX126" fmla="*/ 896600 w 978530"/>
                  <a:gd name="connsiteY126" fmla="*/ 650077 h 870586"/>
                  <a:gd name="connsiteX127" fmla="*/ 914716 w 978530"/>
                  <a:gd name="connsiteY127" fmla="*/ 613365 h 870586"/>
                  <a:gd name="connsiteX128" fmla="*/ 940224 w 978530"/>
                  <a:gd name="connsiteY128" fmla="*/ 561874 h 870586"/>
                  <a:gd name="connsiteX129" fmla="*/ 954646 w 978530"/>
                  <a:gd name="connsiteY129" fmla="*/ 545426 h 870586"/>
                  <a:gd name="connsiteX130" fmla="*/ 967399 w 978530"/>
                  <a:gd name="connsiteY130" fmla="*/ 511933 h 870586"/>
                  <a:gd name="connsiteX131" fmla="*/ 973240 w 978530"/>
                  <a:gd name="connsiteY131" fmla="*/ 481658 h 870586"/>
                  <a:gd name="connsiteX132" fmla="*/ 975862 w 978530"/>
                  <a:gd name="connsiteY132" fmla="*/ 457819 h 870586"/>
                  <a:gd name="connsiteX133" fmla="*/ 976697 w 978530"/>
                  <a:gd name="connsiteY133" fmla="*/ 436603 h 870586"/>
                  <a:gd name="connsiteX134" fmla="*/ 443906 w 978530"/>
                  <a:gd name="connsiteY134" fmla="*/ 20503 h 870586"/>
                  <a:gd name="connsiteX135" fmla="*/ 413154 w 978530"/>
                  <a:gd name="connsiteY135" fmla="*/ 28012 h 870586"/>
                  <a:gd name="connsiteX136" fmla="*/ 443906 w 978530"/>
                  <a:gd name="connsiteY136" fmla="*/ 20503 h 870586"/>
                  <a:gd name="connsiteX137" fmla="*/ 563099 w 978530"/>
                  <a:gd name="connsiteY137" fmla="*/ 649719 h 870586"/>
                  <a:gd name="connsiteX138" fmla="*/ 591825 w 978530"/>
                  <a:gd name="connsiteY138" fmla="*/ 646024 h 870586"/>
                  <a:gd name="connsiteX139" fmla="*/ 563457 w 978530"/>
                  <a:gd name="connsiteY139" fmla="*/ 650196 h 870586"/>
                  <a:gd name="connsiteX140" fmla="*/ 803391 w 978530"/>
                  <a:gd name="connsiteY140" fmla="*/ 797517 h 870586"/>
                  <a:gd name="connsiteX141" fmla="*/ 762389 w 978530"/>
                  <a:gd name="connsiteY141" fmla="*/ 785598 h 870586"/>
                  <a:gd name="connsiteX142" fmla="*/ 773593 w 978530"/>
                  <a:gd name="connsiteY142" fmla="*/ 833275 h 870586"/>
                  <a:gd name="connsiteX143" fmla="*/ 805536 w 978530"/>
                  <a:gd name="connsiteY143" fmla="*/ 870463 h 870586"/>
                  <a:gd name="connsiteX144" fmla="*/ 818767 w 978530"/>
                  <a:gd name="connsiteY144" fmla="*/ 860928 h 870586"/>
                  <a:gd name="connsiteX145" fmla="*/ 824130 w 978530"/>
                  <a:gd name="connsiteY145" fmla="*/ 849009 h 870586"/>
                  <a:gd name="connsiteX146" fmla="*/ 837956 w 978530"/>
                  <a:gd name="connsiteY146" fmla="*/ 851750 h 870586"/>
                  <a:gd name="connsiteX147" fmla="*/ 844870 w 978530"/>
                  <a:gd name="connsiteY147" fmla="*/ 825647 h 870586"/>
                  <a:gd name="connsiteX148" fmla="*/ 843797 w 978530"/>
                  <a:gd name="connsiteY148" fmla="*/ 788936 h 870586"/>
                  <a:gd name="connsiteX149" fmla="*/ 803748 w 978530"/>
                  <a:gd name="connsiteY149" fmla="*/ 797517 h 8705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Lst>
                <a:rect l="l" t="t" r="r" b="b"/>
                <a:pathLst>
                  <a:path w="978530" h="870586">
                    <a:moveTo>
                      <a:pt x="976697" y="436603"/>
                    </a:moveTo>
                    <a:cubicBezTo>
                      <a:pt x="980868" y="433504"/>
                      <a:pt x="974551" y="416460"/>
                      <a:pt x="970856" y="419082"/>
                    </a:cubicBezTo>
                    <a:cubicBezTo>
                      <a:pt x="967161" y="421704"/>
                      <a:pt x="967161" y="392502"/>
                      <a:pt x="969783" y="379271"/>
                    </a:cubicBezTo>
                    <a:cubicBezTo>
                      <a:pt x="972406" y="366041"/>
                      <a:pt x="970856" y="367352"/>
                      <a:pt x="963943" y="374504"/>
                    </a:cubicBezTo>
                    <a:cubicBezTo>
                      <a:pt x="957030" y="381655"/>
                      <a:pt x="949520" y="361154"/>
                      <a:pt x="947972" y="355910"/>
                    </a:cubicBezTo>
                    <a:cubicBezTo>
                      <a:pt x="946422" y="350665"/>
                      <a:pt x="938436" y="335647"/>
                      <a:pt x="929378" y="337793"/>
                    </a:cubicBezTo>
                    <a:cubicBezTo>
                      <a:pt x="920319" y="339938"/>
                      <a:pt x="926159" y="325039"/>
                      <a:pt x="917458" y="326589"/>
                    </a:cubicBezTo>
                    <a:cubicBezTo>
                      <a:pt x="908757" y="328138"/>
                      <a:pt x="907326" y="314669"/>
                      <a:pt x="908995" y="301678"/>
                    </a:cubicBezTo>
                    <a:cubicBezTo>
                      <a:pt x="910664" y="288686"/>
                      <a:pt x="903036" y="299055"/>
                      <a:pt x="899341" y="293691"/>
                    </a:cubicBezTo>
                    <a:cubicBezTo>
                      <a:pt x="895646" y="288328"/>
                      <a:pt x="891355" y="292619"/>
                      <a:pt x="885514" y="294764"/>
                    </a:cubicBezTo>
                    <a:cubicBezTo>
                      <a:pt x="879674" y="296910"/>
                      <a:pt x="878124" y="283560"/>
                      <a:pt x="879674" y="278316"/>
                    </a:cubicBezTo>
                    <a:cubicBezTo>
                      <a:pt x="881223" y="273071"/>
                      <a:pt x="878601" y="266396"/>
                      <a:pt x="870734" y="260675"/>
                    </a:cubicBezTo>
                    <a:cubicBezTo>
                      <a:pt x="864572" y="257171"/>
                      <a:pt x="861354" y="250103"/>
                      <a:pt x="862749" y="243154"/>
                    </a:cubicBezTo>
                    <a:cubicBezTo>
                      <a:pt x="862749" y="236241"/>
                      <a:pt x="817575" y="212879"/>
                      <a:pt x="807443" y="210734"/>
                    </a:cubicBezTo>
                    <a:cubicBezTo>
                      <a:pt x="797312" y="208588"/>
                      <a:pt x="805894" y="197980"/>
                      <a:pt x="801603" y="194285"/>
                    </a:cubicBezTo>
                    <a:cubicBezTo>
                      <a:pt x="796776" y="185358"/>
                      <a:pt x="794749" y="175179"/>
                      <a:pt x="795763" y="165083"/>
                    </a:cubicBezTo>
                    <a:cubicBezTo>
                      <a:pt x="795763" y="153164"/>
                      <a:pt x="780864" y="149707"/>
                      <a:pt x="781340" y="140053"/>
                    </a:cubicBezTo>
                    <a:cubicBezTo>
                      <a:pt x="781817" y="130398"/>
                      <a:pt x="777169" y="121459"/>
                      <a:pt x="778241" y="110850"/>
                    </a:cubicBezTo>
                    <a:cubicBezTo>
                      <a:pt x="779314" y="100242"/>
                      <a:pt x="762746" y="97620"/>
                      <a:pt x="762270" y="91780"/>
                    </a:cubicBezTo>
                    <a:cubicBezTo>
                      <a:pt x="761792" y="85939"/>
                      <a:pt x="752734" y="91780"/>
                      <a:pt x="743676" y="91780"/>
                    </a:cubicBezTo>
                    <a:cubicBezTo>
                      <a:pt x="734617" y="91780"/>
                      <a:pt x="735213" y="79860"/>
                      <a:pt x="736166" y="67941"/>
                    </a:cubicBezTo>
                    <a:cubicBezTo>
                      <a:pt x="737346" y="54258"/>
                      <a:pt x="733401" y="40610"/>
                      <a:pt x="725082" y="29680"/>
                    </a:cubicBezTo>
                    <a:cubicBezTo>
                      <a:pt x="717572" y="23840"/>
                      <a:pt x="717095" y="3697"/>
                      <a:pt x="713162" y="478"/>
                    </a:cubicBezTo>
                    <a:cubicBezTo>
                      <a:pt x="709229" y="-2740"/>
                      <a:pt x="697190" y="11086"/>
                      <a:pt x="697667" y="17999"/>
                    </a:cubicBezTo>
                    <a:cubicBezTo>
                      <a:pt x="698633" y="24948"/>
                      <a:pt x="696499" y="31969"/>
                      <a:pt x="691826" y="37190"/>
                    </a:cubicBezTo>
                    <a:cubicBezTo>
                      <a:pt x="687059" y="41480"/>
                      <a:pt x="695045" y="57929"/>
                      <a:pt x="688728" y="63769"/>
                    </a:cubicBezTo>
                    <a:cubicBezTo>
                      <a:pt x="682410" y="69610"/>
                      <a:pt x="688131" y="92972"/>
                      <a:pt x="686582" y="106202"/>
                    </a:cubicBezTo>
                    <a:cubicBezTo>
                      <a:pt x="685033" y="119432"/>
                      <a:pt x="685510" y="133854"/>
                      <a:pt x="679073" y="142913"/>
                    </a:cubicBezTo>
                    <a:cubicBezTo>
                      <a:pt x="672637" y="151972"/>
                      <a:pt x="671683" y="166752"/>
                      <a:pt x="658930" y="171042"/>
                    </a:cubicBezTo>
                    <a:cubicBezTo>
                      <a:pt x="646176" y="175334"/>
                      <a:pt x="629132" y="165798"/>
                      <a:pt x="629728" y="159123"/>
                    </a:cubicBezTo>
                    <a:cubicBezTo>
                      <a:pt x="630323" y="152448"/>
                      <a:pt x="615901" y="147919"/>
                      <a:pt x="608392" y="148992"/>
                    </a:cubicBezTo>
                    <a:cubicBezTo>
                      <a:pt x="600883" y="150065"/>
                      <a:pt x="596472" y="139457"/>
                      <a:pt x="584553" y="130398"/>
                    </a:cubicBezTo>
                    <a:cubicBezTo>
                      <a:pt x="572634" y="121339"/>
                      <a:pt x="563814" y="132544"/>
                      <a:pt x="560715" y="121935"/>
                    </a:cubicBezTo>
                    <a:cubicBezTo>
                      <a:pt x="557616" y="111327"/>
                      <a:pt x="553325" y="110016"/>
                      <a:pt x="544743" y="103818"/>
                    </a:cubicBezTo>
                    <a:cubicBezTo>
                      <a:pt x="536161" y="97620"/>
                      <a:pt x="538903" y="97978"/>
                      <a:pt x="546889" y="91899"/>
                    </a:cubicBezTo>
                    <a:cubicBezTo>
                      <a:pt x="554874" y="85820"/>
                      <a:pt x="553325" y="78668"/>
                      <a:pt x="549034" y="71755"/>
                    </a:cubicBezTo>
                    <a:cubicBezTo>
                      <a:pt x="544743" y="64842"/>
                      <a:pt x="553802" y="66392"/>
                      <a:pt x="564410" y="60551"/>
                    </a:cubicBezTo>
                    <a:cubicBezTo>
                      <a:pt x="575018" y="54711"/>
                      <a:pt x="564410" y="47798"/>
                      <a:pt x="572396" y="44579"/>
                    </a:cubicBezTo>
                    <a:cubicBezTo>
                      <a:pt x="580382" y="41361"/>
                      <a:pt x="575614" y="34567"/>
                      <a:pt x="567152" y="32660"/>
                    </a:cubicBezTo>
                    <a:cubicBezTo>
                      <a:pt x="558689" y="30753"/>
                      <a:pt x="561311" y="41242"/>
                      <a:pt x="558093" y="42195"/>
                    </a:cubicBezTo>
                    <a:cubicBezTo>
                      <a:pt x="554874" y="43149"/>
                      <a:pt x="551657" y="28965"/>
                      <a:pt x="549034" y="29442"/>
                    </a:cubicBezTo>
                    <a:cubicBezTo>
                      <a:pt x="546412" y="29919"/>
                      <a:pt x="536280" y="43864"/>
                      <a:pt x="530917" y="36951"/>
                    </a:cubicBezTo>
                    <a:cubicBezTo>
                      <a:pt x="525554" y="30038"/>
                      <a:pt x="495874" y="24198"/>
                      <a:pt x="484193" y="22529"/>
                    </a:cubicBezTo>
                    <a:cubicBezTo>
                      <a:pt x="472513" y="20860"/>
                      <a:pt x="468818" y="6080"/>
                      <a:pt x="461904" y="8822"/>
                    </a:cubicBezTo>
                    <a:cubicBezTo>
                      <a:pt x="454991" y="11563"/>
                      <a:pt x="462978" y="16212"/>
                      <a:pt x="470963" y="24674"/>
                    </a:cubicBezTo>
                    <a:cubicBezTo>
                      <a:pt x="478949" y="33137"/>
                      <a:pt x="444384" y="39097"/>
                      <a:pt x="434252" y="35878"/>
                    </a:cubicBezTo>
                    <a:cubicBezTo>
                      <a:pt x="424121" y="32660"/>
                      <a:pt x="435801" y="43268"/>
                      <a:pt x="427338" y="42792"/>
                    </a:cubicBezTo>
                    <a:cubicBezTo>
                      <a:pt x="418876" y="42315"/>
                      <a:pt x="417207" y="57095"/>
                      <a:pt x="410294" y="64604"/>
                    </a:cubicBezTo>
                    <a:cubicBezTo>
                      <a:pt x="403381" y="72113"/>
                      <a:pt x="408268" y="77357"/>
                      <a:pt x="400759" y="82125"/>
                    </a:cubicBezTo>
                    <a:cubicBezTo>
                      <a:pt x="393250" y="86893"/>
                      <a:pt x="392773" y="92256"/>
                      <a:pt x="401832" y="102269"/>
                    </a:cubicBezTo>
                    <a:cubicBezTo>
                      <a:pt x="410891" y="112281"/>
                      <a:pt x="397540" y="112877"/>
                      <a:pt x="389913" y="105010"/>
                    </a:cubicBezTo>
                    <a:cubicBezTo>
                      <a:pt x="382284" y="97143"/>
                      <a:pt x="374060" y="97024"/>
                      <a:pt x="374536" y="105963"/>
                    </a:cubicBezTo>
                    <a:cubicBezTo>
                      <a:pt x="375013" y="114903"/>
                      <a:pt x="365001" y="110850"/>
                      <a:pt x="366551" y="100719"/>
                    </a:cubicBezTo>
                    <a:cubicBezTo>
                      <a:pt x="368100" y="90588"/>
                      <a:pt x="355466" y="95356"/>
                      <a:pt x="353320" y="89515"/>
                    </a:cubicBezTo>
                    <a:cubicBezTo>
                      <a:pt x="349292" y="81636"/>
                      <a:pt x="341782" y="76118"/>
                      <a:pt x="333058" y="74616"/>
                    </a:cubicBezTo>
                    <a:cubicBezTo>
                      <a:pt x="326144" y="75212"/>
                      <a:pt x="326144" y="82602"/>
                      <a:pt x="319232" y="82602"/>
                    </a:cubicBezTo>
                    <a:cubicBezTo>
                      <a:pt x="312318" y="82602"/>
                      <a:pt x="310769" y="86416"/>
                      <a:pt x="311841" y="93806"/>
                    </a:cubicBezTo>
                    <a:cubicBezTo>
                      <a:pt x="312914" y="101196"/>
                      <a:pt x="301233" y="93806"/>
                      <a:pt x="293247" y="93806"/>
                    </a:cubicBezTo>
                    <a:cubicBezTo>
                      <a:pt x="285261" y="93806"/>
                      <a:pt x="293247" y="103937"/>
                      <a:pt x="288956" y="104533"/>
                    </a:cubicBezTo>
                    <a:cubicBezTo>
                      <a:pt x="284665" y="105129"/>
                      <a:pt x="284785" y="112400"/>
                      <a:pt x="277871" y="112400"/>
                    </a:cubicBezTo>
                    <a:cubicBezTo>
                      <a:pt x="270958" y="112400"/>
                      <a:pt x="272031" y="127895"/>
                      <a:pt x="273103" y="136238"/>
                    </a:cubicBezTo>
                    <a:cubicBezTo>
                      <a:pt x="274176" y="144582"/>
                      <a:pt x="262377" y="132424"/>
                      <a:pt x="255463" y="134570"/>
                    </a:cubicBezTo>
                    <a:cubicBezTo>
                      <a:pt x="248550" y="136715"/>
                      <a:pt x="257132" y="143628"/>
                      <a:pt x="259277" y="152687"/>
                    </a:cubicBezTo>
                    <a:cubicBezTo>
                      <a:pt x="261423" y="161745"/>
                      <a:pt x="255463" y="161150"/>
                      <a:pt x="251768" y="164606"/>
                    </a:cubicBezTo>
                    <a:cubicBezTo>
                      <a:pt x="248073" y="168063"/>
                      <a:pt x="242233" y="154594"/>
                      <a:pt x="242233" y="146608"/>
                    </a:cubicBezTo>
                    <a:cubicBezTo>
                      <a:pt x="242233" y="138622"/>
                      <a:pt x="233174" y="146012"/>
                      <a:pt x="223639" y="156143"/>
                    </a:cubicBezTo>
                    <a:cubicBezTo>
                      <a:pt x="214104" y="166275"/>
                      <a:pt x="226857" y="181651"/>
                      <a:pt x="222566" y="184273"/>
                    </a:cubicBezTo>
                    <a:cubicBezTo>
                      <a:pt x="210087" y="194619"/>
                      <a:pt x="198513" y="206025"/>
                      <a:pt x="188001" y="218362"/>
                    </a:cubicBezTo>
                    <a:cubicBezTo>
                      <a:pt x="176916" y="231592"/>
                      <a:pt x="152958" y="223606"/>
                      <a:pt x="145449" y="230281"/>
                    </a:cubicBezTo>
                    <a:cubicBezTo>
                      <a:pt x="137940" y="236956"/>
                      <a:pt x="130072" y="231831"/>
                      <a:pt x="122683" y="237671"/>
                    </a:cubicBezTo>
                    <a:cubicBezTo>
                      <a:pt x="115293" y="243512"/>
                      <a:pt x="101347" y="254716"/>
                      <a:pt x="99798" y="247802"/>
                    </a:cubicBezTo>
                    <a:cubicBezTo>
                      <a:pt x="98248" y="240889"/>
                      <a:pt x="79059" y="246253"/>
                      <a:pt x="71073" y="254716"/>
                    </a:cubicBezTo>
                    <a:cubicBezTo>
                      <a:pt x="63265" y="263321"/>
                      <a:pt x="52836" y="269102"/>
                      <a:pt x="41394" y="271164"/>
                    </a:cubicBezTo>
                    <a:cubicBezTo>
                      <a:pt x="32335" y="271760"/>
                      <a:pt x="32335" y="285586"/>
                      <a:pt x="28640" y="288686"/>
                    </a:cubicBezTo>
                    <a:cubicBezTo>
                      <a:pt x="24945" y="291784"/>
                      <a:pt x="25898" y="277600"/>
                      <a:pt x="25898" y="273787"/>
                    </a:cubicBezTo>
                    <a:cubicBezTo>
                      <a:pt x="25898" y="269972"/>
                      <a:pt x="17436" y="280223"/>
                      <a:pt x="13979" y="291427"/>
                    </a:cubicBezTo>
                    <a:cubicBezTo>
                      <a:pt x="10523" y="302631"/>
                      <a:pt x="23038" y="306803"/>
                      <a:pt x="15052" y="318484"/>
                    </a:cubicBezTo>
                    <a:cubicBezTo>
                      <a:pt x="7067" y="330164"/>
                      <a:pt x="-443" y="342322"/>
                      <a:pt x="10761" y="356744"/>
                    </a:cubicBezTo>
                    <a:cubicBezTo>
                      <a:pt x="21966" y="371166"/>
                      <a:pt x="28282" y="381179"/>
                      <a:pt x="24587" y="388568"/>
                    </a:cubicBezTo>
                    <a:cubicBezTo>
                      <a:pt x="20893" y="395959"/>
                      <a:pt x="12668" y="373789"/>
                      <a:pt x="10165" y="376649"/>
                    </a:cubicBezTo>
                    <a:cubicBezTo>
                      <a:pt x="7662" y="379510"/>
                      <a:pt x="20297" y="388568"/>
                      <a:pt x="17078" y="393694"/>
                    </a:cubicBezTo>
                    <a:cubicBezTo>
                      <a:pt x="13860" y="398819"/>
                      <a:pt x="2537" y="375577"/>
                      <a:pt x="153" y="380940"/>
                    </a:cubicBezTo>
                    <a:cubicBezTo>
                      <a:pt x="-2231" y="386304"/>
                      <a:pt x="23992" y="421823"/>
                      <a:pt x="24587" y="435054"/>
                    </a:cubicBezTo>
                    <a:cubicBezTo>
                      <a:pt x="25183" y="448284"/>
                      <a:pt x="45804" y="461157"/>
                      <a:pt x="44731" y="480227"/>
                    </a:cubicBezTo>
                    <a:cubicBezTo>
                      <a:pt x="43658" y="499298"/>
                      <a:pt x="62849" y="530288"/>
                      <a:pt x="66066" y="535056"/>
                    </a:cubicBezTo>
                    <a:cubicBezTo>
                      <a:pt x="69285" y="539824"/>
                      <a:pt x="58557" y="552577"/>
                      <a:pt x="60703" y="566881"/>
                    </a:cubicBezTo>
                    <a:cubicBezTo>
                      <a:pt x="62849" y="581183"/>
                      <a:pt x="55935" y="586547"/>
                      <a:pt x="46876" y="586547"/>
                    </a:cubicBezTo>
                    <a:cubicBezTo>
                      <a:pt x="37818" y="586547"/>
                      <a:pt x="43181" y="601446"/>
                      <a:pt x="53313" y="602519"/>
                    </a:cubicBezTo>
                    <a:cubicBezTo>
                      <a:pt x="63444" y="603592"/>
                      <a:pt x="59630" y="610505"/>
                      <a:pt x="70834" y="617895"/>
                    </a:cubicBezTo>
                    <a:cubicBezTo>
                      <a:pt x="82038" y="625285"/>
                      <a:pt x="108499" y="622662"/>
                      <a:pt x="117557" y="622662"/>
                    </a:cubicBezTo>
                    <a:cubicBezTo>
                      <a:pt x="126616" y="622662"/>
                      <a:pt x="129477" y="608836"/>
                      <a:pt x="141396" y="608359"/>
                    </a:cubicBezTo>
                    <a:cubicBezTo>
                      <a:pt x="153315" y="607883"/>
                      <a:pt x="152481" y="604068"/>
                      <a:pt x="158322" y="596440"/>
                    </a:cubicBezTo>
                    <a:cubicBezTo>
                      <a:pt x="164162" y="588812"/>
                      <a:pt x="191815" y="591077"/>
                      <a:pt x="220063" y="592745"/>
                    </a:cubicBezTo>
                    <a:cubicBezTo>
                      <a:pt x="248312" y="594414"/>
                      <a:pt x="260469" y="585832"/>
                      <a:pt x="264641" y="574151"/>
                    </a:cubicBezTo>
                    <a:cubicBezTo>
                      <a:pt x="268813" y="562470"/>
                      <a:pt x="288480" y="563424"/>
                      <a:pt x="296585" y="556034"/>
                    </a:cubicBezTo>
                    <a:cubicBezTo>
                      <a:pt x="304690" y="548644"/>
                      <a:pt x="311484" y="548048"/>
                      <a:pt x="332342" y="549121"/>
                    </a:cubicBezTo>
                    <a:cubicBezTo>
                      <a:pt x="353201" y="550193"/>
                      <a:pt x="372272" y="538990"/>
                      <a:pt x="385502" y="533745"/>
                    </a:cubicBezTo>
                    <a:cubicBezTo>
                      <a:pt x="398733" y="528501"/>
                      <a:pt x="423286" y="530527"/>
                      <a:pt x="436040" y="527309"/>
                    </a:cubicBezTo>
                    <a:cubicBezTo>
                      <a:pt x="448794" y="524090"/>
                      <a:pt x="450939" y="543280"/>
                      <a:pt x="465242" y="541731"/>
                    </a:cubicBezTo>
                    <a:cubicBezTo>
                      <a:pt x="479545" y="540181"/>
                      <a:pt x="485982" y="545903"/>
                      <a:pt x="493371" y="545426"/>
                    </a:cubicBezTo>
                    <a:cubicBezTo>
                      <a:pt x="500761" y="544949"/>
                      <a:pt x="499808" y="550670"/>
                      <a:pt x="507197" y="552339"/>
                    </a:cubicBezTo>
                    <a:cubicBezTo>
                      <a:pt x="514587" y="554008"/>
                      <a:pt x="513634" y="560325"/>
                      <a:pt x="508866" y="567238"/>
                    </a:cubicBezTo>
                    <a:cubicBezTo>
                      <a:pt x="504098" y="574151"/>
                      <a:pt x="519951" y="573555"/>
                      <a:pt x="530083" y="587382"/>
                    </a:cubicBezTo>
                    <a:cubicBezTo>
                      <a:pt x="540214" y="601208"/>
                      <a:pt x="530083" y="603353"/>
                      <a:pt x="535923" y="613961"/>
                    </a:cubicBezTo>
                    <a:cubicBezTo>
                      <a:pt x="541764" y="624570"/>
                      <a:pt x="544982" y="621947"/>
                      <a:pt x="555590" y="607048"/>
                    </a:cubicBezTo>
                    <a:cubicBezTo>
                      <a:pt x="566198" y="592149"/>
                      <a:pt x="577878" y="601684"/>
                      <a:pt x="579428" y="588931"/>
                    </a:cubicBezTo>
                    <a:cubicBezTo>
                      <a:pt x="580978" y="576178"/>
                      <a:pt x="592182" y="561397"/>
                      <a:pt x="599572" y="567715"/>
                    </a:cubicBezTo>
                    <a:cubicBezTo>
                      <a:pt x="606961" y="574032"/>
                      <a:pt x="594327" y="577250"/>
                      <a:pt x="589441" y="601684"/>
                    </a:cubicBezTo>
                    <a:cubicBezTo>
                      <a:pt x="584553" y="626119"/>
                      <a:pt x="576210" y="613604"/>
                      <a:pt x="574661" y="620278"/>
                    </a:cubicBezTo>
                    <a:cubicBezTo>
                      <a:pt x="573111" y="626953"/>
                      <a:pt x="596950" y="631006"/>
                      <a:pt x="596950" y="618252"/>
                    </a:cubicBezTo>
                    <a:cubicBezTo>
                      <a:pt x="596950" y="605499"/>
                      <a:pt x="601240" y="599658"/>
                      <a:pt x="610180" y="611339"/>
                    </a:cubicBezTo>
                    <a:cubicBezTo>
                      <a:pt x="619119" y="623020"/>
                      <a:pt x="604935" y="632555"/>
                      <a:pt x="607081" y="637919"/>
                    </a:cubicBezTo>
                    <a:cubicBezTo>
                      <a:pt x="609226" y="643283"/>
                      <a:pt x="619000" y="636250"/>
                      <a:pt x="624602" y="636846"/>
                    </a:cubicBezTo>
                    <a:cubicBezTo>
                      <a:pt x="634018" y="637800"/>
                      <a:pt x="646891" y="658539"/>
                      <a:pt x="644746" y="669744"/>
                    </a:cubicBezTo>
                    <a:cubicBezTo>
                      <a:pt x="642600" y="680947"/>
                      <a:pt x="639501" y="691556"/>
                      <a:pt x="657499" y="700614"/>
                    </a:cubicBezTo>
                    <a:cubicBezTo>
                      <a:pt x="675497" y="709673"/>
                      <a:pt x="668703" y="711222"/>
                      <a:pt x="681934" y="711222"/>
                    </a:cubicBezTo>
                    <a:cubicBezTo>
                      <a:pt x="699181" y="713022"/>
                      <a:pt x="715760" y="718862"/>
                      <a:pt x="730326" y="728267"/>
                    </a:cubicBezTo>
                    <a:cubicBezTo>
                      <a:pt x="737716" y="734584"/>
                      <a:pt x="756906" y="723380"/>
                      <a:pt x="760601" y="710626"/>
                    </a:cubicBezTo>
                    <a:cubicBezTo>
                      <a:pt x="764296" y="697873"/>
                      <a:pt x="778122" y="710626"/>
                      <a:pt x="770732" y="714441"/>
                    </a:cubicBezTo>
                    <a:cubicBezTo>
                      <a:pt x="763342" y="718255"/>
                      <a:pt x="774427" y="728744"/>
                      <a:pt x="774904" y="721831"/>
                    </a:cubicBezTo>
                    <a:cubicBezTo>
                      <a:pt x="775380" y="714917"/>
                      <a:pt x="778718" y="709077"/>
                      <a:pt x="781340" y="717063"/>
                    </a:cubicBezTo>
                    <a:cubicBezTo>
                      <a:pt x="783963" y="725049"/>
                      <a:pt x="793259" y="725049"/>
                      <a:pt x="797312" y="731366"/>
                    </a:cubicBezTo>
                    <a:cubicBezTo>
                      <a:pt x="801364" y="737683"/>
                      <a:pt x="805298" y="742570"/>
                      <a:pt x="805298" y="737206"/>
                    </a:cubicBezTo>
                    <a:cubicBezTo>
                      <a:pt x="805298" y="731843"/>
                      <a:pt x="807324" y="727194"/>
                      <a:pt x="815906" y="723976"/>
                    </a:cubicBezTo>
                    <a:cubicBezTo>
                      <a:pt x="824381" y="719769"/>
                      <a:pt x="832104" y="714214"/>
                      <a:pt x="838791" y="707527"/>
                    </a:cubicBezTo>
                    <a:cubicBezTo>
                      <a:pt x="847730" y="700018"/>
                      <a:pt x="884918" y="698469"/>
                      <a:pt x="888733" y="698469"/>
                    </a:cubicBezTo>
                    <a:cubicBezTo>
                      <a:pt x="892547" y="698469"/>
                      <a:pt x="894573" y="666525"/>
                      <a:pt x="896600" y="650077"/>
                    </a:cubicBezTo>
                    <a:cubicBezTo>
                      <a:pt x="898626" y="633628"/>
                      <a:pt x="912571" y="631006"/>
                      <a:pt x="914716" y="613365"/>
                    </a:cubicBezTo>
                    <a:cubicBezTo>
                      <a:pt x="916862" y="595725"/>
                      <a:pt x="935456" y="563424"/>
                      <a:pt x="940224" y="561874"/>
                    </a:cubicBezTo>
                    <a:cubicBezTo>
                      <a:pt x="947935" y="559848"/>
                      <a:pt x="953645" y="553340"/>
                      <a:pt x="954646" y="545426"/>
                    </a:cubicBezTo>
                    <a:cubicBezTo>
                      <a:pt x="954646" y="535294"/>
                      <a:pt x="967399" y="524090"/>
                      <a:pt x="967399" y="511933"/>
                    </a:cubicBezTo>
                    <a:cubicBezTo>
                      <a:pt x="967399" y="499775"/>
                      <a:pt x="974313" y="485353"/>
                      <a:pt x="973240" y="481658"/>
                    </a:cubicBezTo>
                    <a:cubicBezTo>
                      <a:pt x="969760" y="473815"/>
                      <a:pt x="970761" y="464721"/>
                      <a:pt x="975862" y="457819"/>
                    </a:cubicBezTo>
                    <a:cubicBezTo>
                      <a:pt x="983371" y="449953"/>
                      <a:pt x="972167" y="439821"/>
                      <a:pt x="976697" y="436603"/>
                    </a:cubicBezTo>
                    <a:close/>
                    <a:moveTo>
                      <a:pt x="443906" y="20503"/>
                    </a:moveTo>
                    <a:cubicBezTo>
                      <a:pt x="442834" y="14186"/>
                      <a:pt x="405049" y="21575"/>
                      <a:pt x="413154" y="28012"/>
                    </a:cubicBezTo>
                    <a:cubicBezTo>
                      <a:pt x="418399" y="32183"/>
                      <a:pt x="444979" y="26939"/>
                      <a:pt x="443906" y="20503"/>
                    </a:cubicBezTo>
                    <a:close/>
                    <a:moveTo>
                      <a:pt x="563099" y="649719"/>
                    </a:moveTo>
                    <a:cubicBezTo>
                      <a:pt x="568939" y="655083"/>
                      <a:pt x="588606" y="653414"/>
                      <a:pt x="591825" y="646024"/>
                    </a:cubicBezTo>
                    <a:cubicBezTo>
                      <a:pt x="595042" y="638634"/>
                      <a:pt x="558212" y="644951"/>
                      <a:pt x="563457" y="650196"/>
                    </a:cubicBezTo>
                    <a:close/>
                    <a:moveTo>
                      <a:pt x="803391" y="797517"/>
                    </a:moveTo>
                    <a:cubicBezTo>
                      <a:pt x="788969" y="799067"/>
                      <a:pt x="767633" y="784407"/>
                      <a:pt x="762389" y="785598"/>
                    </a:cubicBezTo>
                    <a:cubicBezTo>
                      <a:pt x="757144" y="786790"/>
                      <a:pt x="780983" y="823859"/>
                      <a:pt x="773593" y="833275"/>
                    </a:cubicBezTo>
                    <a:cubicBezTo>
                      <a:pt x="766203" y="842691"/>
                      <a:pt x="795405" y="869033"/>
                      <a:pt x="805536" y="870463"/>
                    </a:cubicBezTo>
                    <a:cubicBezTo>
                      <a:pt x="815668" y="871894"/>
                      <a:pt x="811853" y="860332"/>
                      <a:pt x="818767" y="860928"/>
                    </a:cubicBezTo>
                    <a:cubicBezTo>
                      <a:pt x="825680" y="861524"/>
                      <a:pt x="823057" y="854015"/>
                      <a:pt x="824130" y="849009"/>
                    </a:cubicBezTo>
                    <a:cubicBezTo>
                      <a:pt x="825203" y="844003"/>
                      <a:pt x="832116" y="854849"/>
                      <a:pt x="837956" y="851750"/>
                    </a:cubicBezTo>
                    <a:cubicBezTo>
                      <a:pt x="843797" y="848651"/>
                      <a:pt x="836288" y="825647"/>
                      <a:pt x="844870" y="825647"/>
                    </a:cubicBezTo>
                    <a:cubicBezTo>
                      <a:pt x="853451" y="825647"/>
                      <a:pt x="846419" y="797994"/>
                      <a:pt x="843797" y="788936"/>
                    </a:cubicBezTo>
                    <a:cubicBezTo>
                      <a:pt x="841175" y="779877"/>
                      <a:pt x="818051" y="795849"/>
                      <a:pt x="803748" y="797517"/>
                    </a:cubicBezTo>
                    <a:close/>
                  </a:path>
                </a:pathLst>
              </a:custGeom>
              <a:solidFill>
                <a:srgbClr val="88DAE7"/>
              </a:solid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205" name="Freeform: Shape 204">
                <a:extLst>
                  <a:ext uri="{FF2B5EF4-FFF2-40B4-BE49-F238E27FC236}">
                    <a16:creationId xmlns:a16="http://schemas.microsoft.com/office/drawing/2014/main" id="{F502D2B4-6034-41B7-AACB-9BA302CAD7FB}"/>
                  </a:ext>
                </a:extLst>
              </p:cNvPr>
              <p:cNvSpPr/>
              <p:nvPr/>
            </p:nvSpPr>
            <p:spPr>
              <a:xfrm>
                <a:off x="8237713" y="9502481"/>
                <a:ext cx="290089" cy="356226"/>
              </a:xfrm>
              <a:custGeom>
                <a:avLst/>
                <a:gdLst>
                  <a:gd name="connsiteX0" fmla="*/ 179542 w 290089"/>
                  <a:gd name="connsiteY0" fmla="*/ 172710 h 356226"/>
                  <a:gd name="connsiteX1" fmla="*/ 160471 w 290089"/>
                  <a:gd name="connsiteY1" fmla="*/ 178550 h 356226"/>
                  <a:gd name="connsiteX2" fmla="*/ 136632 w 290089"/>
                  <a:gd name="connsiteY2" fmla="*/ 168895 h 356226"/>
                  <a:gd name="connsiteX3" fmla="*/ 124713 w 290089"/>
                  <a:gd name="connsiteY3" fmla="*/ 189635 h 356226"/>
                  <a:gd name="connsiteX4" fmla="*/ 105047 w 290089"/>
                  <a:gd name="connsiteY4" fmla="*/ 223128 h 356226"/>
                  <a:gd name="connsiteX5" fmla="*/ 39133 w 290089"/>
                  <a:gd name="connsiteY5" fmla="*/ 266753 h 356226"/>
                  <a:gd name="connsiteX6" fmla="*/ 8858 w 290089"/>
                  <a:gd name="connsiteY6" fmla="*/ 295478 h 356226"/>
                  <a:gd name="connsiteX7" fmla="*/ 2541 w 290089"/>
                  <a:gd name="connsiteY7" fmla="*/ 321462 h 356226"/>
                  <a:gd name="connsiteX8" fmla="*/ 24234 w 290089"/>
                  <a:gd name="connsiteY8" fmla="*/ 330997 h 356226"/>
                  <a:gd name="connsiteX9" fmla="*/ 41278 w 290089"/>
                  <a:gd name="connsiteY9" fmla="*/ 337910 h 356226"/>
                  <a:gd name="connsiteX10" fmla="*/ 85379 w 290089"/>
                  <a:gd name="connsiteY10" fmla="*/ 327898 h 356226"/>
                  <a:gd name="connsiteX11" fmla="*/ 101351 w 290089"/>
                  <a:gd name="connsiteY11" fmla="*/ 300246 h 356226"/>
                  <a:gd name="connsiteX12" fmla="*/ 113270 w 290089"/>
                  <a:gd name="connsiteY12" fmla="*/ 275215 h 356226"/>
                  <a:gd name="connsiteX13" fmla="*/ 139851 w 290089"/>
                  <a:gd name="connsiteY13" fmla="*/ 258767 h 356226"/>
                  <a:gd name="connsiteX14" fmla="*/ 147836 w 290089"/>
                  <a:gd name="connsiteY14" fmla="*/ 246013 h 356226"/>
                  <a:gd name="connsiteX15" fmla="*/ 163808 w 290089"/>
                  <a:gd name="connsiteY15" fmla="*/ 223724 h 356226"/>
                  <a:gd name="connsiteX16" fmla="*/ 182402 w 290089"/>
                  <a:gd name="connsiteY16" fmla="*/ 192376 h 356226"/>
                  <a:gd name="connsiteX17" fmla="*/ 179542 w 290089"/>
                  <a:gd name="connsiteY17" fmla="*/ 172710 h 356226"/>
                  <a:gd name="connsiteX18" fmla="*/ 26022 w 290089"/>
                  <a:gd name="connsiteY18" fmla="*/ 356028 h 356226"/>
                  <a:gd name="connsiteX19" fmla="*/ 34961 w 290089"/>
                  <a:gd name="connsiteY19" fmla="*/ 345419 h 356226"/>
                  <a:gd name="connsiteX20" fmla="*/ 26022 w 290089"/>
                  <a:gd name="connsiteY20" fmla="*/ 355551 h 356226"/>
                  <a:gd name="connsiteX21" fmla="*/ 266194 w 290089"/>
                  <a:gd name="connsiteY21" fmla="*/ 87130 h 356226"/>
                  <a:gd name="connsiteX22" fmla="*/ 242356 w 290089"/>
                  <a:gd name="connsiteY22" fmla="*/ 84984 h 356226"/>
                  <a:gd name="connsiteX23" fmla="*/ 227934 w 290089"/>
                  <a:gd name="connsiteY23" fmla="*/ 72028 h 356226"/>
                  <a:gd name="connsiteX24" fmla="*/ 227934 w 290089"/>
                  <a:gd name="connsiteY24" fmla="*/ 70562 h 356226"/>
                  <a:gd name="connsiteX25" fmla="*/ 217326 w 290089"/>
                  <a:gd name="connsiteY25" fmla="*/ 51491 h 356226"/>
                  <a:gd name="connsiteX26" fmla="*/ 217326 w 290089"/>
                  <a:gd name="connsiteY26" fmla="*/ 64721 h 356226"/>
                  <a:gd name="connsiteX27" fmla="*/ 207790 w 290089"/>
                  <a:gd name="connsiteY27" fmla="*/ 59954 h 356226"/>
                  <a:gd name="connsiteX28" fmla="*/ 198732 w 290089"/>
                  <a:gd name="connsiteY28" fmla="*/ 43505 h 356226"/>
                  <a:gd name="connsiteX29" fmla="*/ 189673 w 290089"/>
                  <a:gd name="connsiteY29" fmla="*/ 21693 h 356226"/>
                  <a:gd name="connsiteX30" fmla="*/ 159875 w 290089"/>
                  <a:gd name="connsiteY30" fmla="*/ 0 h 356226"/>
                  <a:gd name="connsiteX31" fmla="*/ 167384 w 290089"/>
                  <a:gd name="connsiteY31" fmla="*/ 25507 h 356226"/>
                  <a:gd name="connsiteX32" fmla="*/ 183833 w 290089"/>
                  <a:gd name="connsiteY32" fmla="*/ 42432 h 356226"/>
                  <a:gd name="connsiteX33" fmla="*/ 198136 w 290089"/>
                  <a:gd name="connsiteY33" fmla="*/ 61622 h 356226"/>
                  <a:gd name="connsiteX34" fmla="*/ 194441 w 290089"/>
                  <a:gd name="connsiteY34" fmla="*/ 97380 h 356226"/>
                  <a:gd name="connsiteX35" fmla="*/ 174774 w 290089"/>
                  <a:gd name="connsiteY35" fmla="*/ 119192 h 356226"/>
                  <a:gd name="connsiteX36" fmla="*/ 206717 w 290089"/>
                  <a:gd name="connsiteY36" fmla="*/ 147918 h 356226"/>
                  <a:gd name="connsiteX37" fmla="*/ 199804 w 290089"/>
                  <a:gd name="connsiteY37" fmla="*/ 186178 h 356226"/>
                  <a:gd name="connsiteX38" fmla="*/ 221616 w 290089"/>
                  <a:gd name="connsiteY38" fmla="*/ 189396 h 356226"/>
                  <a:gd name="connsiteX39" fmla="*/ 248077 w 290089"/>
                  <a:gd name="connsiteY39" fmla="*/ 152209 h 356226"/>
                  <a:gd name="connsiteX40" fmla="*/ 255586 w 290089"/>
                  <a:gd name="connsiteY40" fmla="*/ 127178 h 356226"/>
                  <a:gd name="connsiteX41" fmla="*/ 271558 w 290089"/>
                  <a:gd name="connsiteY41" fmla="*/ 121934 h 356226"/>
                  <a:gd name="connsiteX42" fmla="*/ 281570 w 290089"/>
                  <a:gd name="connsiteY42" fmla="*/ 107511 h 356226"/>
                  <a:gd name="connsiteX43" fmla="*/ 289556 w 290089"/>
                  <a:gd name="connsiteY43" fmla="*/ 86295 h 356226"/>
                  <a:gd name="connsiteX44" fmla="*/ 266194 w 290089"/>
                  <a:gd name="connsiteY44" fmla="*/ 86653 h 3562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290089" h="356226">
                    <a:moveTo>
                      <a:pt x="179542" y="172710"/>
                    </a:moveTo>
                    <a:cubicBezTo>
                      <a:pt x="172151" y="167346"/>
                      <a:pt x="168456" y="174855"/>
                      <a:pt x="160471" y="178550"/>
                    </a:cubicBezTo>
                    <a:cubicBezTo>
                      <a:pt x="152485" y="182245"/>
                      <a:pt x="147121" y="160910"/>
                      <a:pt x="136632" y="168895"/>
                    </a:cubicBezTo>
                    <a:cubicBezTo>
                      <a:pt x="126143" y="176881"/>
                      <a:pt x="135560" y="180099"/>
                      <a:pt x="124713" y="189635"/>
                    </a:cubicBezTo>
                    <a:cubicBezTo>
                      <a:pt x="113867" y="199170"/>
                      <a:pt x="118277" y="202388"/>
                      <a:pt x="105047" y="223128"/>
                    </a:cubicBezTo>
                    <a:cubicBezTo>
                      <a:pt x="91816" y="243867"/>
                      <a:pt x="46046" y="255548"/>
                      <a:pt x="39133" y="266753"/>
                    </a:cubicBezTo>
                    <a:cubicBezTo>
                      <a:pt x="32219" y="277956"/>
                      <a:pt x="9454" y="286896"/>
                      <a:pt x="8858" y="295478"/>
                    </a:cubicBezTo>
                    <a:cubicBezTo>
                      <a:pt x="8262" y="304059"/>
                      <a:pt x="-5564" y="310019"/>
                      <a:pt x="2541" y="321462"/>
                    </a:cubicBezTo>
                    <a:cubicBezTo>
                      <a:pt x="8858" y="330520"/>
                      <a:pt x="17320" y="324084"/>
                      <a:pt x="24234" y="330997"/>
                    </a:cubicBezTo>
                    <a:cubicBezTo>
                      <a:pt x="31147" y="337910"/>
                      <a:pt x="38060" y="332070"/>
                      <a:pt x="41278" y="337910"/>
                    </a:cubicBezTo>
                    <a:cubicBezTo>
                      <a:pt x="44497" y="343751"/>
                      <a:pt x="67858" y="343751"/>
                      <a:pt x="85379" y="327898"/>
                    </a:cubicBezTo>
                    <a:cubicBezTo>
                      <a:pt x="102900" y="312046"/>
                      <a:pt x="94438" y="304059"/>
                      <a:pt x="101351" y="300246"/>
                    </a:cubicBezTo>
                    <a:cubicBezTo>
                      <a:pt x="108264" y="296431"/>
                      <a:pt x="109337" y="283201"/>
                      <a:pt x="113270" y="275215"/>
                    </a:cubicBezTo>
                    <a:cubicBezTo>
                      <a:pt x="116798" y="263880"/>
                      <a:pt x="128134" y="256859"/>
                      <a:pt x="139851" y="258767"/>
                    </a:cubicBezTo>
                    <a:cubicBezTo>
                      <a:pt x="159040" y="258767"/>
                      <a:pt x="148909" y="255072"/>
                      <a:pt x="147836" y="246013"/>
                    </a:cubicBezTo>
                    <a:cubicBezTo>
                      <a:pt x="146764" y="236954"/>
                      <a:pt x="163808" y="235405"/>
                      <a:pt x="163808" y="223724"/>
                    </a:cubicBezTo>
                    <a:cubicBezTo>
                      <a:pt x="163808" y="212043"/>
                      <a:pt x="187647" y="201316"/>
                      <a:pt x="182402" y="192376"/>
                    </a:cubicBezTo>
                    <a:cubicBezTo>
                      <a:pt x="177158" y="183437"/>
                      <a:pt x="187050" y="177477"/>
                      <a:pt x="179542" y="172710"/>
                    </a:cubicBezTo>
                    <a:close/>
                    <a:moveTo>
                      <a:pt x="26022" y="356028"/>
                    </a:moveTo>
                    <a:cubicBezTo>
                      <a:pt x="29717" y="357100"/>
                      <a:pt x="41874" y="353882"/>
                      <a:pt x="34961" y="345419"/>
                    </a:cubicBezTo>
                    <a:cubicBezTo>
                      <a:pt x="28048" y="336957"/>
                      <a:pt x="17201" y="353048"/>
                      <a:pt x="26022" y="355551"/>
                    </a:cubicBezTo>
                    <a:close/>
                    <a:moveTo>
                      <a:pt x="266194" y="87130"/>
                    </a:moveTo>
                    <a:cubicBezTo>
                      <a:pt x="261427" y="95115"/>
                      <a:pt x="251891" y="84984"/>
                      <a:pt x="242356" y="84984"/>
                    </a:cubicBezTo>
                    <a:cubicBezTo>
                      <a:pt x="234799" y="85389"/>
                      <a:pt x="228339" y="79596"/>
                      <a:pt x="227934" y="72028"/>
                    </a:cubicBezTo>
                    <a:cubicBezTo>
                      <a:pt x="227910" y="71539"/>
                      <a:pt x="227910" y="71051"/>
                      <a:pt x="227934" y="70562"/>
                    </a:cubicBezTo>
                    <a:cubicBezTo>
                      <a:pt x="227934" y="62695"/>
                      <a:pt x="225907" y="51014"/>
                      <a:pt x="217326" y="51491"/>
                    </a:cubicBezTo>
                    <a:cubicBezTo>
                      <a:pt x="208743" y="51968"/>
                      <a:pt x="220067" y="60550"/>
                      <a:pt x="217326" y="64721"/>
                    </a:cubicBezTo>
                    <a:cubicBezTo>
                      <a:pt x="214584" y="68893"/>
                      <a:pt x="211962" y="59954"/>
                      <a:pt x="207790" y="59954"/>
                    </a:cubicBezTo>
                    <a:cubicBezTo>
                      <a:pt x="203618" y="59954"/>
                      <a:pt x="198732" y="54113"/>
                      <a:pt x="198732" y="43505"/>
                    </a:cubicBezTo>
                    <a:cubicBezTo>
                      <a:pt x="198732" y="32897"/>
                      <a:pt x="189673" y="33970"/>
                      <a:pt x="189673" y="21693"/>
                    </a:cubicBezTo>
                    <a:cubicBezTo>
                      <a:pt x="189673" y="9416"/>
                      <a:pt x="170483" y="0"/>
                      <a:pt x="159875" y="0"/>
                    </a:cubicBezTo>
                    <a:cubicBezTo>
                      <a:pt x="149266" y="0"/>
                      <a:pt x="162020" y="19070"/>
                      <a:pt x="167384" y="25507"/>
                    </a:cubicBezTo>
                    <a:cubicBezTo>
                      <a:pt x="172748" y="31943"/>
                      <a:pt x="184309" y="37426"/>
                      <a:pt x="183833" y="42432"/>
                    </a:cubicBezTo>
                    <a:cubicBezTo>
                      <a:pt x="185501" y="50645"/>
                      <a:pt x="190745" y="57677"/>
                      <a:pt x="198136" y="61622"/>
                    </a:cubicBezTo>
                    <a:cubicBezTo>
                      <a:pt x="204572" y="63768"/>
                      <a:pt x="194441" y="82362"/>
                      <a:pt x="194441" y="97380"/>
                    </a:cubicBezTo>
                    <a:cubicBezTo>
                      <a:pt x="194441" y="112398"/>
                      <a:pt x="182522" y="109299"/>
                      <a:pt x="174774" y="119192"/>
                    </a:cubicBezTo>
                    <a:cubicBezTo>
                      <a:pt x="167026" y="129085"/>
                      <a:pt x="195037" y="138382"/>
                      <a:pt x="206717" y="147918"/>
                    </a:cubicBezTo>
                    <a:cubicBezTo>
                      <a:pt x="218398" y="157453"/>
                      <a:pt x="196705" y="181053"/>
                      <a:pt x="199804" y="186178"/>
                    </a:cubicBezTo>
                    <a:cubicBezTo>
                      <a:pt x="201353" y="188801"/>
                      <a:pt x="209340" y="192615"/>
                      <a:pt x="221616" y="189396"/>
                    </a:cubicBezTo>
                    <a:cubicBezTo>
                      <a:pt x="233894" y="186178"/>
                      <a:pt x="239615" y="159598"/>
                      <a:pt x="248077" y="152209"/>
                    </a:cubicBezTo>
                    <a:cubicBezTo>
                      <a:pt x="256540" y="144819"/>
                      <a:pt x="251295" y="133019"/>
                      <a:pt x="255586" y="127178"/>
                    </a:cubicBezTo>
                    <a:cubicBezTo>
                      <a:pt x="259877" y="121338"/>
                      <a:pt x="265598" y="121934"/>
                      <a:pt x="271558" y="121934"/>
                    </a:cubicBezTo>
                    <a:cubicBezTo>
                      <a:pt x="277518" y="121934"/>
                      <a:pt x="274180" y="107511"/>
                      <a:pt x="281570" y="107511"/>
                    </a:cubicBezTo>
                    <a:cubicBezTo>
                      <a:pt x="288960" y="107511"/>
                      <a:pt x="285265" y="97380"/>
                      <a:pt x="289556" y="86295"/>
                    </a:cubicBezTo>
                    <a:cubicBezTo>
                      <a:pt x="293847" y="75210"/>
                      <a:pt x="270962" y="78667"/>
                      <a:pt x="266194" y="86653"/>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206" name="Freeform: Shape 205">
                <a:extLst>
                  <a:ext uri="{FF2B5EF4-FFF2-40B4-BE49-F238E27FC236}">
                    <a16:creationId xmlns:a16="http://schemas.microsoft.com/office/drawing/2014/main" id="{7FB2889E-B52D-459D-BEE6-A86BBC32FF5D}"/>
                  </a:ext>
                </a:extLst>
              </p:cNvPr>
              <p:cNvSpPr/>
              <p:nvPr/>
            </p:nvSpPr>
            <p:spPr>
              <a:xfrm>
                <a:off x="5373290" y="7124455"/>
                <a:ext cx="976214" cy="453077"/>
              </a:xfrm>
              <a:custGeom>
                <a:avLst/>
                <a:gdLst>
                  <a:gd name="connsiteX0" fmla="*/ 970493 w 976214"/>
                  <a:gd name="connsiteY0" fmla="*/ 186078 h 453077"/>
                  <a:gd name="connsiteX1" fmla="*/ 962031 w 976214"/>
                  <a:gd name="connsiteY1" fmla="*/ 185363 h 453077"/>
                  <a:gd name="connsiteX2" fmla="*/ 942841 w 976214"/>
                  <a:gd name="connsiteY2" fmla="*/ 188820 h 453077"/>
                  <a:gd name="connsiteX3" fmla="*/ 930921 w 976214"/>
                  <a:gd name="connsiteY3" fmla="*/ 178927 h 453077"/>
                  <a:gd name="connsiteX4" fmla="*/ 925796 w 976214"/>
                  <a:gd name="connsiteY4" fmla="*/ 169868 h 453077"/>
                  <a:gd name="connsiteX5" fmla="*/ 910897 w 976214"/>
                  <a:gd name="connsiteY5" fmla="*/ 157949 h 453077"/>
                  <a:gd name="connsiteX6" fmla="*/ 895522 w 976214"/>
                  <a:gd name="connsiteY6" fmla="*/ 145195 h 453077"/>
                  <a:gd name="connsiteX7" fmla="*/ 871683 w 976214"/>
                  <a:gd name="connsiteY7" fmla="*/ 152108 h 453077"/>
                  <a:gd name="connsiteX8" fmla="*/ 847845 w 976214"/>
                  <a:gd name="connsiteY8" fmla="*/ 148414 h 453077"/>
                  <a:gd name="connsiteX9" fmla="*/ 829250 w 976214"/>
                  <a:gd name="connsiteY9" fmla="*/ 135064 h 453077"/>
                  <a:gd name="connsiteX10" fmla="*/ 815424 w 976214"/>
                  <a:gd name="connsiteY10" fmla="*/ 150440 h 453077"/>
                  <a:gd name="connsiteX11" fmla="*/ 790512 w 976214"/>
                  <a:gd name="connsiteY11" fmla="*/ 107411 h 453077"/>
                  <a:gd name="connsiteX12" fmla="*/ 746412 w 976214"/>
                  <a:gd name="connsiteY12" fmla="*/ 55324 h 453077"/>
                  <a:gd name="connsiteX13" fmla="*/ 739499 w 976214"/>
                  <a:gd name="connsiteY13" fmla="*/ 37326 h 453077"/>
                  <a:gd name="connsiteX14" fmla="*/ 723526 w 976214"/>
                  <a:gd name="connsiteY14" fmla="*/ 35658 h 453077"/>
                  <a:gd name="connsiteX15" fmla="*/ 701715 w 976214"/>
                  <a:gd name="connsiteY15" fmla="*/ 47577 h 453077"/>
                  <a:gd name="connsiteX16" fmla="*/ 675731 w 976214"/>
                  <a:gd name="connsiteY16" fmla="*/ 58185 h 453077"/>
                  <a:gd name="connsiteX17" fmla="*/ 657613 w 976214"/>
                  <a:gd name="connsiteY17" fmla="*/ 62476 h 453077"/>
                  <a:gd name="connsiteX18" fmla="*/ 666076 w 976214"/>
                  <a:gd name="connsiteY18" fmla="*/ 46981 h 453077"/>
                  <a:gd name="connsiteX19" fmla="*/ 653323 w 976214"/>
                  <a:gd name="connsiteY19" fmla="*/ 45431 h 453077"/>
                  <a:gd name="connsiteX20" fmla="*/ 642238 w 976214"/>
                  <a:gd name="connsiteY20" fmla="*/ 43882 h 453077"/>
                  <a:gd name="connsiteX21" fmla="*/ 635324 w 976214"/>
                  <a:gd name="connsiteY21" fmla="*/ 42213 h 453077"/>
                  <a:gd name="connsiteX22" fmla="*/ 626266 w 976214"/>
                  <a:gd name="connsiteY22" fmla="*/ 36373 h 453077"/>
                  <a:gd name="connsiteX23" fmla="*/ 604453 w 976214"/>
                  <a:gd name="connsiteY23" fmla="*/ 40068 h 453077"/>
                  <a:gd name="connsiteX24" fmla="*/ 607076 w 976214"/>
                  <a:gd name="connsiteY24" fmla="*/ 30056 h 453077"/>
                  <a:gd name="connsiteX25" fmla="*/ 602904 w 976214"/>
                  <a:gd name="connsiteY25" fmla="*/ 13011 h 453077"/>
                  <a:gd name="connsiteX26" fmla="*/ 587409 w 976214"/>
                  <a:gd name="connsiteY26" fmla="*/ 3476 h 453077"/>
                  <a:gd name="connsiteX27" fmla="*/ 568815 w 976214"/>
                  <a:gd name="connsiteY27" fmla="*/ 853 h 453077"/>
                  <a:gd name="connsiteX28" fmla="*/ 539136 w 976214"/>
                  <a:gd name="connsiteY28" fmla="*/ 7647 h 453077"/>
                  <a:gd name="connsiteX29" fmla="*/ 503974 w 976214"/>
                  <a:gd name="connsiteY29" fmla="*/ 19567 h 453077"/>
                  <a:gd name="connsiteX30" fmla="*/ 470004 w 976214"/>
                  <a:gd name="connsiteY30" fmla="*/ 25884 h 453077"/>
                  <a:gd name="connsiteX31" fmla="*/ 445570 w 976214"/>
                  <a:gd name="connsiteY31" fmla="*/ 33274 h 453077"/>
                  <a:gd name="connsiteX32" fmla="*/ 409812 w 976214"/>
                  <a:gd name="connsiteY32" fmla="*/ 40783 h 453077"/>
                  <a:gd name="connsiteX33" fmla="*/ 381087 w 976214"/>
                  <a:gd name="connsiteY33" fmla="*/ 44001 h 453077"/>
                  <a:gd name="connsiteX34" fmla="*/ 360824 w 976214"/>
                  <a:gd name="connsiteY34" fmla="*/ 45074 h 453077"/>
                  <a:gd name="connsiteX35" fmla="*/ 361897 w 976214"/>
                  <a:gd name="connsiteY35" fmla="*/ 65217 h 453077"/>
                  <a:gd name="connsiteX36" fmla="*/ 383232 w 976214"/>
                  <a:gd name="connsiteY36" fmla="*/ 75825 h 453077"/>
                  <a:gd name="connsiteX37" fmla="*/ 357725 w 976214"/>
                  <a:gd name="connsiteY37" fmla="*/ 80116 h 453077"/>
                  <a:gd name="connsiteX38" fmla="*/ 353434 w 976214"/>
                  <a:gd name="connsiteY38" fmla="*/ 97042 h 453077"/>
                  <a:gd name="connsiteX39" fmla="*/ 338535 w 976214"/>
                  <a:gd name="connsiteY39" fmla="*/ 109914 h 453077"/>
                  <a:gd name="connsiteX40" fmla="*/ 344972 w 976214"/>
                  <a:gd name="connsiteY40" fmla="*/ 122668 h 453077"/>
                  <a:gd name="connsiteX41" fmla="*/ 361897 w 976214"/>
                  <a:gd name="connsiteY41" fmla="*/ 127912 h 453077"/>
                  <a:gd name="connsiteX42" fmla="*/ 368333 w 976214"/>
                  <a:gd name="connsiteY42" fmla="*/ 144957 h 453077"/>
                  <a:gd name="connsiteX43" fmla="*/ 353434 w 976214"/>
                  <a:gd name="connsiteY43" fmla="*/ 153420 h 453077"/>
                  <a:gd name="connsiteX44" fmla="*/ 335436 w 976214"/>
                  <a:gd name="connsiteY44" fmla="*/ 146030 h 453077"/>
                  <a:gd name="connsiteX45" fmla="*/ 326854 w 976214"/>
                  <a:gd name="connsiteY45" fmla="*/ 157949 h 453077"/>
                  <a:gd name="connsiteX46" fmla="*/ 314935 w 976214"/>
                  <a:gd name="connsiteY46" fmla="*/ 150440 h 453077"/>
                  <a:gd name="connsiteX47" fmla="*/ 298963 w 976214"/>
                  <a:gd name="connsiteY47" fmla="*/ 143050 h 453077"/>
                  <a:gd name="connsiteX48" fmla="*/ 275125 w 976214"/>
                  <a:gd name="connsiteY48" fmla="*/ 141977 h 453077"/>
                  <a:gd name="connsiteX49" fmla="*/ 261299 w 976214"/>
                  <a:gd name="connsiteY49" fmla="*/ 140905 h 453077"/>
                  <a:gd name="connsiteX50" fmla="*/ 237460 w 976214"/>
                  <a:gd name="connsiteY50" fmla="*/ 148414 h 453077"/>
                  <a:gd name="connsiteX51" fmla="*/ 215171 w 976214"/>
                  <a:gd name="connsiteY51" fmla="*/ 150440 h 453077"/>
                  <a:gd name="connsiteX52" fmla="*/ 201345 w 976214"/>
                  <a:gd name="connsiteY52" fmla="*/ 150440 h 453077"/>
                  <a:gd name="connsiteX53" fmla="*/ 194908 w 976214"/>
                  <a:gd name="connsiteY53" fmla="*/ 147341 h 453077"/>
                  <a:gd name="connsiteX54" fmla="*/ 174765 w 976214"/>
                  <a:gd name="connsiteY54" fmla="*/ 130296 h 453077"/>
                  <a:gd name="connsiteX55" fmla="*/ 147112 w 976214"/>
                  <a:gd name="connsiteY55" fmla="*/ 121834 h 453077"/>
                  <a:gd name="connsiteX56" fmla="*/ 130068 w 976214"/>
                  <a:gd name="connsiteY56" fmla="*/ 121834 h 453077"/>
                  <a:gd name="connsiteX57" fmla="*/ 117314 w 976214"/>
                  <a:gd name="connsiteY57" fmla="*/ 121834 h 453077"/>
                  <a:gd name="connsiteX58" fmla="*/ 99316 w 976214"/>
                  <a:gd name="connsiteY58" fmla="*/ 127078 h 453077"/>
                  <a:gd name="connsiteX59" fmla="*/ 73809 w 976214"/>
                  <a:gd name="connsiteY59" fmla="*/ 138997 h 453077"/>
                  <a:gd name="connsiteX60" fmla="*/ 61055 w 976214"/>
                  <a:gd name="connsiteY60" fmla="*/ 150917 h 453077"/>
                  <a:gd name="connsiteX61" fmla="*/ 54619 w 976214"/>
                  <a:gd name="connsiteY61" fmla="*/ 163670 h 453077"/>
                  <a:gd name="connsiteX62" fmla="*/ 52473 w 976214"/>
                  <a:gd name="connsiteY62" fmla="*/ 178569 h 453077"/>
                  <a:gd name="connsiteX63" fmla="*/ 33403 w 976214"/>
                  <a:gd name="connsiteY63" fmla="*/ 162597 h 453077"/>
                  <a:gd name="connsiteX64" fmla="*/ 19576 w 976214"/>
                  <a:gd name="connsiteY64" fmla="*/ 171179 h 453077"/>
                  <a:gd name="connsiteX65" fmla="*/ 6823 w 976214"/>
                  <a:gd name="connsiteY65" fmla="*/ 186078 h 453077"/>
                  <a:gd name="connsiteX66" fmla="*/ 14213 w 976214"/>
                  <a:gd name="connsiteY66" fmla="*/ 197998 h 453077"/>
                  <a:gd name="connsiteX67" fmla="*/ 5750 w 976214"/>
                  <a:gd name="connsiteY67" fmla="*/ 205387 h 453077"/>
                  <a:gd name="connsiteX68" fmla="*/ 506 w 976214"/>
                  <a:gd name="connsiteY68" fmla="*/ 220286 h 453077"/>
                  <a:gd name="connsiteX69" fmla="*/ 14213 w 976214"/>
                  <a:gd name="connsiteY69" fmla="*/ 229822 h 453077"/>
                  <a:gd name="connsiteX70" fmla="*/ 18504 w 976214"/>
                  <a:gd name="connsiteY70" fmla="*/ 242576 h 453077"/>
                  <a:gd name="connsiteX71" fmla="*/ 35548 w 976214"/>
                  <a:gd name="connsiteY71" fmla="*/ 241503 h 453077"/>
                  <a:gd name="connsiteX72" fmla="*/ 50447 w 976214"/>
                  <a:gd name="connsiteY72" fmla="*/ 258547 h 453077"/>
                  <a:gd name="connsiteX73" fmla="*/ 53546 w 976214"/>
                  <a:gd name="connsiteY73" fmla="*/ 273446 h 453077"/>
                  <a:gd name="connsiteX74" fmla="*/ 58910 w 976214"/>
                  <a:gd name="connsiteY74" fmla="*/ 284054 h 453077"/>
                  <a:gd name="connsiteX75" fmla="*/ 66657 w 976214"/>
                  <a:gd name="connsiteY75" fmla="*/ 288703 h 453077"/>
                  <a:gd name="connsiteX76" fmla="*/ 70948 w 976214"/>
                  <a:gd name="connsiteY76" fmla="*/ 285485 h 453077"/>
                  <a:gd name="connsiteX77" fmla="*/ 121247 w 976214"/>
                  <a:gd name="connsiteY77" fmla="*/ 269155 h 453077"/>
                  <a:gd name="connsiteX78" fmla="*/ 158078 w 976214"/>
                  <a:gd name="connsiteY78" fmla="*/ 276307 h 453077"/>
                  <a:gd name="connsiteX79" fmla="*/ 160938 w 976214"/>
                  <a:gd name="connsiteY79" fmla="*/ 312065 h 453077"/>
                  <a:gd name="connsiteX80" fmla="*/ 137100 w 976214"/>
                  <a:gd name="connsiteY80" fmla="*/ 318382 h 453077"/>
                  <a:gd name="connsiteX81" fmla="*/ 107302 w 976214"/>
                  <a:gd name="connsiteY81" fmla="*/ 329109 h 453077"/>
                  <a:gd name="connsiteX82" fmla="*/ 103726 w 976214"/>
                  <a:gd name="connsiteY82" fmla="*/ 342578 h 453077"/>
                  <a:gd name="connsiteX83" fmla="*/ 91807 w 976214"/>
                  <a:gd name="connsiteY83" fmla="*/ 350325 h 453077"/>
                  <a:gd name="connsiteX84" fmla="*/ 110282 w 976214"/>
                  <a:gd name="connsiteY84" fmla="*/ 365940 h 453077"/>
                  <a:gd name="connsiteX85" fmla="*/ 118029 w 976214"/>
                  <a:gd name="connsiteY85" fmla="*/ 384295 h 453077"/>
                  <a:gd name="connsiteX86" fmla="*/ 135074 w 976214"/>
                  <a:gd name="connsiteY86" fmla="*/ 394307 h 453077"/>
                  <a:gd name="connsiteX87" fmla="*/ 146397 w 976214"/>
                  <a:gd name="connsiteY87" fmla="*/ 406227 h 453077"/>
                  <a:gd name="connsiteX88" fmla="*/ 154144 w 976214"/>
                  <a:gd name="connsiteY88" fmla="*/ 435190 h 453077"/>
                  <a:gd name="connsiteX89" fmla="*/ 157243 w 976214"/>
                  <a:gd name="connsiteY89" fmla="*/ 418980 h 453077"/>
                  <a:gd name="connsiteX90" fmla="*/ 183347 w 976214"/>
                  <a:gd name="connsiteY90" fmla="*/ 405273 h 453077"/>
                  <a:gd name="connsiteX91" fmla="*/ 212668 w 976214"/>
                  <a:gd name="connsiteY91" fmla="*/ 427920 h 453077"/>
                  <a:gd name="connsiteX92" fmla="*/ 229713 w 976214"/>
                  <a:gd name="connsiteY92" fmla="*/ 431734 h 453077"/>
                  <a:gd name="connsiteX93" fmla="*/ 232573 w 976214"/>
                  <a:gd name="connsiteY93" fmla="*/ 325772 h 453077"/>
                  <a:gd name="connsiteX94" fmla="*/ 293242 w 976214"/>
                  <a:gd name="connsiteY94" fmla="*/ 309562 h 453077"/>
                  <a:gd name="connsiteX95" fmla="*/ 295269 w 976214"/>
                  <a:gd name="connsiteY95" fmla="*/ 305509 h 453077"/>
                  <a:gd name="connsiteX96" fmla="*/ 317200 w 976214"/>
                  <a:gd name="connsiteY96" fmla="*/ 306224 h 453077"/>
                  <a:gd name="connsiteX97" fmla="*/ 327093 w 976214"/>
                  <a:gd name="connsiteY97" fmla="*/ 294305 h 453077"/>
                  <a:gd name="connsiteX98" fmla="*/ 332814 w 976214"/>
                  <a:gd name="connsiteY98" fmla="*/ 308489 h 453077"/>
                  <a:gd name="connsiteX99" fmla="*/ 345568 w 976214"/>
                  <a:gd name="connsiteY99" fmla="*/ 339956 h 453077"/>
                  <a:gd name="connsiteX100" fmla="*/ 373578 w 976214"/>
                  <a:gd name="connsiteY100" fmla="*/ 370588 h 453077"/>
                  <a:gd name="connsiteX101" fmla="*/ 404806 w 976214"/>
                  <a:gd name="connsiteY101" fmla="*/ 368681 h 453077"/>
                  <a:gd name="connsiteX102" fmla="*/ 453079 w 976214"/>
                  <a:gd name="connsiteY102" fmla="*/ 370588 h 453077"/>
                  <a:gd name="connsiteX103" fmla="*/ 471911 w 976214"/>
                  <a:gd name="connsiteY103" fmla="*/ 384772 h 453077"/>
                  <a:gd name="connsiteX104" fmla="*/ 477633 w 976214"/>
                  <a:gd name="connsiteY104" fmla="*/ 407418 h 453077"/>
                  <a:gd name="connsiteX105" fmla="*/ 490863 w 976214"/>
                  <a:gd name="connsiteY105" fmla="*/ 432091 h 453077"/>
                  <a:gd name="connsiteX106" fmla="*/ 511722 w 976214"/>
                  <a:gd name="connsiteY106" fmla="*/ 437693 h 453077"/>
                  <a:gd name="connsiteX107" fmla="*/ 531627 w 976214"/>
                  <a:gd name="connsiteY107" fmla="*/ 449613 h 453077"/>
                  <a:gd name="connsiteX108" fmla="*/ 542950 w 976214"/>
                  <a:gd name="connsiteY108" fmla="*/ 445798 h 453077"/>
                  <a:gd name="connsiteX109" fmla="*/ 567504 w 976214"/>
                  <a:gd name="connsiteY109" fmla="*/ 426847 h 453077"/>
                  <a:gd name="connsiteX110" fmla="*/ 581330 w 976214"/>
                  <a:gd name="connsiteY110" fmla="*/ 425536 h 453077"/>
                  <a:gd name="connsiteX111" fmla="*/ 588601 w 976214"/>
                  <a:gd name="connsiteY111" fmla="*/ 412186 h 453077"/>
                  <a:gd name="connsiteX112" fmla="*/ 603500 w 976214"/>
                  <a:gd name="connsiteY112" fmla="*/ 395857 h 453077"/>
                  <a:gd name="connsiteX113" fmla="*/ 636040 w 976214"/>
                  <a:gd name="connsiteY113" fmla="*/ 395142 h 453077"/>
                  <a:gd name="connsiteX114" fmla="*/ 657375 w 976214"/>
                  <a:gd name="connsiteY114" fmla="*/ 391685 h 453077"/>
                  <a:gd name="connsiteX115" fmla="*/ 682167 w 976214"/>
                  <a:gd name="connsiteY115" fmla="*/ 381673 h 453077"/>
                  <a:gd name="connsiteX116" fmla="*/ 713991 w 976214"/>
                  <a:gd name="connsiteY116" fmla="*/ 390970 h 453077"/>
                  <a:gd name="connsiteX117" fmla="*/ 775613 w 976214"/>
                  <a:gd name="connsiteY117" fmla="*/ 394427 h 453077"/>
                  <a:gd name="connsiteX118" fmla="*/ 798380 w 976214"/>
                  <a:gd name="connsiteY118" fmla="*/ 400863 h 453077"/>
                  <a:gd name="connsiteX119" fmla="*/ 818404 w 976214"/>
                  <a:gd name="connsiteY119" fmla="*/ 408610 h 453077"/>
                  <a:gd name="connsiteX120" fmla="*/ 818404 w 976214"/>
                  <a:gd name="connsiteY120" fmla="*/ 398837 h 453077"/>
                  <a:gd name="connsiteX121" fmla="*/ 831158 w 976214"/>
                  <a:gd name="connsiteY121" fmla="*/ 380839 h 453077"/>
                  <a:gd name="connsiteX122" fmla="*/ 821622 w 976214"/>
                  <a:gd name="connsiteY122" fmla="*/ 354259 h 453077"/>
                  <a:gd name="connsiteX123" fmla="*/ 816258 w 976214"/>
                  <a:gd name="connsiteY123" fmla="*/ 333519 h 453077"/>
                  <a:gd name="connsiteX124" fmla="*/ 830084 w 976214"/>
                  <a:gd name="connsiteY124" fmla="*/ 324103 h 453077"/>
                  <a:gd name="connsiteX125" fmla="*/ 852612 w 976214"/>
                  <a:gd name="connsiteY125" fmla="*/ 319693 h 453077"/>
                  <a:gd name="connsiteX126" fmla="*/ 869776 w 976214"/>
                  <a:gd name="connsiteY126" fmla="*/ 324103 h 453077"/>
                  <a:gd name="connsiteX127" fmla="*/ 869776 w 976214"/>
                  <a:gd name="connsiteY127" fmla="*/ 312899 h 453077"/>
                  <a:gd name="connsiteX128" fmla="*/ 884436 w 976214"/>
                  <a:gd name="connsiteY128" fmla="*/ 266772 h 453077"/>
                  <a:gd name="connsiteX129" fmla="*/ 900647 w 976214"/>
                  <a:gd name="connsiteY129" fmla="*/ 266772 h 453077"/>
                  <a:gd name="connsiteX130" fmla="*/ 922697 w 976214"/>
                  <a:gd name="connsiteY130" fmla="*/ 268679 h 453077"/>
                  <a:gd name="connsiteX131" fmla="*/ 945344 w 976214"/>
                  <a:gd name="connsiteY131" fmla="*/ 260335 h 453077"/>
                  <a:gd name="connsiteX132" fmla="*/ 941887 w 976214"/>
                  <a:gd name="connsiteY132" fmla="*/ 241264 h 453077"/>
                  <a:gd name="connsiteX133" fmla="*/ 957501 w 976214"/>
                  <a:gd name="connsiteY133" fmla="*/ 223147 h 453077"/>
                  <a:gd name="connsiteX134" fmla="*/ 967871 w 976214"/>
                  <a:gd name="connsiteY134" fmla="*/ 209917 h 453077"/>
                  <a:gd name="connsiteX135" fmla="*/ 976214 w 976214"/>
                  <a:gd name="connsiteY135" fmla="*/ 194422 h 453077"/>
                  <a:gd name="connsiteX136" fmla="*/ 970493 w 976214"/>
                  <a:gd name="connsiteY136" fmla="*/ 186078 h 453077"/>
                  <a:gd name="connsiteX137" fmla="*/ 364042 w 976214"/>
                  <a:gd name="connsiteY137" fmla="*/ 289895 h 453077"/>
                  <a:gd name="connsiteX138" fmla="*/ 330907 w 976214"/>
                  <a:gd name="connsiteY138" fmla="*/ 280836 h 453077"/>
                  <a:gd name="connsiteX139" fmla="*/ 364042 w 976214"/>
                  <a:gd name="connsiteY139" fmla="*/ 289895 h 453077"/>
                  <a:gd name="connsiteX140" fmla="*/ 766436 w 976214"/>
                  <a:gd name="connsiteY140" fmla="*/ 287392 h 453077"/>
                  <a:gd name="connsiteX141" fmla="*/ 684908 w 976214"/>
                  <a:gd name="connsiteY141" fmla="*/ 296570 h 453077"/>
                  <a:gd name="connsiteX142" fmla="*/ 672155 w 976214"/>
                  <a:gd name="connsiteY142" fmla="*/ 327083 h 453077"/>
                  <a:gd name="connsiteX143" fmla="*/ 669294 w 976214"/>
                  <a:gd name="connsiteY143" fmla="*/ 288107 h 453077"/>
                  <a:gd name="connsiteX144" fmla="*/ 731036 w 976214"/>
                  <a:gd name="connsiteY144" fmla="*/ 278810 h 453077"/>
                  <a:gd name="connsiteX145" fmla="*/ 790632 w 976214"/>
                  <a:gd name="connsiteY145" fmla="*/ 276069 h 453077"/>
                  <a:gd name="connsiteX146" fmla="*/ 766436 w 976214"/>
                  <a:gd name="connsiteY146" fmla="*/ 287392 h 453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Lst>
                <a:rect l="l" t="t" r="r" b="b"/>
                <a:pathLst>
                  <a:path w="976214" h="453077">
                    <a:moveTo>
                      <a:pt x="970493" y="186078"/>
                    </a:moveTo>
                    <a:cubicBezTo>
                      <a:pt x="969778" y="181072"/>
                      <a:pt x="965488" y="183218"/>
                      <a:pt x="962031" y="185363"/>
                    </a:cubicBezTo>
                    <a:cubicBezTo>
                      <a:pt x="955869" y="187556"/>
                      <a:pt x="949385" y="188724"/>
                      <a:pt x="942841" y="188820"/>
                    </a:cubicBezTo>
                    <a:cubicBezTo>
                      <a:pt x="938669" y="188820"/>
                      <a:pt x="930921" y="183218"/>
                      <a:pt x="930921" y="178927"/>
                    </a:cubicBezTo>
                    <a:cubicBezTo>
                      <a:pt x="930921" y="174636"/>
                      <a:pt x="930087" y="169868"/>
                      <a:pt x="925796" y="169868"/>
                    </a:cubicBezTo>
                    <a:cubicBezTo>
                      <a:pt x="921506" y="169868"/>
                      <a:pt x="915188" y="167723"/>
                      <a:pt x="910897" y="157949"/>
                    </a:cubicBezTo>
                    <a:cubicBezTo>
                      <a:pt x="906607" y="148175"/>
                      <a:pt x="900289" y="147818"/>
                      <a:pt x="895522" y="145195"/>
                    </a:cubicBezTo>
                    <a:cubicBezTo>
                      <a:pt x="890754" y="142573"/>
                      <a:pt x="877404" y="149963"/>
                      <a:pt x="871683" y="152108"/>
                    </a:cubicBezTo>
                    <a:cubicBezTo>
                      <a:pt x="865961" y="154254"/>
                      <a:pt x="855830" y="149963"/>
                      <a:pt x="847845" y="148414"/>
                    </a:cubicBezTo>
                    <a:cubicBezTo>
                      <a:pt x="839858" y="146864"/>
                      <a:pt x="835925" y="133514"/>
                      <a:pt x="829250" y="135064"/>
                    </a:cubicBezTo>
                    <a:cubicBezTo>
                      <a:pt x="822575" y="136614"/>
                      <a:pt x="820788" y="150440"/>
                      <a:pt x="815424" y="150440"/>
                    </a:cubicBezTo>
                    <a:cubicBezTo>
                      <a:pt x="810060" y="150440"/>
                      <a:pt x="800525" y="122906"/>
                      <a:pt x="790512" y="107411"/>
                    </a:cubicBezTo>
                    <a:cubicBezTo>
                      <a:pt x="780501" y="91916"/>
                      <a:pt x="762264" y="61165"/>
                      <a:pt x="746412" y="55324"/>
                    </a:cubicBezTo>
                    <a:cubicBezTo>
                      <a:pt x="730559" y="49484"/>
                      <a:pt x="735208" y="41498"/>
                      <a:pt x="739499" y="37326"/>
                    </a:cubicBezTo>
                    <a:cubicBezTo>
                      <a:pt x="743789" y="33155"/>
                      <a:pt x="729844" y="31963"/>
                      <a:pt x="723526" y="35658"/>
                    </a:cubicBezTo>
                    <a:cubicBezTo>
                      <a:pt x="716816" y="40580"/>
                      <a:pt x="709486" y="44585"/>
                      <a:pt x="701715" y="47577"/>
                    </a:cubicBezTo>
                    <a:cubicBezTo>
                      <a:pt x="694325" y="49126"/>
                      <a:pt x="683597" y="60807"/>
                      <a:pt x="675731" y="58185"/>
                    </a:cubicBezTo>
                    <a:cubicBezTo>
                      <a:pt x="667864" y="55563"/>
                      <a:pt x="663812" y="68316"/>
                      <a:pt x="657613" y="62476"/>
                    </a:cubicBezTo>
                    <a:cubicBezTo>
                      <a:pt x="651415" y="56635"/>
                      <a:pt x="666076" y="52344"/>
                      <a:pt x="666076" y="46981"/>
                    </a:cubicBezTo>
                    <a:cubicBezTo>
                      <a:pt x="666076" y="41617"/>
                      <a:pt x="656064" y="48650"/>
                      <a:pt x="653323" y="45431"/>
                    </a:cubicBezTo>
                    <a:cubicBezTo>
                      <a:pt x="650581" y="42213"/>
                      <a:pt x="642238" y="38995"/>
                      <a:pt x="642238" y="43882"/>
                    </a:cubicBezTo>
                    <a:cubicBezTo>
                      <a:pt x="642238" y="48769"/>
                      <a:pt x="635324" y="45908"/>
                      <a:pt x="635324" y="42213"/>
                    </a:cubicBezTo>
                    <a:cubicBezTo>
                      <a:pt x="635324" y="38518"/>
                      <a:pt x="630556" y="31605"/>
                      <a:pt x="626266" y="36373"/>
                    </a:cubicBezTo>
                    <a:cubicBezTo>
                      <a:pt x="621975" y="41140"/>
                      <a:pt x="607672" y="43882"/>
                      <a:pt x="604453" y="40068"/>
                    </a:cubicBezTo>
                    <a:cubicBezTo>
                      <a:pt x="601235" y="36253"/>
                      <a:pt x="606599" y="34823"/>
                      <a:pt x="607076" y="30056"/>
                    </a:cubicBezTo>
                    <a:cubicBezTo>
                      <a:pt x="607552" y="25288"/>
                      <a:pt x="601831" y="18851"/>
                      <a:pt x="602904" y="13011"/>
                    </a:cubicBezTo>
                    <a:cubicBezTo>
                      <a:pt x="603977" y="7171"/>
                      <a:pt x="592773" y="1092"/>
                      <a:pt x="587409" y="3476"/>
                    </a:cubicBezTo>
                    <a:cubicBezTo>
                      <a:pt x="581104" y="4942"/>
                      <a:pt x="574477" y="4000"/>
                      <a:pt x="568815" y="853"/>
                    </a:cubicBezTo>
                    <a:cubicBezTo>
                      <a:pt x="562975" y="-1888"/>
                      <a:pt x="540209" y="2403"/>
                      <a:pt x="539136" y="7647"/>
                    </a:cubicBezTo>
                    <a:cubicBezTo>
                      <a:pt x="538063" y="12892"/>
                      <a:pt x="509338" y="17302"/>
                      <a:pt x="503974" y="19567"/>
                    </a:cubicBezTo>
                    <a:cubicBezTo>
                      <a:pt x="492782" y="22320"/>
                      <a:pt x="481435" y="24430"/>
                      <a:pt x="470004" y="25884"/>
                    </a:cubicBezTo>
                    <a:cubicBezTo>
                      <a:pt x="462614" y="26956"/>
                      <a:pt x="455105" y="33274"/>
                      <a:pt x="445570" y="33274"/>
                    </a:cubicBezTo>
                    <a:cubicBezTo>
                      <a:pt x="433198" y="32606"/>
                      <a:pt x="420873" y="35193"/>
                      <a:pt x="409812" y="40783"/>
                    </a:cubicBezTo>
                    <a:cubicBezTo>
                      <a:pt x="401230" y="47100"/>
                      <a:pt x="387404" y="41856"/>
                      <a:pt x="381087" y="44001"/>
                    </a:cubicBezTo>
                    <a:cubicBezTo>
                      <a:pt x="374770" y="46146"/>
                      <a:pt x="364042" y="42928"/>
                      <a:pt x="360824" y="45074"/>
                    </a:cubicBezTo>
                    <a:cubicBezTo>
                      <a:pt x="357606" y="47219"/>
                      <a:pt x="358798" y="59854"/>
                      <a:pt x="361897" y="65217"/>
                    </a:cubicBezTo>
                    <a:cubicBezTo>
                      <a:pt x="364996" y="70581"/>
                      <a:pt x="382160" y="72607"/>
                      <a:pt x="383232" y="75825"/>
                    </a:cubicBezTo>
                    <a:cubicBezTo>
                      <a:pt x="384305" y="79044"/>
                      <a:pt x="366188" y="79044"/>
                      <a:pt x="357725" y="80116"/>
                    </a:cubicBezTo>
                    <a:cubicBezTo>
                      <a:pt x="349263" y="81189"/>
                      <a:pt x="351289" y="92036"/>
                      <a:pt x="353434" y="97042"/>
                    </a:cubicBezTo>
                    <a:cubicBezTo>
                      <a:pt x="355580" y="102048"/>
                      <a:pt x="344972" y="107769"/>
                      <a:pt x="338535" y="109914"/>
                    </a:cubicBezTo>
                    <a:cubicBezTo>
                      <a:pt x="332099" y="112060"/>
                      <a:pt x="338535" y="122668"/>
                      <a:pt x="344972" y="122668"/>
                    </a:cubicBezTo>
                    <a:cubicBezTo>
                      <a:pt x="351408" y="122668"/>
                      <a:pt x="356891" y="127912"/>
                      <a:pt x="361897" y="127912"/>
                    </a:cubicBezTo>
                    <a:cubicBezTo>
                      <a:pt x="366903" y="127912"/>
                      <a:pt x="368333" y="138521"/>
                      <a:pt x="368333" y="144957"/>
                    </a:cubicBezTo>
                    <a:cubicBezTo>
                      <a:pt x="368333" y="151393"/>
                      <a:pt x="361897" y="153420"/>
                      <a:pt x="353434" y="153420"/>
                    </a:cubicBezTo>
                    <a:cubicBezTo>
                      <a:pt x="344972" y="153420"/>
                      <a:pt x="340681" y="147102"/>
                      <a:pt x="335436" y="146030"/>
                    </a:cubicBezTo>
                    <a:cubicBezTo>
                      <a:pt x="330192" y="144957"/>
                      <a:pt x="331145" y="155565"/>
                      <a:pt x="326854" y="157949"/>
                    </a:cubicBezTo>
                    <a:cubicBezTo>
                      <a:pt x="322563" y="160333"/>
                      <a:pt x="321610" y="150440"/>
                      <a:pt x="314935" y="150440"/>
                    </a:cubicBezTo>
                    <a:cubicBezTo>
                      <a:pt x="308260" y="150440"/>
                      <a:pt x="301109" y="149367"/>
                      <a:pt x="298963" y="143050"/>
                    </a:cubicBezTo>
                    <a:cubicBezTo>
                      <a:pt x="296818" y="136733"/>
                      <a:pt x="282038" y="135541"/>
                      <a:pt x="275125" y="141977"/>
                    </a:cubicBezTo>
                    <a:cubicBezTo>
                      <a:pt x="268212" y="148414"/>
                      <a:pt x="266662" y="145195"/>
                      <a:pt x="261299" y="140905"/>
                    </a:cubicBezTo>
                    <a:cubicBezTo>
                      <a:pt x="255935" y="136614"/>
                      <a:pt x="240082" y="143050"/>
                      <a:pt x="237460" y="148414"/>
                    </a:cubicBezTo>
                    <a:cubicBezTo>
                      <a:pt x="234838" y="153777"/>
                      <a:pt x="223634" y="155804"/>
                      <a:pt x="215171" y="150440"/>
                    </a:cubicBezTo>
                    <a:cubicBezTo>
                      <a:pt x="206708" y="145076"/>
                      <a:pt x="201345" y="143050"/>
                      <a:pt x="201345" y="150440"/>
                    </a:cubicBezTo>
                    <a:cubicBezTo>
                      <a:pt x="201345" y="157830"/>
                      <a:pt x="194908" y="151513"/>
                      <a:pt x="194908" y="147341"/>
                    </a:cubicBezTo>
                    <a:cubicBezTo>
                      <a:pt x="194908" y="143169"/>
                      <a:pt x="181082" y="134587"/>
                      <a:pt x="174765" y="130296"/>
                    </a:cubicBezTo>
                    <a:cubicBezTo>
                      <a:pt x="168448" y="126005"/>
                      <a:pt x="148185" y="126005"/>
                      <a:pt x="147112" y="121834"/>
                    </a:cubicBezTo>
                    <a:cubicBezTo>
                      <a:pt x="146039" y="117662"/>
                      <a:pt x="133286" y="114324"/>
                      <a:pt x="130068" y="121834"/>
                    </a:cubicBezTo>
                    <a:cubicBezTo>
                      <a:pt x="126850" y="129343"/>
                      <a:pt x="121605" y="123860"/>
                      <a:pt x="117314" y="121834"/>
                    </a:cubicBezTo>
                    <a:cubicBezTo>
                      <a:pt x="113023" y="119807"/>
                      <a:pt x="103607" y="124933"/>
                      <a:pt x="99316" y="127078"/>
                    </a:cubicBezTo>
                    <a:cubicBezTo>
                      <a:pt x="91568" y="132501"/>
                      <a:pt x="82939" y="136542"/>
                      <a:pt x="73809" y="138997"/>
                    </a:cubicBezTo>
                    <a:cubicBezTo>
                      <a:pt x="66300" y="138997"/>
                      <a:pt x="70591" y="148652"/>
                      <a:pt x="61055" y="150917"/>
                    </a:cubicBezTo>
                    <a:cubicBezTo>
                      <a:pt x="51520" y="153181"/>
                      <a:pt x="53546" y="159498"/>
                      <a:pt x="54619" y="163670"/>
                    </a:cubicBezTo>
                    <a:cubicBezTo>
                      <a:pt x="55692" y="167842"/>
                      <a:pt x="61055" y="175589"/>
                      <a:pt x="52473" y="178569"/>
                    </a:cubicBezTo>
                    <a:cubicBezTo>
                      <a:pt x="43891" y="181549"/>
                      <a:pt x="40554" y="167961"/>
                      <a:pt x="33403" y="162597"/>
                    </a:cubicBezTo>
                    <a:cubicBezTo>
                      <a:pt x="26251" y="157234"/>
                      <a:pt x="19576" y="163670"/>
                      <a:pt x="19576" y="171179"/>
                    </a:cubicBezTo>
                    <a:cubicBezTo>
                      <a:pt x="19576" y="178688"/>
                      <a:pt x="11113" y="178569"/>
                      <a:pt x="6823" y="186078"/>
                    </a:cubicBezTo>
                    <a:cubicBezTo>
                      <a:pt x="2532" y="193588"/>
                      <a:pt x="14213" y="194541"/>
                      <a:pt x="14213" y="197998"/>
                    </a:cubicBezTo>
                    <a:cubicBezTo>
                      <a:pt x="14213" y="201454"/>
                      <a:pt x="7895" y="204315"/>
                      <a:pt x="5750" y="205387"/>
                    </a:cubicBezTo>
                    <a:cubicBezTo>
                      <a:pt x="3605" y="206460"/>
                      <a:pt x="-1640" y="217307"/>
                      <a:pt x="506" y="220286"/>
                    </a:cubicBezTo>
                    <a:cubicBezTo>
                      <a:pt x="2651" y="223266"/>
                      <a:pt x="15285" y="222432"/>
                      <a:pt x="14213" y="229822"/>
                    </a:cubicBezTo>
                    <a:cubicBezTo>
                      <a:pt x="13140" y="237212"/>
                      <a:pt x="12187" y="244721"/>
                      <a:pt x="18504" y="242576"/>
                    </a:cubicBezTo>
                    <a:cubicBezTo>
                      <a:pt x="24082" y="241205"/>
                      <a:pt x="29851" y="240847"/>
                      <a:pt x="35548" y="241503"/>
                    </a:cubicBezTo>
                    <a:cubicBezTo>
                      <a:pt x="39720" y="241503"/>
                      <a:pt x="42938" y="250085"/>
                      <a:pt x="50447" y="258547"/>
                    </a:cubicBezTo>
                    <a:cubicBezTo>
                      <a:pt x="57956" y="267010"/>
                      <a:pt x="61055" y="271301"/>
                      <a:pt x="53546" y="273446"/>
                    </a:cubicBezTo>
                    <a:cubicBezTo>
                      <a:pt x="46037" y="275592"/>
                      <a:pt x="49374" y="279764"/>
                      <a:pt x="58910" y="284054"/>
                    </a:cubicBezTo>
                    <a:cubicBezTo>
                      <a:pt x="61627" y="285366"/>
                      <a:pt x="64226" y="286915"/>
                      <a:pt x="66657" y="288703"/>
                    </a:cubicBezTo>
                    <a:cubicBezTo>
                      <a:pt x="68159" y="287726"/>
                      <a:pt x="69589" y="286653"/>
                      <a:pt x="70948" y="285485"/>
                    </a:cubicBezTo>
                    <a:cubicBezTo>
                      <a:pt x="84512" y="272934"/>
                      <a:pt x="102904" y="266962"/>
                      <a:pt x="121247" y="269155"/>
                    </a:cubicBezTo>
                    <a:cubicBezTo>
                      <a:pt x="137577" y="273446"/>
                      <a:pt x="151046" y="266295"/>
                      <a:pt x="158078" y="276307"/>
                    </a:cubicBezTo>
                    <a:cubicBezTo>
                      <a:pt x="165110" y="286319"/>
                      <a:pt x="158078" y="304556"/>
                      <a:pt x="160938" y="312065"/>
                    </a:cubicBezTo>
                    <a:cubicBezTo>
                      <a:pt x="163799" y="319574"/>
                      <a:pt x="148185" y="319812"/>
                      <a:pt x="137100" y="318382"/>
                    </a:cubicBezTo>
                    <a:cubicBezTo>
                      <a:pt x="126015" y="316952"/>
                      <a:pt x="104441" y="322673"/>
                      <a:pt x="107302" y="329109"/>
                    </a:cubicBezTo>
                    <a:cubicBezTo>
                      <a:pt x="110163" y="335545"/>
                      <a:pt x="117910" y="350325"/>
                      <a:pt x="103726" y="342578"/>
                    </a:cubicBezTo>
                    <a:cubicBezTo>
                      <a:pt x="89542" y="334830"/>
                      <a:pt x="83940" y="350325"/>
                      <a:pt x="91807" y="350325"/>
                    </a:cubicBezTo>
                    <a:cubicBezTo>
                      <a:pt x="99674" y="350325"/>
                      <a:pt x="110282" y="359503"/>
                      <a:pt x="110282" y="365940"/>
                    </a:cubicBezTo>
                    <a:cubicBezTo>
                      <a:pt x="110282" y="372376"/>
                      <a:pt x="110997" y="386441"/>
                      <a:pt x="118029" y="384295"/>
                    </a:cubicBezTo>
                    <a:cubicBezTo>
                      <a:pt x="125062" y="382150"/>
                      <a:pt x="125181" y="394903"/>
                      <a:pt x="135074" y="394307"/>
                    </a:cubicBezTo>
                    <a:cubicBezTo>
                      <a:pt x="144967" y="393711"/>
                      <a:pt x="154144" y="397049"/>
                      <a:pt x="146397" y="406227"/>
                    </a:cubicBezTo>
                    <a:cubicBezTo>
                      <a:pt x="138649" y="415405"/>
                      <a:pt x="151403" y="440912"/>
                      <a:pt x="154144" y="435190"/>
                    </a:cubicBezTo>
                    <a:cubicBezTo>
                      <a:pt x="156051" y="431615"/>
                      <a:pt x="154144" y="423986"/>
                      <a:pt x="157243" y="418980"/>
                    </a:cubicBezTo>
                    <a:cubicBezTo>
                      <a:pt x="153191" y="405273"/>
                      <a:pt x="177029" y="405273"/>
                      <a:pt x="183347" y="405273"/>
                    </a:cubicBezTo>
                    <a:cubicBezTo>
                      <a:pt x="189664" y="405273"/>
                      <a:pt x="204205" y="416596"/>
                      <a:pt x="212668" y="427920"/>
                    </a:cubicBezTo>
                    <a:cubicBezTo>
                      <a:pt x="221131" y="439243"/>
                      <a:pt x="229713" y="431734"/>
                      <a:pt x="229713" y="431734"/>
                    </a:cubicBezTo>
                    <a:lnTo>
                      <a:pt x="232573" y="325772"/>
                    </a:lnTo>
                    <a:lnTo>
                      <a:pt x="293242" y="309562"/>
                    </a:lnTo>
                    <a:cubicBezTo>
                      <a:pt x="293767" y="308143"/>
                      <a:pt x="294458" y="306784"/>
                      <a:pt x="295269" y="305509"/>
                    </a:cubicBezTo>
                    <a:cubicBezTo>
                      <a:pt x="303016" y="293590"/>
                      <a:pt x="313505" y="303602"/>
                      <a:pt x="317200" y="306224"/>
                    </a:cubicBezTo>
                    <a:cubicBezTo>
                      <a:pt x="320895" y="308847"/>
                      <a:pt x="318630" y="294305"/>
                      <a:pt x="327093" y="294305"/>
                    </a:cubicBezTo>
                    <a:cubicBezTo>
                      <a:pt x="335555" y="294305"/>
                      <a:pt x="326378" y="308489"/>
                      <a:pt x="332814" y="308489"/>
                    </a:cubicBezTo>
                    <a:cubicBezTo>
                      <a:pt x="339250" y="308489"/>
                      <a:pt x="349143" y="326129"/>
                      <a:pt x="345568" y="339956"/>
                    </a:cubicBezTo>
                    <a:cubicBezTo>
                      <a:pt x="356259" y="348848"/>
                      <a:pt x="365687" y="359146"/>
                      <a:pt x="373578" y="370588"/>
                    </a:cubicBezTo>
                    <a:cubicBezTo>
                      <a:pt x="375485" y="376190"/>
                      <a:pt x="400038" y="366774"/>
                      <a:pt x="404806" y="368681"/>
                    </a:cubicBezTo>
                    <a:cubicBezTo>
                      <a:pt x="420837" y="370302"/>
                      <a:pt x="436964" y="370946"/>
                      <a:pt x="453079" y="370588"/>
                    </a:cubicBezTo>
                    <a:cubicBezTo>
                      <a:pt x="459635" y="370588"/>
                      <a:pt x="464402" y="382507"/>
                      <a:pt x="471911" y="384772"/>
                    </a:cubicBezTo>
                    <a:cubicBezTo>
                      <a:pt x="479421" y="387037"/>
                      <a:pt x="476679" y="398956"/>
                      <a:pt x="477633" y="407418"/>
                    </a:cubicBezTo>
                    <a:cubicBezTo>
                      <a:pt x="478586" y="415881"/>
                      <a:pt x="489552" y="424463"/>
                      <a:pt x="490863" y="432091"/>
                    </a:cubicBezTo>
                    <a:cubicBezTo>
                      <a:pt x="492174" y="439720"/>
                      <a:pt x="504093" y="435906"/>
                      <a:pt x="511722" y="437693"/>
                    </a:cubicBezTo>
                    <a:cubicBezTo>
                      <a:pt x="519350" y="439481"/>
                      <a:pt x="530674" y="442461"/>
                      <a:pt x="531627" y="449613"/>
                    </a:cubicBezTo>
                    <a:cubicBezTo>
                      <a:pt x="532580" y="456764"/>
                      <a:pt x="541997" y="451520"/>
                      <a:pt x="542950" y="445798"/>
                    </a:cubicBezTo>
                    <a:cubicBezTo>
                      <a:pt x="543904" y="440077"/>
                      <a:pt x="553320" y="432568"/>
                      <a:pt x="567504" y="426847"/>
                    </a:cubicBezTo>
                    <a:cubicBezTo>
                      <a:pt x="571783" y="424690"/>
                      <a:pt x="576717" y="424225"/>
                      <a:pt x="581330" y="425536"/>
                    </a:cubicBezTo>
                    <a:cubicBezTo>
                      <a:pt x="582665" y="420577"/>
                      <a:pt x="585156" y="416000"/>
                      <a:pt x="588601" y="412186"/>
                    </a:cubicBezTo>
                    <a:cubicBezTo>
                      <a:pt x="593488" y="410041"/>
                      <a:pt x="602785" y="403008"/>
                      <a:pt x="603500" y="395857"/>
                    </a:cubicBezTo>
                    <a:cubicBezTo>
                      <a:pt x="604215" y="388705"/>
                      <a:pt x="623286" y="388824"/>
                      <a:pt x="636040" y="395142"/>
                    </a:cubicBezTo>
                    <a:cubicBezTo>
                      <a:pt x="648793" y="401459"/>
                      <a:pt x="656660" y="401578"/>
                      <a:pt x="657375" y="391685"/>
                    </a:cubicBezTo>
                    <a:cubicBezTo>
                      <a:pt x="658090" y="381792"/>
                      <a:pt x="676446" y="378932"/>
                      <a:pt x="682167" y="381673"/>
                    </a:cubicBezTo>
                    <a:cubicBezTo>
                      <a:pt x="687888" y="384414"/>
                      <a:pt x="706005" y="394427"/>
                      <a:pt x="713991" y="390970"/>
                    </a:cubicBezTo>
                    <a:cubicBezTo>
                      <a:pt x="721977" y="387513"/>
                      <a:pt x="765006" y="391685"/>
                      <a:pt x="775613" y="394427"/>
                    </a:cubicBezTo>
                    <a:cubicBezTo>
                      <a:pt x="786222" y="397168"/>
                      <a:pt x="789082" y="390255"/>
                      <a:pt x="798380" y="400863"/>
                    </a:cubicBezTo>
                    <a:cubicBezTo>
                      <a:pt x="807676" y="411471"/>
                      <a:pt x="810299" y="401697"/>
                      <a:pt x="818404" y="408610"/>
                    </a:cubicBezTo>
                    <a:cubicBezTo>
                      <a:pt x="818404" y="405869"/>
                      <a:pt x="818404" y="402532"/>
                      <a:pt x="818404" y="398837"/>
                    </a:cubicBezTo>
                    <a:cubicBezTo>
                      <a:pt x="818404" y="391924"/>
                      <a:pt x="829012" y="386083"/>
                      <a:pt x="831158" y="380839"/>
                    </a:cubicBezTo>
                    <a:cubicBezTo>
                      <a:pt x="833303" y="375594"/>
                      <a:pt x="821622" y="359622"/>
                      <a:pt x="821622" y="354259"/>
                    </a:cubicBezTo>
                    <a:cubicBezTo>
                      <a:pt x="821622" y="348895"/>
                      <a:pt x="821622" y="336141"/>
                      <a:pt x="816258" y="333519"/>
                    </a:cubicBezTo>
                    <a:cubicBezTo>
                      <a:pt x="810895" y="330897"/>
                      <a:pt x="826390" y="323984"/>
                      <a:pt x="830084" y="324103"/>
                    </a:cubicBezTo>
                    <a:cubicBezTo>
                      <a:pt x="837952" y="324103"/>
                      <a:pt x="849156" y="316356"/>
                      <a:pt x="852612" y="319693"/>
                    </a:cubicBezTo>
                    <a:cubicBezTo>
                      <a:pt x="857618" y="323173"/>
                      <a:pt x="863709" y="324747"/>
                      <a:pt x="869776" y="324103"/>
                    </a:cubicBezTo>
                    <a:cubicBezTo>
                      <a:pt x="876570" y="324103"/>
                      <a:pt x="873709" y="316356"/>
                      <a:pt x="869776" y="312899"/>
                    </a:cubicBezTo>
                    <a:cubicBezTo>
                      <a:pt x="865842" y="309443"/>
                      <a:pt x="881695" y="277141"/>
                      <a:pt x="884436" y="266772"/>
                    </a:cubicBezTo>
                    <a:cubicBezTo>
                      <a:pt x="887178" y="256402"/>
                      <a:pt x="892780" y="265818"/>
                      <a:pt x="900647" y="266772"/>
                    </a:cubicBezTo>
                    <a:cubicBezTo>
                      <a:pt x="908048" y="266557"/>
                      <a:pt x="915451" y="267201"/>
                      <a:pt x="922697" y="268679"/>
                    </a:cubicBezTo>
                    <a:cubicBezTo>
                      <a:pt x="931160" y="269823"/>
                      <a:pt x="939646" y="266700"/>
                      <a:pt x="945344" y="260335"/>
                    </a:cubicBezTo>
                    <a:cubicBezTo>
                      <a:pt x="948681" y="254972"/>
                      <a:pt x="941410" y="253541"/>
                      <a:pt x="941887" y="241264"/>
                    </a:cubicBezTo>
                    <a:cubicBezTo>
                      <a:pt x="942364" y="228988"/>
                      <a:pt x="949754" y="223147"/>
                      <a:pt x="957501" y="223147"/>
                    </a:cubicBezTo>
                    <a:cubicBezTo>
                      <a:pt x="965249" y="223147"/>
                      <a:pt x="967871" y="215757"/>
                      <a:pt x="967871" y="209917"/>
                    </a:cubicBezTo>
                    <a:cubicBezTo>
                      <a:pt x="967871" y="204076"/>
                      <a:pt x="974188" y="201216"/>
                      <a:pt x="976214" y="194422"/>
                    </a:cubicBezTo>
                    <a:cubicBezTo>
                      <a:pt x="973545" y="192253"/>
                      <a:pt x="971554" y="189356"/>
                      <a:pt x="970493" y="186078"/>
                    </a:cubicBezTo>
                    <a:close/>
                    <a:moveTo>
                      <a:pt x="364042" y="289895"/>
                    </a:moveTo>
                    <a:cubicBezTo>
                      <a:pt x="361182" y="293828"/>
                      <a:pt x="333172" y="286557"/>
                      <a:pt x="330907" y="280836"/>
                    </a:cubicBezTo>
                    <a:cubicBezTo>
                      <a:pt x="328642" y="275115"/>
                      <a:pt x="370240" y="281551"/>
                      <a:pt x="364042" y="289895"/>
                    </a:cubicBezTo>
                    <a:close/>
                    <a:moveTo>
                      <a:pt x="766436" y="287392"/>
                    </a:moveTo>
                    <a:cubicBezTo>
                      <a:pt x="746650" y="287392"/>
                      <a:pt x="702668" y="277380"/>
                      <a:pt x="684908" y="296570"/>
                    </a:cubicBezTo>
                    <a:cubicBezTo>
                      <a:pt x="667149" y="315760"/>
                      <a:pt x="680022" y="325653"/>
                      <a:pt x="672155" y="327083"/>
                    </a:cubicBezTo>
                    <a:cubicBezTo>
                      <a:pt x="664288" y="328513"/>
                      <a:pt x="659401" y="298000"/>
                      <a:pt x="669294" y="288107"/>
                    </a:cubicBezTo>
                    <a:cubicBezTo>
                      <a:pt x="679187" y="278214"/>
                      <a:pt x="711131" y="273923"/>
                      <a:pt x="731036" y="278810"/>
                    </a:cubicBezTo>
                    <a:cubicBezTo>
                      <a:pt x="750941" y="283697"/>
                      <a:pt x="786222" y="274638"/>
                      <a:pt x="790632" y="276069"/>
                    </a:cubicBezTo>
                    <a:cubicBezTo>
                      <a:pt x="795042" y="277499"/>
                      <a:pt x="786341" y="287392"/>
                      <a:pt x="766436" y="287392"/>
                    </a:cubicBezTo>
                    <a:close/>
                  </a:path>
                </a:pathLst>
              </a:custGeom>
              <a:solidFill>
                <a:srgbClr val="88DAE7"/>
              </a:solid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207" name="Freeform: Shape 206">
                <a:extLst>
                  <a:ext uri="{FF2B5EF4-FFF2-40B4-BE49-F238E27FC236}">
                    <a16:creationId xmlns:a16="http://schemas.microsoft.com/office/drawing/2014/main" id="{53C03A12-27C5-4C3F-91C2-25589B4E7624}"/>
                  </a:ext>
                </a:extLst>
              </p:cNvPr>
              <p:cNvSpPr/>
              <p:nvPr/>
            </p:nvSpPr>
            <p:spPr>
              <a:xfrm>
                <a:off x="4730752" y="5996298"/>
                <a:ext cx="4092698" cy="1566463"/>
              </a:xfrm>
              <a:custGeom>
                <a:avLst/>
                <a:gdLst>
                  <a:gd name="connsiteX0" fmla="*/ 62695 w 4092698"/>
                  <a:gd name="connsiteY0" fmla="*/ 1132228 h 1566463"/>
                  <a:gd name="connsiteX1" fmla="*/ 48273 w 4092698"/>
                  <a:gd name="connsiteY1" fmla="*/ 1126984 h 1566463"/>
                  <a:gd name="connsiteX2" fmla="*/ 33732 w 4092698"/>
                  <a:gd name="connsiteY2" fmla="*/ 1125673 h 1566463"/>
                  <a:gd name="connsiteX3" fmla="*/ 37546 w 4092698"/>
                  <a:gd name="connsiteY3" fmla="*/ 1129249 h 1566463"/>
                  <a:gd name="connsiteX4" fmla="*/ 29679 w 4092698"/>
                  <a:gd name="connsiteY4" fmla="*/ 1142360 h 1566463"/>
                  <a:gd name="connsiteX5" fmla="*/ 17760 w 4092698"/>
                  <a:gd name="connsiteY5" fmla="*/ 1142360 h 1566463"/>
                  <a:gd name="connsiteX6" fmla="*/ 1430 w 4092698"/>
                  <a:gd name="connsiteY6" fmla="*/ 1143432 h 1566463"/>
                  <a:gd name="connsiteX7" fmla="*/ 0 w 4092698"/>
                  <a:gd name="connsiteY7" fmla="*/ 1149035 h 1566463"/>
                  <a:gd name="connsiteX8" fmla="*/ 11919 w 4092698"/>
                  <a:gd name="connsiteY8" fmla="*/ 1153564 h 1566463"/>
                  <a:gd name="connsiteX9" fmla="*/ 74257 w 4092698"/>
                  <a:gd name="connsiteY9" fmla="*/ 1156186 h 1566463"/>
                  <a:gd name="connsiteX10" fmla="*/ 75091 w 4092698"/>
                  <a:gd name="connsiteY10" fmla="*/ 1140214 h 1566463"/>
                  <a:gd name="connsiteX11" fmla="*/ 62695 w 4092698"/>
                  <a:gd name="connsiteY11" fmla="*/ 1132228 h 1566463"/>
                  <a:gd name="connsiteX12" fmla="*/ 1087750 w 4092698"/>
                  <a:gd name="connsiteY12" fmla="*/ 40903 h 1566463"/>
                  <a:gd name="connsiteX13" fmla="*/ 1099669 w 4092698"/>
                  <a:gd name="connsiteY13" fmla="*/ 20283 h 1566463"/>
                  <a:gd name="connsiteX14" fmla="*/ 1075831 w 4092698"/>
                  <a:gd name="connsiteY14" fmla="*/ 28150 h 1566463"/>
                  <a:gd name="connsiteX15" fmla="*/ 1047463 w 4092698"/>
                  <a:gd name="connsiteY15" fmla="*/ 38758 h 1566463"/>
                  <a:gd name="connsiteX16" fmla="*/ 1087988 w 4092698"/>
                  <a:gd name="connsiteY16" fmla="*/ 40903 h 1566463"/>
                  <a:gd name="connsiteX17" fmla="*/ 1224821 w 4092698"/>
                  <a:gd name="connsiteY17" fmla="*/ 434834 h 1566463"/>
                  <a:gd name="connsiteX18" fmla="*/ 1261652 w 4092698"/>
                  <a:gd name="connsiteY18" fmla="*/ 426371 h 1566463"/>
                  <a:gd name="connsiteX19" fmla="*/ 1235430 w 4092698"/>
                  <a:gd name="connsiteY19" fmla="*/ 415763 h 1566463"/>
                  <a:gd name="connsiteX20" fmla="*/ 1224821 w 4092698"/>
                  <a:gd name="connsiteY20" fmla="*/ 434834 h 1566463"/>
                  <a:gd name="connsiteX21" fmla="*/ 1748553 w 4092698"/>
                  <a:gd name="connsiteY21" fmla="*/ 72727 h 1566463"/>
                  <a:gd name="connsiteX22" fmla="*/ 1742832 w 4092698"/>
                  <a:gd name="connsiteY22" fmla="*/ 82024 h 1566463"/>
                  <a:gd name="connsiteX23" fmla="*/ 1725787 w 4092698"/>
                  <a:gd name="connsiteY23" fmla="*/ 90487 h 1566463"/>
                  <a:gd name="connsiteX24" fmla="*/ 1747123 w 4092698"/>
                  <a:gd name="connsiteY24" fmla="*/ 104671 h 1566463"/>
                  <a:gd name="connsiteX25" fmla="*/ 1775491 w 4092698"/>
                  <a:gd name="connsiteY25" fmla="*/ 87627 h 1566463"/>
                  <a:gd name="connsiteX26" fmla="*/ 1841284 w 4092698"/>
                  <a:gd name="connsiteY26" fmla="*/ 67841 h 1566463"/>
                  <a:gd name="connsiteX27" fmla="*/ 1847721 w 4092698"/>
                  <a:gd name="connsiteY27" fmla="*/ 47935 h 1566463"/>
                  <a:gd name="connsiteX28" fmla="*/ 1837828 w 4092698"/>
                  <a:gd name="connsiteY28" fmla="*/ 36612 h 1566463"/>
                  <a:gd name="connsiteX29" fmla="*/ 1820068 w 4092698"/>
                  <a:gd name="connsiteY29" fmla="*/ 11820 h 1566463"/>
                  <a:gd name="connsiteX30" fmla="*/ 1785384 w 4092698"/>
                  <a:gd name="connsiteY30" fmla="*/ 23739 h 1566463"/>
                  <a:gd name="connsiteX31" fmla="*/ 1758446 w 4092698"/>
                  <a:gd name="connsiteY31" fmla="*/ 40069 h 1566463"/>
                  <a:gd name="connsiteX32" fmla="*/ 1747838 w 4092698"/>
                  <a:gd name="connsiteY32" fmla="*/ 56398 h 1566463"/>
                  <a:gd name="connsiteX33" fmla="*/ 1748434 w 4092698"/>
                  <a:gd name="connsiteY33" fmla="*/ 72727 h 1566463"/>
                  <a:gd name="connsiteX34" fmla="*/ 1786099 w 4092698"/>
                  <a:gd name="connsiteY34" fmla="*/ 92633 h 1566463"/>
                  <a:gd name="connsiteX35" fmla="*/ 1769769 w 4092698"/>
                  <a:gd name="connsiteY35" fmla="*/ 113849 h 1566463"/>
                  <a:gd name="connsiteX36" fmla="*/ 1787529 w 4092698"/>
                  <a:gd name="connsiteY36" fmla="*/ 118855 h 1566463"/>
                  <a:gd name="connsiteX37" fmla="*/ 1811368 w 4092698"/>
                  <a:gd name="connsiteY37" fmla="*/ 135065 h 1566463"/>
                  <a:gd name="connsiteX38" fmla="*/ 1879307 w 4092698"/>
                  <a:gd name="connsiteY38" fmla="*/ 149249 h 1566463"/>
                  <a:gd name="connsiteX39" fmla="*/ 1895637 w 4092698"/>
                  <a:gd name="connsiteY39" fmla="*/ 131609 h 1566463"/>
                  <a:gd name="connsiteX40" fmla="*/ 1906244 w 4092698"/>
                  <a:gd name="connsiteY40" fmla="*/ 104671 h 1566463"/>
                  <a:gd name="connsiteX41" fmla="*/ 1870487 w 4092698"/>
                  <a:gd name="connsiteY41" fmla="*/ 89057 h 1566463"/>
                  <a:gd name="connsiteX42" fmla="*/ 1852727 w 4092698"/>
                  <a:gd name="connsiteY42" fmla="*/ 78449 h 1566463"/>
                  <a:gd name="connsiteX43" fmla="*/ 1785979 w 4092698"/>
                  <a:gd name="connsiteY43" fmla="*/ 92633 h 1566463"/>
                  <a:gd name="connsiteX44" fmla="*/ 1431739 w 4092698"/>
                  <a:gd name="connsiteY44" fmla="*/ 445442 h 1566463"/>
                  <a:gd name="connsiteX45" fmla="*/ 1450214 w 4092698"/>
                  <a:gd name="connsiteY45" fmla="*/ 437694 h 1566463"/>
                  <a:gd name="connsiteX46" fmla="*/ 1431620 w 4092698"/>
                  <a:gd name="connsiteY46" fmla="*/ 445442 h 1566463"/>
                  <a:gd name="connsiteX47" fmla="*/ 1729720 w 4092698"/>
                  <a:gd name="connsiteY47" fmla="*/ 22428 h 1566463"/>
                  <a:gd name="connsiteX48" fmla="*/ 1697777 w 4092698"/>
                  <a:gd name="connsiteY48" fmla="*/ 26719 h 1566463"/>
                  <a:gd name="connsiteX49" fmla="*/ 1729959 w 4092698"/>
                  <a:gd name="connsiteY49" fmla="*/ 22428 h 1566463"/>
                  <a:gd name="connsiteX50" fmla="*/ 3815588 w 4092698"/>
                  <a:gd name="connsiteY50" fmla="*/ 536147 h 1566463"/>
                  <a:gd name="connsiteX51" fmla="*/ 3849558 w 4092698"/>
                  <a:gd name="connsiteY51" fmla="*/ 535432 h 1566463"/>
                  <a:gd name="connsiteX52" fmla="*/ 3899857 w 4092698"/>
                  <a:gd name="connsiteY52" fmla="*/ 529830 h 1566463"/>
                  <a:gd name="connsiteX53" fmla="*/ 3873634 w 4092698"/>
                  <a:gd name="connsiteY53" fmla="*/ 509210 h 1566463"/>
                  <a:gd name="connsiteX54" fmla="*/ 3815350 w 4092698"/>
                  <a:gd name="connsiteY54" fmla="*/ 536147 h 1566463"/>
                  <a:gd name="connsiteX55" fmla="*/ 1895755 w 4092698"/>
                  <a:gd name="connsiteY55" fmla="*/ 192516 h 1566463"/>
                  <a:gd name="connsiteX56" fmla="*/ 1958808 w 4092698"/>
                  <a:gd name="connsiteY56" fmla="*/ 186079 h 1566463"/>
                  <a:gd name="connsiteX57" fmla="*/ 2042243 w 4092698"/>
                  <a:gd name="connsiteY57" fmla="*/ 158546 h 1566463"/>
                  <a:gd name="connsiteX58" fmla="*/ 2011015 w 4092698"/>
                  <a:gd name="connsiteY58" fmla="*/ 137926 h 1566463"/>
                  <a:gd name="connsiteX59" fmla="*/ 1976329 w 4092698"/>
                  <a:gd name="connsiteY59" fmla="*/ 145077 h 1566463"/>
                  <a:gd name="connsiteX60" fmla="*/ 1979190 w 4092698"/>
                  <a:gd name="connsiteY60" fmla="*/ 132324 h 1566463"/>
                  <a:gd name="connsiteX61" fmla="*/ 1965006 w 4092698"/>
                  <a:gd name="connsiteY61" fmla="*/ 116709 h 1566463"/>
                  <a:gd name="connsiteX62" fmla="*/ 1939499 w 4092698"/>
                  <a:gd name="connsiteY62" fmla="*/ 125887 h 1566463"/>
                  <a:gd name="connsiteX63" fmla="*/ 1930917 w 4092698"/>
                  <a:gd name="connsiteY63" fmla="*/ 145077 h 1566463"/>
                  <a:gd name="connsiteX64" fmla="*/ 1913277 w 4092698"/>
                  <a:gd name="connsiteY64" fmla="*/ 158546 h 1566463"/>
                  <a:gd name="connsiteX65" fmla="*/ 1895755 w 4092698"/>
                  <a:gd name="connsiteY65" fmla="*/ 192516 h 1566463"/>
                  <a:gd name="connsiteX66" fmla="*/ 2810081 w 4092698"/>
                  <a:gd name="connsiteY66" fmla="*/ 338526 h 1566463"/>
                  <a:gd name="connsiteX67" fmla="*/ 2829151 w 4092698"/>
                  <a:gd name="connsiteY67" fmla="*/ 354022 h 1566463"/>
                  <a:gd name="connsiteX68" fmla="*/ 2864909 w 4092698"/>
                  <a:gd name="connsiteY68" fmla="*/ 348419 h 1566463"/>
                  <a:gd name="connsiteX69" fmla="*/ 2887556 w 4092698"/>
                  <a:gd name="connsiteY69" fmla="*/ 352591 h 1566463"/>
                  <a:gd name="connsiteX70" fmla="*/ 2930107 w 4092698"/>
                  <a:gd name="connsiteY70" fmla="*/ 348419 h 1566463"/>
                  <a:gd name="connsiteX71" fmla="*/ 2927962 w 4092698"/>
                  <a:gd name="connsiteY71" fmla="*/ 320767 h 1566463"/>
                  <a:gd name="connsiteX72" fmla="*/ 2940716 w 4092698"/>
                  <a:gd name="connsiteY72" fmla="*/ 325058 h 1566463"/>
                  <a:gd name="connsiteX73" fmla="*/ 2971825 w 4092698"/>
                  <a:gd name="connsiteY73" fmla="*/ 346989 h 1566463"/>
                  <a:gd name="connsiteX74" fmla="*/ 2988869 w 4092698"/>
                  <a:gd name="connsiteY74" fmla="*/ 326488 h 1566463"/>
                  <a:gd name="connsiteX75" fmla="*/ 2982552 w 4092698"/>
                  <a:gd name="connsiteY75" fmla="*/ 305868 h 1566463"/>
                  <a:gd name="connsiteX76" fmla="*/ 2930823 w 4092698"/>
                  <a:gd name="connsiteY76" fmla="*/ 295975 h 1566463"/>
                  <a:gd name="connsiteX77" fmla="*/ 2896734 w 4092698"/>
                  <a:gd name="connsiteY77" fmla="*/ 304437 h 1566463"/>
                  <a:gd name="connsiteX78" fmla="*/ 2850725 w 4092698"/>
                  <a:gd name="connsiteY78" fmla="*/ 282506 h 1566463"/>
                  <a:gd name="connsiteX79" fmla="*/ 2810081 w 4092698"/>
                  <a:gd name="connsiteY79" fmla="*/ 338526 h 1566463"/>
                  <a:gd name="connsiteX80" fmla="*/ 2958117 w 4092698"/>
                  <a:gd name="connsiteY80" fmla="*/ 429113 h 1566463"/>
                  <a:gd name="connsiteX81" fmla="*/ 2927008 w 4092698"/>
                  <a:gd name="connsiteY81" fmla="*/ 399434 h 1566463"/>
                  <a:gd name="connsiteX82" fmla="*/ 2887317 w 4092698"/>
                  <a:gd name="connsiteY82" fmla="*/ 417789 h 1566463"/>
                  <a:gd name="connsiteX83" fmla="*/ 2957879 w 4092698"/>
                  <a:gd name="connsiteY83" fmla="*/ 429113 h 1566463"/>
                  <a:gd name="connsiteX84" fmla="*/ 2901501 w 4092698"/>
                  <a:gd name="connsiteY84" fmla="*/ 382389 h 1566463"/>
                  <a:gd name="connsiteX85" fmla="*/ 2878855 w 4092698"/>
                  <a:gd name="connsiteY85" fmla="*/ 391567 h 1566463"/>
                  <a:gd name="connsiteX86" fmla="*/ 2901263 w 4092698"/>
                  <a:gd name="connsiteY86" fmla="*/ 382389 h 1566463"/>
                  <a:gd name="connsiteX87" fmla="*/ 3024627 w 4092698"/>
                  <a:gd name="connsiteY87" fmla="*/ 337811 h 1566463"/>
                  <a:gd name="connsiteX88" fmla="*/ 3082793 w 4092698"/>
                  <a:gd name="connsiteY88" fmla="*/ 357597 h 1566463"/>
                  <a:gd name="connsiteX89" fmla="*/ 3140124 w 4092698"/>
                  <a:gd name="connsiteY89" fmla="*/ 346274 h 1566463"/>
                  <a:gd name="connsiteX90" fmla="*/ 3101148 w 4092698"/>
                  <a:gd name="connsiteY90" fmla="*/ 334355 h 1566463"/>
                  <a:gd name="connsiteX91" fmla="*/ 3073615 w 4092698"/>
                  <a:gd name="connsiteY91" fmla="*/ 328633 h 1566463"/>
                  <a:gd name="connsiteX92" fmla="*/ 3040956 w 4092698"/>
                  <a:gd name="connsiteY92" fmla="*/ 321601 h 1566463"/>
                  <a:gd name="connsiteX93" fmla="*/ 3024627 w 4092698"/>
                  <a:gd name="connsiteY93" fmla="*/ 337811 h 1566463"/>
                  <a:gd name="connsiteX94" fmla="*/ 657108 w 4092698"/>
                  <a:gd name="connsiteY94" fmla="*/ 50081 h 1566463"/>
                  <a:gd name="connsiteX95" fmla="*/ 697514 w 4092698"/>
                  <a:gd name="connsiteY95" fmla="*/ 42333 h 1566463"/>
                  <a:gd name="connsiteX96" fmla="*/ 655082 w 4092698"/>
                  <a:gd name="connsiteY96" fmla="*/ 39473 h 1566463"/>
                  <a:gd name="connsiteX97" fmla="*/ 618251 w 4092698"/>
                  <a:gd name="connsiteY97" fmla="*/ 48651 h 1566463"/>
                  <a:gd name="connsiteX98" fmla="*/ 656810 w 4092698"/>
                  <a:gd name="connsiteY98" fmla="*/ 50354 h 1566463"/>
                  <a:gd name="connsiteX99" fmla="*/ 657108 w 4092698"/>
                  <a:gd name="connsiteY99" fmla="*/ 50081 h 1566463"/>
                  <a:gd name="connsiteX100" fmla="*/ 2952277 w 4092698"/>
                  <a:gd name="connsiteY100" fmla="*/ 1247368 h 1566463"/>
                  <a:gd name="connsiteX101" fmla="*/ 2949417 w 4092698"/>
                  <a:gd name="connsiteY101" fmla="*/ 1196354 h 1566463"/>
                  <a:gd name="connsiteX102" fmla="*/ 2933802 w 4092698"/>
                  <a:gd name="connsiteY102" fmla="*/ 1167986 h 1566463"/>
                  <a:gd name="connsiteX103" fmla="*/ 2921883 w 4092698"/>
                  <a:gd name="connsiteY103" fmla="*/ 1192778 h 1566463"/>
                  <a:gd name="connsiteX104" fmla="*/ 2916996 w 4092698"/>
                  <a:gd name="connsiteY104" fmla="*/ 1219000 h 1566463"/>
                  <a:gd name="connsiteX105" fmla="*/ 2924744 w 4092698"/>
                  <a:gd name="connsiteY105" fmla="*/ 1266677 h 1566463"/>
                  <a:gd name="connsiteX106" fmla="*/ 2922598 w 4092698"/>
                  <a:gd name="connsiteY106" fmla="*/ 1358813 h 1566463"/>
                  <a:gd name="connsiteX107" fmla="*/ 2918427 w 4092698"/>
                  <a:gd name="connsiteY107" fmla="*/ 1426157 h 1566463"/>
                  <a:gd name="connsiteX108" fmla="*/ 2933922 w 4092698"/>
                  <a:gd name="connsiteY108" fmla="*/ 1410543 h 1566463"/>
                  <a:gd name="connsiteX109" fmla="*/ 2954542 w 4092698"/>
                  <a:gd name="connsiteY109" fmla="*/ 1428302 h 1566463"/>
                  <a:gd name="connsiteX110" fmla="*/ 2950251 w 4092698"/>
                  <a:gd name="connsiteY110" fmla="*/ 1406967 h 1566463"/>
                  <a:gd name="connsiteX111" fmla="*/ 2933922 w 4092698"/>
                  <a:gd name="connsiteY111" fmla="*/ 1378718 h 1566463"/>
                  <a:gd name="connsiteX112" fmla="*/ 2941073 w 4092698"/>
                  <a:gd name="connsiteY112" fmla="*/ 1339742 h 1566463"/>
                  <a:gd name="connsiteX113" fmla="*/ 2969441 w 4092698"/>
                  <a:gd name="connsiteY113" fmla="*/ 1336882 h 1566463"/>
                  <a:gd name="connsiteX114" fmla="*/ 2977189 w 4092698"/>
                  <a:gd name="connsiteY114" fmla="*/ 1332591 h 1566463"/>
                  <a:gd name="connsiteX115" fmla="*/ 2952277 w 4092698"/>
                  <a:gd name="connsiteY115" fmla="*/ 1247368 h 1566463"/>
                  <a:gd name="connsiteX116" fmla="*/ 724213 w 4092698"/>
                  <a:gd name="connsiteY116" fmla="*/ 43525 h 1566463"/>
                  <a:gd name="connsiteX117" fmla="*/ 691674 w 4092698"/>
                  <a:gd name="connsiteY117" fmla="*/ 55445 h 1566463"/>
                  <a:gd name="connsiteX118" fmla="*/ 669027 w 4092698"/>
                  <a:gd name="connsiteY118" fmla="*/ 68198 h 1566463"/>
                  <a:gd name="connsiteX119" fmla="*/ 708599 w 4092698"/>
                  <a:gd name="connsiteY119" fmla="*/ 70224 h 1566463"/>
                  <a:gd name="connsiteX120" fmla="*/ 727789 w 4092698"/>
                  <a:gd name="connsiteY120" fmla="*/ 63192 h 1566463"/>
                  <a:gd name="connsiteX121" fmla="*/ 756157 w 4092698"/>
                  <a:gd name="connsiteY121" fmla="*/ 48293 h 1566463"/>
                  <a:gd name="connsiteX122" fmla="*/ 757587 w 4092698"/>
                  <a:gd name="connsiteY122" fmla="*/ 31249 h 1566463"/>
                  <a:gd name="connsiteX123" fmla="*/ 724213 w 4092698"/>
                  <a:gd name="connsiteY123" fmla="*/ 43525 h 1566463"/>
                  <a:gd name="connsiteX124" fmla="*/ 693819 w 4092698"/>
                  <a:gd name="connsiteY124" fmla="*/ 615649 h 1566463"/>
                  <a:gd name="connsiteX125" fmla="*/ 738397 w 4092698"/>
                  <a:gd name="connsiteY125" fmla="*/ 606471 h 1566463"/>
                  <a:gd name="connsiteX126" fmla="*/ 717181 w 4092698"/>
                  <a:gd name="connsiteY126" fmla="*/ 590857 h 1566463"/>
                  <a:gd name="connsiteX127" fmla="*/ 693342 w 4092698"/>
                  <a:gd name="connsiteY127" fmla="*/ 616245 h 1566463"/>
                  <a:gd name="connsiteX128" fmla="*/ 4087823 w 4092698"/>
                  <a:gd name="connsiteY128" fmla="*/ 737106 h 1566463"/>
                  <a:gd name="connsiteX129" fmla="*/ 4052066 w 4092698"/>
                  <a:gd name="connsiteY129" fmla="*/ 711956 h 1566463"/>
                  <a:gd name="connsiteX130" fmla="*/ 4019168 w 4092698"/>
                  <a:gd name="connsiteY130" fmla="*/ 704089 h 1566463"/>
                  <a:gd name="connsiteX131" fmla="*/ 4008203 w 4092698"/>
                  <a:gd name="connsiteY131" fmla="*/ 698487 h 1566463"/>
                  <a:gd name="connsiteX132" fmla="*/ 3976975 w 4092698"/>
                  <a:gd name="connsiteY132" fmla="*/ 698487 h 1566463"/>
                  <a:gd name="connsiteX133" fmla="*/ 3987940 w 4092698"/>
                  <a:gd name="connsiteY133" fmla="*/ 709453 h 1566463"/>
                  <a:gd name="connsiteX134" fmla="*/ 3984364 w 4092698"/>
                  <a:gd name="connsiteY134" fmla="*/ 724710 h 1566463"/>
                  <a:gd name="connsiteX135" fmla="*/ 3969227 w 4092698"/>
                  <a:gd name="connsiteY135" fmla="*/ 717916 h 1566463"/>
                  <a:gd name="connsiteX136" fmla="*/ 3968154 w 4092698"/>
                  <a:gd name="connsiteY136" fmla="*/ 694077 h 1566463"/>
                  <a:gd name="connsiteX137" fmla="*/ 3958857 w 4092698"/>
                  <a:gd name="connsiteY137" fmla="*/ 681324 h 1566463"/>
                  <a:gd name="connsiteX138" fmla="*/ 3912491 w 4092698"/>
                  <a:gd name="connsiteY138" fmla="*/ 654029 h 1566463"/>
                  <a:gd name="connsiteX139" fmla="*/ 3876733 w 4092698"/>
                  <a:gd name="connsiteY139" fmla="*/ 636269 h 1566463"/>
                  <a:gd name="connsiteX140" fmla="*/ 3838830 w 4092698"/>
                  <a:gd name="connsiteY140" fmla="*/ 618986 h 1566463"/>
                  <a:gd name="connsiteX141" fmla="*/ 3771844 w 4092698"/>
                  <a:gd name="connsiteY141" fmla="*/ 591333 h 1566463"/>
                  <a:gd name="connsiteX142" fmla="*/ 3749912 w 4092698"/>
                  <a:gd name="connsiteY142" fmla="*/ 582156 h 1566463"/>
                  <a:gd name="connsiteX143" fmla="*/ 3693535 w 4092698"/>
                  <a:gd name="connsiteY143" fmla="*/ 580010 h 1566463"/>
                  <a:gd name="connsiteX144" fmla="*/ 3671604 w 4092698"/>
                  <a:gd name="connsiteY144" fmla="*/ 583586 h 1566463"/>
                  <a:gd name="connsiteX145" fmla="*/ 3616298 w 4092698"/>
                  <a:gd name="connsiteY145" fmla="*/ 570832 h 1566463"/>
                  <a:gd name="connsiteX146" fmla="*/ 3608550 w 4092698"/>
                  <a:gd name="connsiteY146" fmla="*/ 585970 h 1566463"/>
                  <a:gd name="connsiteX147" fmla="*/ 3620470 w 4092698"/>
                  <a:gd name="connsiteY147" fmla="*/ 605160 h 1566463"/>
                  <a:gd name="connsiteX148" fmla="*/ 3614391 w 4092698"/>
                  <a:gd name="connsiteY148" fmla="*/ 628998 h 1566463"/>
                  <a:gd name="connsiteX149" fmla="*/ 3581494 w 4092698"/>
                  <a:gd name="connsiteY149" fmla="*/ 617079 h 1566463"/>
                  <a:gd name="connsiteX150" fmla="*/ 3557655 w 4092698"/>
                  <a:gd name="connsiteY150" fmla="*/ 601822 h 1566463"/>
                  <a:gd name="connsiteX151" fmla="*/ 3569574 w 4092698"/>
                  <a:gd name="connsiteY151" fmla="*/ 595505 h 1566463"/>
                  <a:gd name="connsiteX152" fmla="*/ 3584867 w 4092698"/>
                  <a:gd name="connsiteY152" fmla="*/ 594247 h 1566463"/>
                  <a:gd name="connsiteX153" fmla="*/ 3587335 w 4092698"/>
                  <a:gd name="connsiteY153" fmla="*/ 588711 h 1566463"/>
                  <a:gd name="connsiteX154" fmla="*/ 3557179 w 4092698"/>
                  <a:gd name="connsiteY154" fmla="*/ 576792 h 1566463"/>
                  <a:gd name="connsiteX155" fmla="*/ 3528811 w 4092698"/>
                  <a:gd name="connsiteY155" fmla="*/ 599200 h 1566463"/>
                  <a:gd name="connsiteX156" fmla="*/ 3469214 w 4092698"/>
                  <a:gd name="connsiteY156" fmla="*/ 592406 h 1566463"/>
                  <a:gd name="connsiteX157" fmla="*/ 3396865 w 4092698"/>
                  <a:gd name="connsiteY157" fmla="*/ 596697 h 1566463"/>
                  <a:gd name="connsiteX158" fmla="*/ 3391978 w 4092698"/>
                  <a:gd name="connsiteY158" fmla="*/ 618986 h 1566463"/>
                  <a:gd name="connsiteX159" fmla="*/ 3385542 w 4092698"/>
                  <a:gd name="connsiteY159" fmla="*/ 595982 h 1566463"/>
                  <a:gd name="connsiteX160" fmla="*/ 3367186 w 4092698"/>
                  <a:gd name="connsiteY160" fmla="*/ 589188 h 1566463"/>
                  <a:gd name="connsiteX161" fmla="*/ 3354432 w 4092698"/>
                  <a:gd name="connsiteY161" fmla="*/ 584301 h 1566463"/>
                  <a:gd name="connsiteX162" fmla="*/ 3358604 w 4092698"/>
                  <a:gd name="connsiteY162" fmla="*/ 569044 h 1566463"/>
                  <a:gd name="connsiteX163" fmla="*/ 3319628 w 4092698"/>
                  <a:gd name="connsiteY163" fmla="*/ 535075 h 1566463"/>
                  <a:gd name="connsiteX164" fmla="*/ 3228923 w 4092698"/>
                  <a:gd name="connsiteY164" fmla="*/ 535075 h 1566463"/>
                  <a:gd name="connsiteX165" fmla="*/ 3173022 w 4092698"/>
                  <a:gd name="connsiteY165" fmla="*/ 538293 h 1566463"/>
                  <a:gd name="connsiteX166" fmla="*/ 3166585 w 4092698"/>
                  <a:gd name="connsiteY166" fmla="*/ 526374 h 1566463"/>
                  <a:gd name="connsiteX167" fmla="*/ 3136549 w 4092698"/>
                  <a:gd name="connsiteY167" fmla="*/ 517553 h 1566463"/>
                  <a:gd name="connsiteX168" fmla="*/ 3127251 w 4092698"/>
                  <a:gd name="connsiteY168" fmla="*/ 513620 h 1566463"/>
                  <a:gd name="connsiteX169" fmla="*/ 3097215 w 4092698"/>
                  <a:gd name="connsiteY169" fmla="*/ 503727 h 1566463"/>
                  <a:gd name="connsiteX170" fmla="*/ 3094712 w 4092698"/>
                  <a:gd name="connsiteY170" fmla="*/ 495860 h 1566463"/>
                  <a:gd name="connsiteX171" fmla="*/ 3114141 w 4092698"/>
                  <a:gd name="connsiteY171" fmla="*/ 486683 h 1566463"/>
                  <a:gd name="connsiteX172" fmla="*/ 3036904 w 4092698"/>
                  <a:gd name="connsiteY172" fmla="*/ 473929 h 1566463"/>
                  <a:gd name="connsiteX173" fmla="*/ 3022720 w 4092698"/>
                  <a:gd name="connsiteY173" fmla="*/ 497767 h 1566463"/>
                  <a:gd name="connsiteX174" fmla="*/ 2997213 w 4092698"/>
                  <a:gd name="connsiteY174" fmla="*/ 495741 h 1566463"/>
                  <a:gd name="connsiteX175" fmla="*/ 3016045 w 4092698"/>
                  <a:gd name="connsiteY175" fmla="*/ 483822 h 1566463"/>
                  <a:gd name="connsiteX176" fmla="*/ 2989108 w 4092698"/>
                  <a:gd name="connsiteY176" fmla="*/ 475598 h 1566463"/>
                  <a:gd name="connsiteX177" fmla="*/ 3002577 w 4092698"/>
                  <a:gd name="connsiteY177" fmla="*/ 469280 h 1566463"/>
                  <a:gd name="connsiteX178" fmla="*/ 3026415 w 4092698"/>
                  <a:gd name="connsiteY178" fmla="*/ 469280 h 1566463"/>
                  <a:gd name="connsiteX179" fmla="*/ 3003410 w 4092698"/>
                  <a:gd name="connsiteY179" fmla="*/ 462129 h 1566463"/>
                  <a:gd name="connsiteX180" fmla="*/ 2936782 w 4092698"/>
                  <a:gd name="connsiteY180" fmla="*/ 453309 h 1566463"/>
                  <a:gd name="connsiteX181" fmla="*/ 2901024 w 4092698"/>
                  <a:gd name="connsiteY181" fmla="*/ 445800 h 1566463"/>
                  <a:gd name="connsiteX182" fmla="*/ 2895661 w 4092698"/>
                  <a:gd name="connsiteY182" fmla="*/ 456765 h 1566463"/>
                  <a:gd name="connsiteX183" fmla="*/ 2874445 w 4092698"/>
                  <a:gd name="connsiteY183" fmla="*/ 464274 h 1566463"/>
                  <a:gd name="connsiteX184" fmla="*/ 2852513 w 4092698"/>
                  <a:gd name="connsiteY184" fmla="*/ 479173 h 1566463"/>
                  <a:gd name="connsiteX185" fmla="*/ 2871584 w 4092698"/>
                  <a:gd name="connsiteY185" fmla="*/ 479173 h 1566463"/>
                  <a:gd name="connsiteX186" fmla="*/ 2865267 w 4092698"/>
                  <a:gd name="connsiteY186" fmla="*/ 491927 h 1566463"/>
                  <a:gd name="connsiteX187" fmla="*/ 2872657 w 4092698"/>
                  <a:gd name="connsiteY187" fmla="*/ 508256 h 1566463"/>
                  <a:gd name="connsiteX188" fmla="*/ 2853228 w 4092698"/>
                  <a:gd name="connsiteY188" fmla="*/ 508256 h 1566463"/>
                  <a:gd name="connsiteX189" fmla="*/ 2830463 w 4092698"/>
                  <a:gd name="connsiteY189" fmla="*/ 506826 h 1566463"/>
                  <a:gd name="connsiteX190" fmla="*/ 2823788 w 4092698"/>
                  <a:gd name="connsiteY190" fmla="*/ 512071 h 1566463"/>
                  <a:gd name="connsiteX191" fmla="*/ 2823788 w 4092698"/>
                  <a:gd name="connsiteY191" fmla="*/ 521725 h 1566463"/>
                  <a:gd name="connsiteX192" fmla="*/ 2804597 w 4092698"/>
                  <a:gd name="connsiteY192" fmla="*/ 509806 h 1566463"/>
                  <a:gd name="connsiteX193" fmla="*/ 2767767 w 4092698"/>
                  <a:gd name="connsiteY193" fmla="*/ 503489 h 1566463"/>
                  <a:gd name="connsiteX194" fmla="*/ 2740115 w 4092698"/>
                  <a:gd name="connsiteY194" fmla="*/ 512667 h 1566463"/>
                  <a:gd name="connsiteX195" fmla="*/ 2704357 w 4092698"/>
                  <a:gd name="connsiteY195" fmla="*/ 498840 h 1566463"/>
                  <a:gd name="connsiteX196" fmla="*/ 2690888 w 4092698"/>
                  <a:gd name="connsiteY196" fmla="*/ 497767 h 1566463"/>
                  <a:gd name="connsiteX197" fmla="*/ 2677777 w 4092698"/>
                  <a:gd name="connsiteY197" fmla="*/ 522559 h 1566463"/>
                  <a:gd name="connsiteX198" fmla="*/ 2662640 w 4092698"/>
                  <a:gd name="connsiteY198" fmla="*/ 541034 h 1566463"/>
                  <a:gd name="connsiteX199" fmla="*/ 2647741 w 4092698"/>
                  <a:gd name="connsiteY199" fmla="*/ 536386 h 1566463"/>
                  <a:gd name="connsiteX200" fmla="*/ 2611983 w 4092698"/>
                  <a:gd name="connsiteY200" fmla="*/ 504204 h 1566463"/>
                  <a:gd name="connsiteX201" fmla="*/ 2590051 w 4092698"/>
                  <a:gd name="connsiteY201" fmla="*/ 479769 h 1566463"/>
                  <a:gd name="connsiteX202" fmla="*/ 2599587 w 4092698"/>
                  <a:gd name="connsiteY202" fmla="*/ 479769 h 1566463"/>
                  <a:gd name="connsiteX203" fmla="*/ 2616989 w 4092698"/>
                  <a:gd name="connsiteY203" fmla="*/ 481557 h 1566463"/>
                  <a:gd name="connsiteX204" fmla="*/ 2618145 w 4092698"/>
                  <a:gd name="connsiteY204" fmla="*/ 468460 h 1566463"/>
                  <a:gd name="connsiteX205" fmla="*/ 2612340 w 4092698"/>
                  <a:gd name="connsiteY205" fmla="*/ 465228 h 1566463"/>
                  <a:gd name="connsiteX206" fmla="*/ 2611387 w 4092698"/>
                  <a:gd name="connsiteY206" fmla="*/ 455573 h 1566463"/>
                  <a:gd name="connsiteX207" fmla="*/ 2606380 w 4092698"/>
                  <a:gd name="connsiteY207" fmla="*/ 439006 h 1566463"/>
                  <a:gd name="connsiteX208" fmla="*/ 2601732 w 4092698"/>
                  <a:gd name="connsiteY208" fmla="*/ 430543 h 1566463"/>
                  <a:gd name="connsiteX209" fmla="*/ 2585403 w 4092698"/>
                  <a:gd name="connsiteY209" fmla="*/ 418624 h 1566463"/>
                  <a:gd name="connsiteX210" fmla="*/ 2553578 w 4092698"/>
                  <a:gd name="connsiteY210" fmla="*/ 418624 h 1566463"/>
                  <a:gd name="connsiteX211" fmla="*/ 2544758 w 4092698"/>
                  <a:gd name="connsiteY211" fmla="*/ 417909 h 1566463"/>
                  <a:gd name="connsiteX212" fmla="*/ 2517463 w 4092698"/>
                  <a:gd name="connsiteY212" fmla="*/ 410519 h 1566463"/>
                  <a:gd name="connsiteX213" fmla="*/ 2496127 w 4092698"/>
                  <a:gd name="connsiteY213" fmla="*/ 394547 h 1566463"/>
                  <a:gd name="connsiteX214" fmla="*/ 2484208 w 4092698"/>
                  <a:gd name="connsiteY214" fmla="*/ 406466 h 1566463"/>
                  <a:gd name="connsiteX215" fmla="*/ 2472289 w 4092698"/>
                  <a:gd name="connsiteY215" fmla="*/ 410681 h 1566463"/>
                  <a:gd name="connsiteX216" fmla="*/ 2472289 w 4092698"/>
                  <a:gd name="connsiteY216" fmla="*/ 418385 h 1566463"/>
                  <a:gd name="connsiteX217" fmla="*/ 2472289 w 4092698"/>
                  <a:gd name="connsiteY217" fmla="*/ 436503 h 1566463"/>
                  <a:gd name="connsiteX218" fmla="*/ 2458105 w 4092698"/>
                  <a:gd name="connsiteY218" fmla="*/ 437575 h 1566463"/>
                  <a:gd name="connsiteX219" fmla="*/ 2429141 w 4092698"/>
                  <a:gd name="connsiteY219" fmla="*/ 440436 h 1566463"/>
                  <a:gd name="connsiteX220" fmla="*/ 2396841 w 4092698"/>
                  <a:gd name="connsiteY220" fmla="*/ 434357 h 1566463"/>
                  <a:gd name="connsiteX221" fmla="*/ 2386590 w 4092698"/>
                  <a:gd name="connsiteY221" fmla="*/ 432569 h 1566463"/>
                  <a:gd name="connsiteX222" fmla="*/ 2352978 w 4092698"/>
                  <a:gd name="connsiteY222" fmla="*/ 428040 h 1566463"/>
                  <a:gd name="connsiteX223" fmla="*/ 2362870 w 4092698"/>
                  <a:gd name="connsiteY223" fmla="*/ 416121 h 1566463"/>
                  <a:gd name="connsiteX224" fmla="*/ 2341297 w 4092698"/>
                  <a:gd name="connsiteY224" fmla="*/ 411830 h 1566463"/>
                  <a:gd name="connsiteX225" fmla="*/ 2296957 w 4092698"/>
                  <a:gd name="connsiteY225" fmla="*/ 405036 h 1566463"/>
                  <a:gd name="connsiteX226" fmla="*/ 2237361 w 4092698"/>
                  <a:gd name="connsiteY226" fmla="*/ 412902 h 1566463"/>
                  <a:gd name="connsiteX227" fmla="*/ 2234143 w 4092698"/>
                  <a:gd name="connsiteY227" fmla="*/ 425656 h 1566463"/>
                  <a:gd name="connsiteX228" fmla="*/ 2230209 w 4092698"/>
                  <a:gd name="connsiteY228" fmla="*/ 401818 h 1566463"/>
                  <a:gd name="connsiteX229" fmla="*/ 2218290 w 4092698"/>
                  <a:gd name="connsiteY229" fmla="*/ 398957 h 1566463"/>
                  <a:gd name="connsiteX230" fmla="*/ 2193498 w 4092698"/>
                  <a:gd name="connsiteY230" fmla="*/ 402414 h 1566463"/>
                  <a:gd name="connsiteX231" fmla="*/ 2164653 w 4092698"/>
                  <a:gd name="connsiteY231" fmla="*/ 389183 h 1566463"/>
                  <a:gd name="connsiteX232" fmla="*/ 2137716 w 4092698"/>
                  <a:gd name="connsiteY232" fmla="*/ 404678 h 1566463"/>
                  <a:gd name="connsiteX233" fmla="*/ 2152258 w 4092698"/>
                  <a:gd name="connsiteY233" fmla="*/ 408612 h 1566463"/>
                  <a:gd name="connsiteX234" fmla="*/ 2122936 w 4092698"/>
                  <a:gd name="connsiteY234" fmla="*/ 417074 h 1566463"/>
                  <a:gd name="connsiteX235" fmla="*/ 2086345 w 4092698"/>
                  <a:gd name="connsiteY235" fmla="*/ 429828 h 1566463"/>
                  <a:gd name="connsiteX236" fmla="*/ 2047010 w 4092698"/>
                  <a:gd name="connsiteY236" fmla="*/ 441747 h 1566463"/>
                  <a:gd name="connsiteX237" fmla="*/ 2053089 w 4092698"/>
                  <a:gd name="connsiteY237" fmla="*/ 425060 h 1566463"/>
                  <a:gd name="connsiteX238" fmla="*/ 2075378 w 4092698"/>
                  <a:gd name="connsiteY238" fmla="*/ 413141 h 1566463"/>
                  <a:gd name="connsiteX239" fmla="*/ 2101601 w 4092698"/>
                  <a:gd name="connsiteY239" fmla="*/ 404917 h 1566463"/>
                  <a:gd name="connsiteX240" fmla="*/ 2120791 w 4092698"/>
                  <a:gd name="connsiteY240" fmla="*/ 392163 h 1566463"/>
                  <a:gd name="connsiteX241" fmla="*/ 2145583 w 4092698"/>
                  <a:gd name="connsiteY241" fmla="*/ 377026 h 1566463"/>
                  <a:gd name="connsiteX242" fmla="*/ 2186704 w 4092698"/>
                  <a:gd name="connsiteY242" fmla="*/ 360339 h 1566463"/>
                  <a:gd name="connsiteX243" fmla="*/ 2198028 w 4092698"/>
                  <a:gd name="connsiteY243" fmla="*/ 347585 h 1566463"/>
                  <a:gd name="connsiteX244" fmla="*/ 2226991 w 4092698"/>
                  <a:gd name="connsiteY244" fmla="*/ 335666 h 1566463"/>
                  <a:gd name="connsiteX245" fmla="*/ 2238076 w 4092698"/>
                  <a:gd name="connsiteY245" fmla="*/ 321124 h 1566463"/>
                  <a:gd name="connsiteX246" fmla="*/ 2227349 w 4092698"/>
                  <a:gd name="connsiteY246" fmla="*/ 312900 h 1566463"/>
                  <a:gd name="connsiteX247" fmla="*/ 2239268 w 4092698"/>
                  <a:gd name="connsiteY247" fmla="*/ 308728 h 1566463"/>
                  <a:gd name="connsiteX248" fmla="*/ 2233308 w 4092698"/>
                  <a:gd name="connsiteY248" fmla="*/ 297763 h 1566463"/>
                  <a:gd name="connsiteX249" fmla="*/ 2231163 w 4092698"/>
                  <a:gd name="connsiteY249" fmla="*/ 285843 h 1566463"/>
                  <a:gd name="connsiteX250" fmla="*/ 2215549 w 4092698"/>
                  <a:gd name="connsiteY250" fmla="*/ 282983 h 1566463"/>
                  <a:gd name="connsiteX251" fmla="*/ 2210662 w 4092698"/>
                  <a:gd name="connsiteY251" fmla="*/ 263435 h 1566463"/>
                  <a:gd name="connsiteX252" fmla="*/ 2189684 w 4092698"/>
                  <a:gd name="connsiteY252" fmla="*/ 264150 h 1566463"/>
                  <a:gd name="connsiteX253" fmla="*/ 2154999 w 4092698"/>
                  <a:gd name="connsiteY253" fmla="*/ 256045 h 1566463"/>
                  <a:gd name="connsiteX254" fmla="*/ 2140100 w 4092698"/>
                  <a:gd name="connsiteY254" fmla="*/ 254615 h 1566463"/>
                  <a:gd name="connsiteX255" fmla="*/ 2110660 w 4092698"/>
                  <a:gd name="connsiteY255" fmla="*/ 255330 h 1566463"/>
                  <a:gd name="connsiteX256" fmla="*/ 2095165 w 4092698"/>
                  <a:gd name="connsiteY256" fmla="*/ 264150 h 1566463"/>
                  <a:gd name="connsiteX257" fmla="*/ 2065009 w 4092698"/>
                  <a:gd name="connsiteY257" fmla="*/ 267011 h 1566463"/>
                  <a:gd name="connsiteX258" fmla="*/ 2083007 w 4092698"/>
                  <a:gd name="connsiteY258" fmla="*/ 246152 h 1566463"/>
                  <a:gd name="connsiteX259" fmla="*/ 2043673 w 4092698"/>
                  <a:gd name="connsiteY259" fmla="*/ 243292 h 1566463"/>
                  <a:gd name="connsiteX260" fmla="*/ 2015306 w 4092698"/>
                  <a:gd name="connsiteY260" fmla="*/ 239001 h 1566463"/>
                  <a:gd name="connsiteX261" fmla="*/ 2022338 w 4092698"/>
                  <a:gd name="connsiteY261" fmla="*/ 236259 h 1566463"/>
                  <a:gd name="connsiteX262" fmla="*/ 2044746 w 4092698"/>
                  <a:gd name="connsiteY262" fmla="*/ 227678 h 1566463"/>
                  <a:gd name="connsiteX263" fmla="*/ 2047488 w 4092698"/>
                  <a:gd name="connsiteY263" fmla="*/ 218500 h 1566463"/>
                  <a:gd name="connsiteX264" fmla="*/ 2027344 w 4092698"/>
                  <a:gd name="connsiteY264" fmla="*/ 213494 h 1566463"/>
                  <a:gd name="connsiteX265" fmla="*/ 2002194 w 4092698"/>
                  <a:gd name="connsiteY265" fmla="*/ 207176 h 1566463"/>
                  <a:gd name="connsiteX266" fmla="*/ 1970608 w 4092698"/>
                  <a:gd name="connsiteY266" fmla="*/ 213851 h 1566463"/>
                  <a:gd name="connsiteX267" fmla="*/ 1944029 w 4092698"/>
                  <a:gd name="connsiteY267" fmla="*/ 233756 h 1566463"/>
                  <a:gd name="connsiteX268" fmla="*/ 1927818 w 4092698"/>
                  <a:gd name="connsiteY268" fmla="*/ 254615 h 1566463"/>
                  <a:gd name="connsiteX269" fmla="*/ 1932347 w 4092698"/>
                  <a:gd name="connsiteY269" fmla="*/ 264866 h 1566463"/>
                  <a:gd name="connsiteX270" fmla="*/ 1918879 w 4092698"/>
                  <a:gd name="connsiteY270" fmla="*/ 269157 h 1566463"/>
                  <a:gd name="connsiteX271" fmla="*/ 1882406 w 4092698"/>
                  <a:gd name="connsiteY271" fmla="*/ 274163 h 1566463"/>
                  <a:gd name="connsiteX272" fmla="*/ 1898020 w 4092698"/>
                  <a:gd name="connsiteY272" fmla="*/ 286082 h 1566463"/>
                  <a:gd name="connsiteX273" fmla="*/ 1879903 w 4092698"/>
                  <a:gd name="connsiteY273" fmla="*/ 282506 h 1566463"/>
                  <a:gd name="connsiteX274" fmla="*/ 1859045 w 4092698"/>
                  <a:gd name="connsiteY274" fmla="*/ 287155 h 1566463"/>
                  <a:gd name="connsiteX275" fmla="*/ 1843430 w 4092698"/>
                  <a:gd name="connsiteY275" fmla="*/ 290254 h 1566463"/>
                  <a:gd name="connsiteX276" fmla="*/ 1827935 w 4092698"/>
                  <a:gd name="connsiteY276" fmla="*/ 291326 h 1566463"/>
                  <a:gd name="connsiteX277" fmla="*/ 1834609 w 4092698"/>
                  <a:gd name="connsiteY277" fmla="*/ 277858 h 1566463"/>
                  <a:gd name="connsiteX278" fmla="*/ 1811963 w 4092698"/>
                  <a:gd name="connsiteY278" fmla="*/ 283936 h 1566463"/>
                  <a:gd name="connsiteX279" fmla="*/ 1795991 w 4092698"/>
                  <a:gd name="connsiteY279" fmla="*/ 281433 h 1566463"/>
                  <a:gd name="connsiteX280" fmla="*/ 1780377 w 4092698"/>
                  <a:gd name="connsiteY280" fmla="*/ 289181 h 1566463"/>
                  <a:gd name="connsiteX281" fmla="*/ 1757373 w 4092698"/>
                  <a:gd name="connsiteY281" fmla="*/ 291326 h 1566463"/>
                  <a:gd name="connsiteX282" fmla="*/ 1771915 w 4092698"/>
                  <a:gd name="connsiteY282" fmla="*/ 301219 h 1566463"/>
                  <a:gd name="connsiteX283" fmla="*/ 1732224 w 4092698"/>
                  <a:gd name="connsiteY283" fmla="*/ 307298 h 1566463"/>
                  <a:gd name="connsiteX284" fmla="*/ 1702068 w 4092698"/>
                  <a:gd name="connsiteY284" fmla="*/ 311589 h 1566463"/>
                  <a:gd name="connsiteX285" fmla="*/ 1679779 w 4092698"/>
                  <a:gd name="connsiteY285" fmla="*/ 322197 h 1566463"/>
                  <a:gd name="connsiteX286" fmla="*/ 1657133 w 4092698"/>
                  <a:gd name="connsiteY286" fmla="*/ 331375 h 1566463"/>
                  <a:gd name="connsiteX287" fmla="*/ 1640791 w 4092698"/>
                  <a:gd name="connsiteY287" fmla="*/ 335500 h 1566463"/>
                  <a:gd name="connsiteX288" fmla="*/ 1638657 w 4092698"/>
                  <a:gd name="connsiteY288" fmla="*/ 333878 h 1566463"/>
                  <a:gd name="connsiteX289" fmla="*/ 1629122 w 4092698"/>
                  <a:gd name="connsiteY289" fmla="*/ 337096 h 1566463"/>
                  <a:gd name="connsiteX290" fmla="*/ 1625546 w 4092698"/>
                  <a:gd name="connsiteY290" fmla="*/ 342698 h 1566463"/>
                  <a:gd name="connsiteX291" fmla="*/ 1616726 w 4092698"/>
                  <a:gd name="connsiteY291" fmla="*/ 348777 h 1566463"/>
                  <a:gd name="connsiteX292" fmla="*/ 1623043 w 4092698"/>
                  <a:gd name="connsiteY292" fmla="*/ 357240 h 1566463"/>
                  <a:gd name="connsiteX293" fmla="*/ 1602542 w 4092698"/>
                  <a:gd name="connsiteY293" fmla="*/ 356167 h 1566463"/>
                  <a:gd name="connsiteX294" fmla="*/ 1615653 w 4092698"/>
                  <a:gd name="connsiteY294" fmla="*/ 363676 h 1566463"/>
                  <a:gd name="connsiteX295" fmla="*/ 1626190 w 4092698"/>
                  <a:gd name="connsiteY295" fmla="*/ 371254 h 1566463"/>
                  <a:gd name="connsiteX296" fmla="*/ 1626261 w 4092698"/>
                  <a:gd name="connsiteY296" fmla="*/ 371781 h 1566463"/>
                  <a:gd name="connsiteX297" fmla="*/ 1608263 w 4092698"/>
                  <a:gd name="connsiteY297" fmla="*/ 372854 h 1566463"/>
                  <a:gd name="connsiteX298" fmla="*/ 1617441 w 4092698"/>
                  <a:gd name="connsiteY298" fmla="*/ 379171 h 1566463"/>
                  <a:gd name="connsiteX299" fmla="*/ 1625189 w 4092698"/>
                  <a:gd name="connsiteY299" fmla="*/ 387753 h 1566463"/>
                  <a:gd name="connsiteX300" fmla="*/ 1626381 w 4092698"/>
                  <a:gd name="connsiteY300" fmla="*/ 388945 h 1566463"/>
                  <a:gd name="connsiteX301" fmla="*/ 1623758 w 4092698"/>
                  <a:gd name="connsiteY301" fmla="*/ 399076 h 1566463"/>
                  <a:gd name="connsiteX302" fmla="*/ 1617083 w 4092698"/>
                  <a:gd name="connsiteY302" fmla="*/ 401222 h 1566463"/>
                  <a:gd name="connsiteX303" fmla="*/ 1594437 w 4092698"/>
                  <a:gd name="connsiteY303" fmla="*/ 400149 h 1566463"/>
                  <a:gd name="connsiteX304" fmla="*/ 1582518 w 4092698"/>
                  <a:gd name="connsiteY304" fmla="*/ 403963 h 1566463"/>
                  <a:gd name="connsiteX305" fmla="*/ 1546760 w 4092698"/>
                  <a:gd name="connsiteY305" fmla="*/ 405751 h 1566463"/>
                  <a:gd name="connsiteX306" fmla="*/ 1484780 w 4092698"/>
                  <a:gd name="connsiteY306" fmla="*/ 411115 h 1566463"/>
                  <a:gd name="connsiteX307" fmla="*/ 1476675 w 4092698"/>
                  <a:gd name="connsiteY307" fmla="*/ 434953 h 1566463"/>
                  <a:gd name="connsiteX308" fmla="*/ 1476675 w 4092698"/>
                  <a:gd name="connsiteY308" fmla="*/ 451998 h 1566463"/>
                  <a:gd name="connsiteX309" fmla="*/ 1509214 w 4092698"/>
                  <a:gd name="connsiteY309" fmla="*/ 469280 h 1566463"/>
                  <a:gd name="connsiteX310" fmla="*/ 1523041 w 4092698"/>
                  <a:gd name="connsiteY310" fmla="*/ 493119 h 1566463"/>
                  <a:gd name="connsiteX311" fmla="*/ 1482277 w 4092698"/>
                  <a:gd name="connsiteY311" fmla="*/ 480008 h 1566463"/>
                  <a:gd name="connsiteX312" fmla="*/ 1427449 w 4092698"/>
                  <a:gd name="connsiteY312" fmla="*/ 465824 h 1566463"/>
                  <a:gd name="connsiteX313" fmla="*/ 1410046 w 4092698"/>
                  <a:gd name="connsiteY313" fmla="*/ 456884 h 1566463"/>
                  <a:gd name="connsiteX314" fmla="*/ 1394790 w 4092698"/>
                  <a:gd name="connsiteY314" fmla="*/ 468804 h 1566463"/>
                  <a:gd name="connsiteX315" fmla="*/ 1404683 w 4092698"/>
                  <a:gd name="connsiteY315" fmla="*/ 472380 h 1566463"/>
                  <a:gd name="connsiteX316" fmla="*/ 1417794 w 4092698"/>
                  <a:gd name="connsiteY316" fmla="*/ 480246 h 1566463"/>
                  <a:gd name="connsiteX317" fmla="*/ 1398008 w 4092698"/>
                  <a:gd name="connsiteY317" fmla="*/ 483703 h 1566463"/>
                  <a:gd name="connsiteX318" fmla="*/ 1372238 w 4092698"/>
                  <a:gd name="connsiteY318" fmla="*/ 488926 h 1566463"/>
                  <a:gd name="connsiteX319" fmla="*/ 1372143 w 4092698"/>
                  <a:gd name="connsiteY319" fmla="*/ 489066 h 1566463"/>
                  <a:gd name="connsiteX320" fmla="*/ 1403968 w 4092698"/>
                  <a:gd name="connsiteY320" fmla="*/ 513858 h 1566463"/>
                  <a:gd name="connsiteX321" fmla="*/ 1425660 w 4092698"/>
                  <a:gd name="connsiteY321" fmla="*/ 525778 h 1566463"/>
                  <a:gd name="connsiteX322" fmla="*/ 1422085 w 4092698"/>
                  <a:gd name="connsiteY322" fmla="*/ 532810 h 1566463"/>
                  <a:gd name="connsiteX323" fmla="*/ 1394432 w 4092698"/>
                  <a:gd name="connsiteY323" fmla="*/ 518745 h 1566463"/>
                  <a:gd name="connsiteX324" fmla="*/ 1353668 w 4092698"/>
                  <a:gd name="connsiteY324" fmla="*/ 515170 h 1566463"/>
                  <a:gd name="connsiteX325" fmla="*/ 1352238 w 4092698"/>
                  <a:gd name="connsiteY325" fmla="*/ 499555 h 1566463"/>
                  <a:gd name="connsiteX326" fmla="*/ 1357959 w 4092698"/>
                  <a:gd name="connsiteY326" fmla="*/ 475717 h 1566463"/>
                  <a:gd name="connsiteX327" fmla="*/ 1347709 w 4092698"/>
                  <a:gd name="connsiteY327" fmla="*/ 445919 h 1566463"/>
                  <a:gd name="connsiteX328" fmla="*/ 1341273 w 4092698"/>
                  <a:gd name="connsiteY328" fmla="*/ 455454 h 1566463"/>
                  <a:gd name="connsiteX329" fmla="*/ 1335313 w 4092698"/>
                  <a:gd name="connsiteY329" fmla="*/ 480723 h 1566463"/>
                  <a:gd name="connsiteX330" fmla="*/ 1306587 w 4092698"/>
                  <a:gd name="connsiteY330" fmla="*/ 495503 h 1566463"/>
                  <a:gd name="connsiteX331" fmla="*/ 1297052 w 4092698"/>
                  <a:gd name="connsiteY331" fmla="*/ 510402 h 1566463"/>
                  <a:gd name="connsiteX332" fmla="*/ 1325062 w 4092698"/>
                  <a:gd name="connsiteY332" fmla="*/ 544133 h 1566463"/>
                  <a:gd name="connsiteX333" fmla="*/ 1310878 w 4092698"/>
                  <a:gd name="connsiteY333" fmla="*/ 584420 h 1566463"/>
                  <a:gd name="connsiteX334" fmla="*/ 1311832 w 4092698"/>
                  <a:gd name="connsiteY334" fmla="*/ 608259 h 1566463"/>
                  <a:gd name="connsiteX335" fmla="*/ 1330306 w 4092698"/>
                  <a:gd name="connsiteY335" fmla="*/ 611358 h 1566463"/>
                  <a:gd name="connsiteX336" fmla="*/ 1358317 w 4092698"/>
                  <a:gd name="connsiteY336" fmla="*/ 605398 h 1566463"/>
                  <a:gd name="connsiteX337" fmla="*/ 1404325 w 4092698"/>
                  <a:gd name="connsiteY337" fmla="*/ 621012 h 1566463"/>
                  <a:gd name="connsiteX338" fmla="*/ 1413265 w 4092698"/>
                  <a:gd name="connsiteY338" fmla="*/ 639368 h 1566463"/>
                  <a:gd name="connsiteX339" fmla="*/ 1402180 w 4092698"/>
                  <a:gd name="connsiteY339" fmla="*/ 657128 h 1566463"/>
                  <a:gd name="connsiteX340" fmla="*/ 1429833 w 4092698"/>
                  <a:gd name="connsiteY340" fmla="*/ 675483 h 1566463"/>
                  <a:gd name="connsiteX341" fmla="*/ 1402895 w 4092698"/>
                  <a:gd name="connsiteY341" fmla="*/ 673457 h 1566463"/>
                  <a:gd name="connsiteX342" fmla="*/ 1391929 w 4092698"/>
                  <a:gd name="connsiteY342" fmla="*/ 658200 h 1566463"/>
                  <a:gd name="connsiteX343" fmla="*/ 1398008 w 4092698"/>
                  <a:gd name="connsiteY343" fmla="*/ 640798 h 1566463"/>
                  <a:gd name="connsiteX344" fmla="*/ 1386089 w 4092698"/>
                  <a:gd name="connsiteY344" fmla="*/ 625542 h 1566463"/>
                  <a:gd name="connsiteX345" fmla="*/ 1370832 w 4092698"/>
                  <a:gd name="connsiteY345" fmla="*/ 615649 h 1566463"/>
                  <a:gd name="connsiteX346" fmla="*/ 1334001 w 4092698"/>
                  <a:gd name="connsiteY346" fmla="*/ 625542 h 1566463"/>
                  <a:gd name="connsiteX347" fmla="*/ 1339008 w 4092698"/>
                  <a:gd name="connsiteY347" fmla="*/ 658916 h 1566463"/>
                  <a:gd name="connsiteX348" fmla="*/ 1319102 w 4092698"/>
                  <a:gd name="connsiteY348" fmla="*/ 687164 h 1566463"/>
                  <a:gd name="connsiteX349" fmla="*/ 1300986 w 4092698"/>
                  <a:gd name="connsiteY349" fmla="*/ 703136 h 1566463"/>
                  <a:gd name="connsiteX350" fmla="*/ 1279054 w 4092698"/>
                  <a:gd name="connsiteY350" fmla="*/ 722326 h 1566463"/>
                  <a:gd name="connsiteX351" fmla="*/ 1257480 w 4092698"/>
                  <a:gd name="connsiteY351" fmla="*/ 722326 h 1566463"/>
                  <a:gd name="connsiteX352" fmla="*/ 1229828 w 4092698"/>
                  <a:gd name="connsiteY352" fmla="*/ 724471 h 1566463"/>
                  <a:gd name="connsiteX353" fmla="*/ 1210637 w 4092698"/>
                  <a:gd name="connsiteY353" fmla="*/ 718393 h 1566463"/>
                  <a:gd name="connsiteX354" fmla="*/ 1199255 w 4092698"/>
                  <a:gd name="connsiteY354" fmla="*/ 715282 h 1566463"/>
                  <a:gd name="connsiteX355" fmla="*/ 1198718 w 4092698"/>
                  <a:gd name="connsiteY355" fmla="*/ 708142 h 1566463"/>
                  <a:gd name="connsiteX356" fmla="*/ 1211472 w 4092698"/>
                  <a:gd name="connsiteY356" fmla="*/ 711360 h 1566463"/>
                  <a:gd name="connsiteX357" fmla="*/ 1225298 w 4092698"/>
                  <a:gd name="connsiteY357" fmla="*/ 709930 h 1566463"/>
                  <a:gd name="connsiteX358" fmla="*/ 1239125 w 4092698"/>
                  <a:gd name="connsiteY358" fmla="*/ 715532 h 1566463"/>
                  <a:gd name="connsiteX359" fmla="*/ 1251044 w 4092698"/>
                  <a:gd name="connsiteY359" fmla="*/ 711003 h 1566463"/>
                  <a:gd name="connsiteX360" fmla="*/ 1256765 w 4092698"/>
                  <a:gd name="connsiteY360" fmla="*/ 705281 h 1566463"/>
                  <a:gd name="connsiteX361" fmla="*/ 1267373 w 4092698"/>
                  <a:gd name="connsiteY361" fmla="*/ 696461 h 1566463"/>
                  <a:gd name="connsiteX362" fmla="*/ 1274763 w 4092698"/>
                  <a:gd name="connsiteY362" fmla="*/ 683708 h 1566463"/>
                  <a:gd name="connsiteX363" fmla="*/ 1281200 w 4092698"/>
                  <a:gd name="connsiteY363" fmla="*/ 675841 h 1566463"/>
                  <a:gd name="connsiteX364" fmla="*/ 1293118 w 4092698"/>
                  <a:gd name="connsiteY364" fmla="*/ 668093 h 1566463"/>
                  <a:gd name="connsiteX365" fmla="*/ 1297410 w 4092698"/>
                  <a:gd name="connsiteY365" fmla="*/ 656174 h 1566463"/>
                  <a:gd name="connsiteX366" fmla="*/ 1303727 w 4092698"/>
                  <a:gd name="connsiteY366" fmla="*/ 640202 h 1566463"/>
                  <a:gd name="connsiteX367" fmla="*/ 1304442 w 4092698"/>
                  <a:gd name="connsiteY367" fmla="*/ 631382 h 1566463"/>
                  <a:gd name="connsiteX368" fmla="*/ 1285729 w 4092698"/>
                  <a:gd name="connsiteY368" fmla="*/ 610762 h 1566463"/>
                  <a:gd name="connsiteX369" fmla="*/ 1284894 w 4092698"/>
                  <a:gd name="connsiteY369" fmla="*/ 586923 h 1566463"/>
                  <a:gd name="connsiteX370" fmla="*/ 1284894 w 4092698"/>
                  <a:gd name="connsiteY370" fmla="*/ 564277 h 1566463"/>
                  <a:gd name="connsiteX371" fmla="*/ 1290854 w 4092698"/>
                  <a:gd name="connsiteY371" fmla="*/ 539127 h 1566463"/>
                  <a:gd name="connsiteX372" fmla="*/ 1271426 w 4092698"/>
                  <a:gd name="connsiteY372" fmla="*/ 511832 h 1566463"/>
                  <a:gd name="connsiteX373" fmla="*/ 1279173 w 4092698"/>
                  <a:gd name="connsiteY373" fmla="*/ 493715 h 1566463"/>
                  <a:gd name="connsiteX374" fmla="*/ 1289423 w 4092698"/>
                  <a:gd name="connsiteY374" fmla="*/ 453070 h 1566463"/>
                  <a:gd name="connsiteX375" fmla="*/ 1259745 w 4092698"/>
                  <a:gd name="connsiteY375" fmla="*/ 443058 h 1566463"/>
                  <a:gd name="connsiteX376" fmla="*/ 1213975 w 4092698"/>
                  <a:gd name="connsiteY376" fmla="*/ 441032 h 1566463"/>
                  <a:gd name="connsiteX377" fmla="*/ 1200506 w 4092698"/>
                  <a:gd name="connsiteY377" fmla="*/ 454501 h 1566463"/>
                  <a:gd name="connsiteX378" fmla="*/ 1184534 w 4092698"/>
                  <a:gd name="connsiteY378" fmla="*/ 488470 h 1566463"/>
                  <a:gd name="connsiteX379" fmla="*/ 1152710 w 4092698"/>
                  <a:gd name="connsiteY379" fmla="*/ 512905 h 1566463"/>
                  <a:gd name="connsiteX380" fmla="*/ 1142817 w 4092698"/>
                  <a:gd name="connsiteY380" fmla="*/ 533764 h 1566463"/>
                  <a:gd name="connsiteX381" fmla="*/ 1156286 w 4092698"/>
                  <a:gd name="connsiteY381" fmla="*/ 536982 h 1566463"/>
                  <a:gd name="connsiteX382" fmla="*/ 1153425 w 4092698"/>
                  <a:gd name="connsiteY382" fmla="*/ 556172 h 1566463"/>
                  <a:gd name="connsiteX383" fmla="*/ 1151995 w 4092698"/>
                  <a:gd name="connsiteY383" fmla="*/ 568091 h 1566463"/>
                  <a:gd name="connsiteX384" fmla="*/ 1143890 w 4092698"/>
                  <a:gd name="connsiteY384" fmla="*/ 584420 h 1566463"/>
                  <a:gd name="connsiteX385" fmla="*/ 1172138 w 4092698"/>
                  <a:gd name="connsiteY385" fmla="*/ 595028 h 1566463"/>
                  <a:gd name="connsiteX386" fmla="*/ 1182508 w 4092698"/>
                  <a:gd name="connsiteY386" fmla="*/ 614457 h 1566463"/>
                  <a:gd name="connsiteX387" fmla="*/ 1196930 w 4092698"/>
                  <a:gd name="connsiteY387" fmla="*/ 621966 h 1566463"/>
                  <a:gd name="connsiteX388" fmla="*/ 1182151 w 4092698"/>
                  <a:gd name="connsiteY388" fmla="*/ 645804 h 1566463"/>
                  <a:gd name="connsiteX389" fmla="*/ 1153068 w 4092698"/>
                  <a:gd name="connsiteY389" fmla="*/ 622800 h 1566463"/>
                  <a:gd name="connsiteX390" fmla="*/ 1114449 w 4092698"/>
                  <a:gd name="connsiteY390" fmla="*/ 606113 h 1566463"/>
                  <a:gd name="connsiteX391" fmla="*/ 1082506 w 4092698"/>
                  <a:gd name="connsiteY391" fmla="*/ 593002 h 1566463"/>
                  <a:gd name="connsiteX392" fmla="*/ 1038285 w 4092698"/>
                  <a:gd name="connsiteY392" fmla="*/ 581083 h 1566463"/>
                  <a:gd name="connsiteX393" fmla="*/ 994661 w 4092698"/>
                  <a:gd name="connsiteY393" fmla="*/ 577150 h 1566463"/>
                  <a:gd name="connsiteX394" fmla="*/ 977020 w 4092698"/>
                  <a:gd name="connsiteY394" fmla="*/ 564038 h 1566463"/>
                  <a:gd name="connsiteX395" fmla="*/ 947937 w 4092698"/>
                  <a:gd name="connsiteY395" fmla="*/ 554503 h 1566463"/>
                  <a:gd name="connsiteX396" fmla="*/ 954612 w 4092698"/>
                  <a:gd name="connsiteY396" fmla="*/ 574289 h 1566463"/>
                  <a:gd name="connsiteX397" fmla="*/ 972372 w 4092698"/>
                  <a:gd name="connsiteY397" fmla="*/ 581440 h 1566463"/>
                  <a:gd name="connsiteX398" fmla="*/ 987629 w 4092698"/>
                  <a:gd name="connsiteY398" fmla="*/ 592406 h 1566463"/>
                  <a:gd name="connsiteX399" fmla="*/ 998594 w 4092698"/>
                  <a:gd name="connsiteY399" fmla="*/ 612192 h 1566463"/>
                  <a:gd name="connsiteX400" fmla="*/ 991085 w 4092698"/>
                  <a:gd name="connsiteY400" fmla="*/ 625303 h 1566463"/>
                  <a:gd name="connsiteX401" fmla="*/ 974875 w 4092698"/>
                  <a:gd name="connsiteY401" fmla="*/ 633528 h 1566463"/>
                  <a:gd name="connsiteX402" fmla="*/ 962956 w 4092698"/>
                  <a:gd name="connsiteY402" fmla="*/ 638414 h 1566463"/>
                  <a:gd name="connsiteX403" fmla="*/ 962956 w 4092698"/>
                  <a:gd name="connsiteY403" fmla="*/ 624231 h 1566463"/>
                  <a:gd name="connsiteX404" fmla="*/ 948414 w 4092698"/>
                  <a:gd name="connsiteY404" fmla="*/ 613265 h 1566463"/>
                  <a:gd name="connsiteX405" fmla="*/ 911584 w 4092698"/>
                  <a:gd name="connsiteY405" fmla="*/ 631740 h 1566463"/>
                  <a:gd name="connsiteX406" fmla="*/ 871177 w 4092698"/>
                  <a:gd name="connsiteY406" fmla="*/ 631740 h 1566463"/>
                  <a:gd name="connsiteX407" fmla="*/ 848888 w 4092698"/>
                  <a:gd name="connsiteY407" fmla="*/ 648069 h 1566463"/>
                  <a:gd name="connsiteX408" fmla="*/ 816587 w 4092698"/>
                  <a:gd name="connsiteY408" fmla="*/ 645566 h 1566463"/>
                  <a:gd name="connsiteX409" fmla="*/ 822666 w 4092698"/>
                  <a:gd name="connsiteY409" fmla="*/ 639130 h 1566463"/>
                  <a:gd name="connsiteX410" fmla="*/ 828268 w 4092698"/>
                  <a:gd name="connsiteY410" fmla="*/ 632097 h 1566463"/>
                  <a:gd name="connsiteX411" fmla="*/ 833632 w 4092698"/>
                  <a:gd name="connsiteY411" fmla="*/ 615768 h 1566463"/>
                  <a:gd name="connsiteX412" fmla="*/ 800973 w 4092698"/>
                  <a:gd name="connsiteY412" fmla="*/ 625303 h 1566463"/>
                  <a:gd name="connsiteX413" fmla="*/ 796444 w 4092698"/>
                  <a:gd name="connsiteY413" fmla="*/ 638772 h 1566463"/>
                  <a:gd name="connsiteX414" fmla="*/ 785717 w 4092698"/>
                  <a:gd name="connsiteY414" fmla="*/ 632455 h 1566463"/>
                  <a:gd name="connsiteX415" fmla="*/ 730888 w 4092698"/>
                  <a:gd name="connsiteY415" fmla="*/ 648665 h 1566463"/>
                  <a:gd name="connsiteX416" fmla="*/ 707884 w 4092698"/>
                  <a:gd name="connsiteY416" fmla="*/ 662849 h 1566463"/>
                  <a:gd name="connsiteX417" fmla="*/ 681661 w 4092698"/>
                  <a:gd name="connsiteY417" fmla="*/ 671073 h 1566463"/>
                  <a:gd name="connsiteX418" fmla="*/ 676298 w 4092698"/>
                  <a:gd name="connsiteY418" fmla="*/ 696223 h 1566463"/>
                  <a:gd name="connsiteX419" fmla="*/ 635534 w 4092698"/>
                  <a:gd name="connsiteY419" fmla="*/ 701467 h 1566463"/>
                  <a:gd name="connsiteX420" fmla="*/ 616463 w 4092698"/>
                  <a:gd name="connsiteY420" fmla="*/ 683469 h 1566463"/>
                  <a:gd name="connsiteX421" fmla="*/ 615748 w 4092698"/>
                  <a:gd name="connsiteY421" fmla="*/ 668213 h 1566463"/>
                  <a:gd name="connsiteX422" fmla="*/ 632316 w 4092698"/>
                  <a:gd name="connsiteY422" fmla="*/ 661895 h 1566463"/>
                  <a:gd name="connsiteX423" fmla="*/ 653651 w 4092698"/>
                  <a:gd name="connsiteY423" fmla="*/ 660823 h 1566463"/>
                  <a:gd name="connsiteX424" fmla="*/ 639110 w 4092698"/>
                  <a:gd name="connsiteY424" fmla="*/ 637699 h 1566463"/>
                  <a:gd name="connsiteX425" fmla="*/ 608596 w 4092698"/>
                  <a:gd name="connsiteY425" fmla="*/ 629237 h 1566463"/>
                  <a:gd name="connsiteX426" fmla="*/ 578918 w 4092698"/>
                  <a:gd name="connsiteY426" fmla="*/ 626018 h 1566463"/>
                  <a:gd name="connsiteX427" fmla="*/ 583089 w 4092698"/>
                  <a:gd name="connsiteY427" fmla="*/ 635315 h 1566463"/>
                  <a:gd name="connsiteX428" fmla="*/ 590241 w 4092698"/>
                  <a:gd name="connsiteY428" fmla="*/ 651883 h 1566463"/>
                  <a:gd name="connsiteX429" fmla="*/ 580944 w 4092698"/>
                  <a:gd name="connsiteY429" fmla="*/ 678463 h 1566463"/>
                  <a:gd name="connsiteX430" fmla="*/ 588811 w 4092698"/>
                  <a:gd name="connsiteY430" fmla="*/ 686926 h 1566463"/>
                  <a:gd name="connsiteX431" fmla="*/ 597631 w 4092698"/>
                  <a:gd name="connsiteY431" fmla="*/ 708261 h 1566463"/>
                  <a:gd name="connsiteX432" fmla="*/ 590241 w 4092698"/>
                  <a:gd name="connsiteY432" fmla="*/ 726617 h 1566463"/>
                  <a:gd name="connsiteX433" fmla="*/ 579871 w 4092698"/>
                  <a:gd name="connsiteY433" fmla="*/ 726617 h 1566463"/>
                  <a:gd name="connsiteX434" fmla="*/ 572839 w 4092698"/>
                  <a:gd name="connsiteY434" fmla="*/ 719584 h 1566463"/>
                  <a:gd name="connsiteX435" fmla="*/ 549000 w 4092698"/>
                  <a:gd name="connsiteY435" fmla="*/ 714936 h 1566463"/>
                  <a:gd name="connsiteX436" fmla="*/ 533744 w 4092698"/>
                  <a:gd name="connsiteY436" fmla="*/ 722445 h 1566463"/>
                  <a:gd name="connsiteX437" fmla="*/ 512527 w 4092698"/>
                  <a:gd name="connsiteY437" fmla="*/ 731623 h 1566463"/>
                  <a:gd name="connsiteX438" fmla="*/ 489523 w 4092698"/>
                  <a:gd name="connsiteY438" fmla="*/ 748310 h 1566463"/>
                  <a:gd name="connsiteX439" fmla="*/ 490835 w 4092698"/>
                  <a:gd name="connsiteY439" fmla="*/ 769168 h 1566463"/>
                  <a:gd name="connsiteX440" fmla="*/ 500847 w 4092698"/>
                  <a:gd name="connsiteY440" fmla="*/ 788001 h 1566463"/>
                  <a:gd name="connsiteX441" fmla="*/ 472121 w 4092698"/>
                  <a:gd name="connsiteY441" fmla="*/ 786213 h 1566463"/>
                  <a:gd name="connsiteX442" fmla="*/ 447329 w 4092698"/>
                  <a:gd name="connsiteY442" fmla="*/ 780492 h 1566463"/>
                  <a:gd name="connsiteX443" fmla="*/ 420034 w 4092698"/>
                  <a:gd name="connsiteY443" fmla="*/ 764282 h 1566463"/>
                  <a:gd name="connsiteX444" fmla="*/ 405493 w 4092698"/>
                  <a:gd name="connsiteY444" fmla="*/ 777631 h 1566463"/>
                  <a:gd name="connsiteX445" fmla="*/ 412644 w 4092698"/>
                  <a:gd name="connsiteY445" fmla="*/ 791457 h 1566463"/>
                  <a:gd name="connsiteX446" fmla="*/ 436483 w 4092698"/>
                  <a:gd name="connsiteY446" fmla="*/ 799682 h 1566463"/>
                  <a:gd name="connsiteX447" fmla="*/ 438628 w 4092698"/>
                  <a:gd name="connsiteY447" fmla="*/ 814223 h 1566463"/>
                  <a:gd name="connsiteX448" fmla="*/ 420511 w 4092698"/>
                  <a:gd name="connsiteY448" fmla="*/ 816965 h 1566463"/>
                  <a:gd name="connsiteX449" fmla="*/ 401679 w 4092698"/>
                  <a:gd name="connsiteY449" fmla="*/ 811363 h 1566463"/>
                  <a:gd name="connsiteX450" fmla="*/ 379747 w 4092698"/>
                  <a:gd name="connsiteY450" fmla="*/ 799443 h 1566463"/>
                  <a:gd name="connsiteX451" fmla="*/ 367828 w 4092698"/>
                  <a:gd name="connsiteY451" fmla="*/ 785617 h 1566463"/>
                  <a:gd name="connsiteX452" fmla="*/ 362107 w 4092698"/>
                  <a:gd name="connsiteY452" fmla="*/ 768215 h 1566463"/>
                  <a:gd name="connsiteX453" fmla="*/ 362822 w 4092698"/>
                  <a:gd name="connsiteY453" fmla="*/ 752601 h 1566463"/>
                  <a:gd name="connsiteX454" fmla="*/ 364610 w 4092698"/>
                  <a:gd name="connsiteY454" fmla="*/ 737463 h 1566463"/>
                  <a:gd name="connsiteX455" fmla="*/ 346254 w 4092698"/>
                  <a:gd name="connsiteY455" fmla="*/ 723995 h 1566463"/>
                  <a:gd name="connsiteX456" fmla="*/ 331713 w 4092698"/>
                  <a:gd name="connsiteY456" fmla="*/ 713386 h 1566463"/>
                  <a:gd name="connsiteX457" fmla="*/ 307874 w 4092698"/>
                  <a:gd name="connsiteY457" fmla="*/ 693839 h 1566463"/>
                  <a:gd name="connsiteX458" fmla="*/ 299292 w 4092698"/>
                  <a:gd name="connsiteY458" fmla="*/ 686091 h 1566463"/>
                  <a:gd name="connsiteX459" fmla="*/ 318482 w 4092698"/>
                  <a:gd name="connsiteY459" fmla="*/ 693124 h 1566463"/>
                  <a:gd name="connsiteX460" fmla="*/ 351737 w 4092698"/>
                  <a:gd name="connsiteY460" fmla="*/ 707308 h 1566463"/>
                  <a:gd name="connsiteX461" fmla="*/ 393574 w 4092698"/>
                  <a:gd name="connsiteY461" fmla="*/ 720419 h 1566463"/>
                  <a:gd name="connsiteX462" fmla="*/ 449594 w 4092698"/>
                  <a:gd name="connsiteY462" fmla="*/ 729597 h 1566463"/>
                  <a:gd name="connsiteX463" fmla="*/ 518964 w 4092698"/>
                  <a:gd name="connsiteY463" fmla="*/ 699203 h 1566463"/>
                  <a:gd name="connsiteX464" fmla="*/ 516937 w 4092698"/>
                  <a:gd name="connsiteY464" fmla="*/ 670835 h 1566463"/>
                  <a:gd name="connsiteX465" fmla="*/ 503111 w 4092698"/>
                  <a:gd name="connsiteY465" fmla="*/ 660227 h 1566463"/>
                  <a:gd name="connsiteX466" fmla="*/ 483206 w 4092698"/>
                  <a:gd name="connsiteY466" fmla="*/ 648307 h 1566463"/>
                  <a:gd name="connsiteX467" fmla="*/ 463420 w 4092698"/>
                  <a:gd name="connsiteY467" fmla="*/ 637342 h 1566463"/>
                  <a:gd name="connsiteX468" fmla="*/ 428259 w 4092698"/>
                  <a:gd name="connsiteY468" fmla="*/ 619582 h 1566463"/>
                  <a:gd name="connsiteX469" fmla="*/ 372357 w 4092698"/>
                  <a:gd name="connsiteY469" fmla="*/ 597532 h 1566463"/>
                  <a:gd name="connsiteX470" fmla="*/ 360438 w 4092698"/>
                  <a:gd name="connsiteY470" fmla="*/ 596220 h 1566463"/>
                  <a:gd name="connsiteX471" fmla="*/ 343596 w 4092698"/>
                  <a:gd name="connsiteY471" fmla="*/ 595665 h 1566463"/>
                  <a:gd name="connsiteX472" fmla="*/ 343036 w 4092698"/>
                  <a:gd name="connsiteY472" fmla="*/ 596220 h 1566463"/>
                  <a:gd name="connsiteX473" fmla="*/ 321104 w 4092698"/>
                  <a:gd name="connsiteY473" fmla="*/ 594790 h 1566463"/>
                  <a:gd name="connsiteX474" fmla="*/ 307636 w 4092698"/>
                  <a:gd name="connsiteY474" fmla="*/ 586923 h 1566463"/>
                  <a:gd name="connsiteX475" fmla="*/ 325276 w 4092698"/>
                  <a:gd name="connsiteY475" fmla="*/ 581321 h 1566463"/>
                  <a:gd name="connsiteX476" fmla="*/ 309424 w 4092698"/>
                  <a:gd name="connsiteY476" fmla="*/ 574885 h 1566463"/>
                  <a:gd name="connsiteX477" fmla="*/ 292379 w 4092698"/>
                  <a:gd name="connsiteY477" fmla="*/ 578103 h 1566463"/>
                  <a:gd name="connsiteX478" fmla="*/ 277838 w 4092698"/>
                  <a:gd name="connsiteY478" fmla="*/ 577388 h 1566463"/>
                  <a:gd name="connsiteX479" fmla="*/ 276169 w 4092698"/>
                  <a:gd name="connsiteY479" fmla="*/ 576315 h 1566463"/>
                  <a:gd name="connsiteX480" fmla="*/ 264250 w 4092698"/>
                  <a:gd name="connsiteY480" fmla="*/ 584897 h 1566463"/>
                  <a:gd name="connsiteX481" fmla="*/ 244464 w 4092698"/>
                  <a:gd name="connsiteY481" fmla="*/ 594075 h 1566463"/>
                  <a:gd name="connsiteX482" fmla="*/ 228134 w 4092698"/>
                  <a:gd name="connsiteY482" fmla="*/ 608259 h 1566463"/>
                  <a:gd name="connsiteX483" fmla="*/ 218956 w 4092698"/>
                  <a:gd name="connsiteY483" fmla="*/ 615291 h 1566463"/>
                  <a:gd name="connsiteX484" fmla="*/ 215381 w 4092698"/>
                  <a:gd name="connsiteY484" fmla="*/ 628045 h 1566463"/>
                  <a:gd name="connsiteX485" fmla="*/ 218956 w 4092698"/>
                  <a:gd name="connsiteY485" fmla="*/ 641513 h 1566463"/>
                  <a:gd name="connsiteX486" fmla="*/ 233855 w 4092698"/>
                  <a:gd name="connsiteY486" fmla="*/ 649976 h 1566463"/>
                  <a:gd name="connsiteX487" fmla="*/ 250781 w 4092698"/>
                  <a:gd name="connsiteY487" fmla="*/ 667736 h 1566463"/>
                  <a:gd name="connsiteX488" fmla="*/ 236001 w 4092698"/>
                  <a:gd name="connsiteY488" fmla="*/ 685495 h 1566463"/>
                  <a:gd name="connsiteX489" fmla="*/ 228850 w 4092698"/>
                  <a:gd name="connsiteY489" fmla="*/ 699679 h 1566463"/>
                  <a:gd name="connsiteX490" fmla="*/ 251496 w 4092698"/>
                  <a:gd name="connsiteY490" fmla="*/ 735437 h 1566463"/>
                  <a:gd name="connsiteX491" fmla="*/ 243749 w 4092698"/>
                  <a:gd name="connsiteY491" fmla="*/ 749621 h 1566463"/>
                  <a:gd name="connsiteX492" fmla="*/ 247205 w 4092698"/>
                  <a:gd name="connsiteY492" fmla="*/ 767977 h 1566463"/>
                  <a:gd name="connsiteX493" fmla="*/ 241603 w 4092698"/>
                  <a:gd name="connsiteY493" fmla="*/ 775128 h 1566463"/>
                  <a:gd name="connsiteX494" fmla="*/ 253523 w 4092698"/>
                  <a:gd name="connsiteY494" fmla="*/ 782876 h 1566463"/>
                  <a:gd name="connsiteX495" fmla="*/ 249947 w 4092698"/>
                  <a:gd name="connsiteY495" fmla="*/ 794795 h 1566463"/>
                  <a:gd name="connsiteX496" fmla="*/ 262700 w 4092698"/>
                  <a:gd name="connsiteY496" fmla="*/ 807548 h 1566463"/>
                  <a:gd name="connsiteX497" fmla="*/ 247920 w 4092698"/>
                  <a:gd name="connsiteY497" fmla="*/ 821017 h 1566463"/>
                  <a:gd name="connsiteX498" fmla="*/ 278314 w 4092698"/>
                  <a:gd name="connsiteY498" fmla="*/ 844856 h 1566463"/>
                  <a:gd name="connsiteX499" fmla="*/ 284751 w 4092698"/>
                  <a:gd name="connsiteY499" fmla="*/ 864046 h 1566463"/>
                  <a:gd name="connsiteX500" fmla="*/ 248993 w 4092698"/>
                  <a:gd name="connsiteY500" fmla="*/ 898015 h 1566463"/>
                  <a:gd name="connsiteX501" fmla="*/ 212163 w 4092698"/>
                  <a:gd name="connsiteY501" fmla="*/ 927814 h 1566463"/>
                  <a:gd name="connsiteX502" fmla="*/ 200243 w 4092698"/>
                  <a:gd name="connsiteY502" fmla="*/ 942355 h 1566463"/>
                  <a:gd name="connsiteX503" fmla="*/ 210256 w 4092698"/>
                  <a:gd name="connsiteY503" fmla="*/ 938779 h 1566463"/>
                  <a:gd name="connsiteX504" fmla="*/ 225512 w 4092698"/>
                  <a:gd name="connsiteY504" fmla="*/ 954393 h 1566463"/>
                  <a:gd name="connsiteX505" fmla="*/ 246371 w 4092698"/>
                  <a:gd name="connsiteY505" fmla="*/ 958923 h 1566463"/>
                  <a:gd name="connsiteX506" fmla="*/ 235167 w 4092698"/>
                  <a:gd name="connsiteY506" fmla="*/ 962141 h 1566463"/>
                  <a:gd name="connsiteX507" fmla="*/ 212043 w 4092698"/>
                  <a:gd name="connsiteY507" fmla="*/ 969888 h 1566463"/>
                  <a:gd name="connsiteX508" fmla="*/ 200124 w 4092698"/>
                  <a:gd name="connsiteY508" fmla="*/ 979185 h 1566463"/>
                  <a:gd name="connsiteX509" fmla="*/ 195357 w 4092698"/>
                  <a:gd name="connsiteY509" fmla="*/ 994919 h 1566463"/>
                  <a:gd name="connsiteX510" fmla="*/ 187370 w 4092698"/>
                  <a:gd name="connsiteY510" fmla="*/ 1006838 h 1566463"/>
                  <a:gd name="connsiteX511" fmla="*/ 188920 w 4092698"/>
                  <a:gd name="connsiteY511" fmla="*/ 1020545 h 1566463"/>
                  <a:gd name="connsiteX512" fmla="*/ 194284 w 4092698"/>
                  <a:gd name="connsiteY512" fmla="*/ 1033418 h 1566463"/>
                  <a:gd name="connsiteX513" fmla="*/ 187847 w 4092698"/>
                  <a:gd name="connsiteY513" fmla="*/ 1041285 h 1566463"/>
                  <a:gd name="connsiteX514" fmla="*/ 191065 w 4092698"/>
                  <a:gd name="connsiteY514" fmla="*/ 1054038 h 1566463"/>
                  <a:gd name="connsiteX515" fmla="*/ 193688 w 4092698"/>
                  <a:gd name="connsiteY515" fmla="*/ 1067388 h 1566463"/>
                  <a:gd name="connsiteX516" fmla="*/ 201197 w 4092698"/>
                  <a:gd name="connsiteY516" fmla="*/ 1081214 h 1566463"/>
                  <a:gd name="connsiteX517" fmla="*/ 207514 w 4092698"/>
                  <a:gd name="connsiteY517" fmla="*/ 1097663 h 1566463"/>
                  <a:gd name="connsiteX518" fmla="*/ 220268 w 4092698"/>
                  <a:gd name="connsiteY518" fmla="*/ 1101358 h 1566463"/>
                  <a:gd name="connsiteX519" fmla="*/ 232187 w 4092698"/>
                  <a:gd name="connsiteY519" fmla="*/ 1107198 h 1566463"/>
                  <a:gd name="connsiteX520" fmla="*/ 244941 w 4092698"/>
                  <a:gd name="connsiteY520" fmla="*/ 1107198 h 1566463"/>
                  <a:gd name="connsiteX521" fmla="*/ 267230 w 4092698"/>
                  <a:gd name="connsiteY521" fmla="*/ 1113634 h 1566463"/>
                  <a:gd name="connsiteX522" fmla="*/ 269375 w 4092698"/>
                  <a:gd name="connsiteY522" fmla="*/ 1130083 h 1566463"/>
                  <a:gd name="connsiteX523" fmla="*/ 271997 w 4092698"/>
                  <a:gd name="connsiteY523" fmla="*/ 1147127 h 1566463"/>
                  <a:gd name="connsiteX524" fmla="*/ 283201 w 4092698"/>
                  <a:gd name="connsiteY524" fmla="*/ 1162026 h 1566463"/>
                  <a:gd name="connsiteX525" fmla="*/ 297028 w 4092698"/>
                  <a:gd name="connsiteY525" fmla="*/ 1175257 h 1566463"/>
                  <a:gd name="connsiteX526" fmla="*/ 310258 w 4092698"/>
                  <a:gd name="connsiteY526" fmla="*/ 1187176 h 1566463"/>
                  <a:gd name="connsiteX527" fmla="*/ 298339 w 4092698"/>
                  <a:gd name="connsiteY527" fmla="*/ 1198261 h 1566463"/>
                  <a:gd name="connsiteX528" fmla="*/ 281413 w 4092698"/>
                  <a:gd name="connsiteY528" fmla="*/ 1195639 h 1566463"/>
                  <a:gd name="connsiteX529" fmla="*/ 285108 w 4092698"/>
                  <a:gd name="connsiteY529" fmla="*/ 1217928 h 1566463"/>
                  <a:gd name="connsiteX530" fmla="*/ 295240 w 4092698"/>
                  <a:gd name="connsiteY530" fmla="*/ 1230681 h 1566463"/>
                  <a:gd name="connsiteX531" fmla="*/ 306325 w 4092698"/>
                  <a:gd name="connsiteY531" fmla="*/ 1224841 h 1566463"/>
                  <a:gd name="connsiteX532" fmla="*/ 322296 w 4092698"/>
                  <a:gd name="connsiteY532" fmla="*/ 1224841 h 1566463"/>
                  <a:gd name="connsiteX533" fmla="*/ 341963 w 4092698"/>
                  <a:gd name="connsiteY533" fmla="*/ 1226867 h 1566463"/>
                  <a:gd name="connsiteX534" fmla="*/ 345182 w 4092698"/>
                  <a:gd name="connsiteY534" fmla="*/ 1244984 h 1566463"/>
                  <a:gd name="connsiteX535" fmla="*/ 350426 w 4092698"/>
                  <a:gd name="connsiteY535" fmla="*/ 1258334 h 1566463"/>
                  <a:gd name="connsiteX536" fmla="*/ 368066 w 4092698"/>
                  <a:gd name="connsiteY536" fmla="*/ 1262506 h 1566463"/>
                  <a:gd name="connsiteX537" fmla="*/ 378675 w 4092698"/>
                  <a:gd name="connsiteY537" fmla="*/ 1281100 h 1566463"/>
                  <a:gd name="connsiteX538" fmla="*/ 387733 w 4092698"/>
                  <a:gd name="connsiteY538" fmla="*/ 1285867 h 1566463"/>
                  <a:gd name="connsiteX539" fmla="*/ 399652 w 4092698"/>
                  <a:gd name="connsiteY539" fmla="*/ 1291231 h 1566463"/>
                  <a:gd name="connsiteX540" fmla="*/ 411571 w 4092698"/>
                  <a:gd name="connsiteY540" fmla="*/ 1290158 h 1566463"/>
                  <a:gd name="connsiteX541" fmla="*/ 424921 w 4092698"/>
                  <a:gd name="connsiteY541" fmla="*/ 1289086 h 1566463"/>
                  <a:gd name="connsiteX542" fmla="*/ 435529 w 4092698"/>
                  <a:gd name="connsiteY542" fmla="*/ 1301839 h 1566463"/>
                  <a:gd name="connsiteX543" fmla="*/ 455196 w 4092698"/>
                  <a:gd name="connsiteY543" fmla="*/ 1305057 h 1566463"/>
                  <a:gd name="connsiteX544" fmla="*/ 475339 w 4092698"/>
                  <a:gd name="connsiteY544" fmla="*/ 1310421 h 1566463"/>
                  <a:gd name="connsiteX545" fmla="*/ 489166 w 4092698"/>
                  <a:gd name="connsiteY545" fmla="*/ 1318884 h 1566463"/>
                  <a:gd name="connsiteX546" fmla="*/ 482253 w 4092698"/>
                  <a:gd name="connsiteY546" fmla="*/ 1329015 h 1566463"/>
                  <a:gd name="connsiteX547" fmla="*/ 488093 w 4092698"/>
                  <a:gd name="connsiteY547" fmla="*/ 1335928 h 1566463"/>
                  <a:gd name="connsiteX548" fmla="*/ 479631 w 4092698"/>
                  <a:gd name="connsiteY548" fmla="*/ 1341769 h 1566463"/>
                  <a:gd name="connsiteX549" fmla="*/ 484875 w 4092698"/>
                  <a:gd name="connsiteY549" fmla="*/ 1350708 h 1566463"/>
                  <a:gd name="connsiteX550" fmla="*/ 480703 w 4092698"/>
                  <a:gd name="connsiteY550" fmla="*/ 1365130 h 1566463"/>
                  <a:gd name="connsiteX551" fmla="*/ 461037 w 4092698"/>
                  <a:gd name="connsiteY551" fmla="*/ 1364534 h 1566463"/>
                  <a:gd name="connsiteX552" fmla="*/ 442442 w 4092698"/>
                  <a:gd name="connsiteY552" fmla="*/ 1377288 h 1566463"/>
                  <a:gd name="connsiteX553" fmla="*/ 441846 w 4092698"/>
                  <a:gd name="connsiteY553" fmla="*/ 1389207 h 1566463"/>
                  <a:gd name="connsiteX554" fmla="*/ 466281 w 4092698"/>
                  <a:gd name="connsiteY554" fmla="*/ 1388611 h 1566463"/>
                  <a:gd name="connsiteX555" fmla="*/ 436602 w 4092698"/>
                  <a:gd name="connsiteY555" fmla="*/ 1406013 h 1566463"/>
                  <a:gd name="connsiteX556" fmla="*/ 445780 w 4092698"/>
                  <a:gd name="connsiteY556" fmla="*/ 1419482 h 1566463"/>
                  <a:gd name="connsiteX557" fmla="*/ 431596 w 4092698"/>
                  <a:gd name="connsiteY557" fmla="*/ 1433189 h 1566463"/>
                  <a:gd name="connsiteX558" fmla="*/ 418485 w 4092698"/>
                  <a:gd name="connsiteY558" fmla="*/ 1443559 h 1566463"/>
                  <a:gd name="connsiteX559" fmla="*/ 412168 w 4092698"/>
                  <a:gd name="connsiteY559" fmla="*/ 1449161 h 1566463"/>
                  <a:gd name="connsiteX560" fmla="*/ 430881 w 4092698"/>
                  <a:gd name="connsiteY560" fmla="*/ 1464418 h 1566463"/>
                  <a:gd name="connsiteX561" fmla="*/ 475578 w 4092698"/>
                  <a:gd name="connsiteY561" fmla="*/ 1496719 h 1566463"/>
                  <a:gd name="connsiteX562" fmla="*/ 481776 w 4092698"/>
                  <a:gd name="connsiteY562" fmla="*/ 1501606 h 1566463"/>
                  <a:gd name="connsiteX563" fmla="*/ 490715 w 4092698"/>
                  <a:gd name="connsiteY563" fmla="*/ 1497434 h 1566463"/>
                  <a:gd name="connsiteX564" fmla="*/ 519441 w 4092698"/>
                  <a:gd name="connsiteY564" fmla="*/ 1505897 h 1566463"/>
                  <a:gd name="connsiteX565" fmla="*/ 556629 w 4092698"/>
                  <a:gd name="connsiteY565" fmla="*/ 1509115 h 1566463"/>
                  <a:gd name="connsiteX566" fmla="*/ 571528 w 4092698"/>
                  <a:gd name="connsiteY566" fmla="*/ 1518650 h 1566463"/>
                  <a:gd name="connsiteX567" fmla="*/ 586427 w 4092698"/>
                  <a:gd name="connsiteY567" fmla="*/ 1526040 h 1566463"/>
                  <a:gd name="connsiteX568" fmla="*/ 610861 w 4092698"/>
                  <a:gd name="connsiteY568" fmla="*/ 1522822 h 1566463"/>
                  <a:gd name="connsiteX569" fmla="*/ 619324 w 4092698"/>
                  <a:gd name="connsiteY569" fmla="*/ 1526040 h 1566463"/>
                  <a:gd name="connsiteX570" fmla="*/ 626833 w 4092698"/>
                  <a:gd name="connsiteY570" fmla="*/ 1540939 h 1566463"/>
                  <a:gd name="connsiteX571" fmla="*/ 649122 w 4092698"/>
                  <a:gd name="connsiteY571" fmla="*/ 1551547 h 1566463"/>
                  <a:gd name="connsiteX572" fmla="*/ 667239 w 4092698"/>
                  <a:gd name="connsiteY572" fmla="*/ 1564301 h 1566463"/>
                  <a:gd name="connsiteX573" fmla="*/ 677847 w 4092698"/>
                  <a:gd name="connsiteY573" fmla="*/ 1564301 h 1566463"/>
                  <a:gd name="connsiteX574" fmla="*/ 693342 w 4092698"/>
                  <a:gd name="connsiteY574" fmla="*/ 1552977 h 1566463"/>
                  <a:gd name="connsiteX575" fmla="*/ 665809 w 4092698"/>
                  <a:gd name="connsiteY575" fmla="*/ 1511141 h 1566463"/>
                  <a:gd name="connsiteX576" fmla="*/ 656631 w 4092698"/>
                  <a:gd name="connsiteY576" fmla="*/ 1478601 h 1566463"/>
                  <a:gd name="connsiteX577" fmla="*/ 668550 w 4092698"/>
                  <a:gd name="connsiteY577" fmla="*/ 1443917 h 1566463"/>
                  <a:gd name="connsiteX578" fmla="*/ 710983 w 4092698"/>
                  <a:gd name="connsiteY578" fmla="*/ 1418052 h 1566463"/>
                  <a:gd name="connsiteX579" fmla="*/ 703235 w 4092698"/>
                  <a:gd name="connsiteY579" fmla="*/ 1413403 h 1566463"/>
                  <a:gd name="connsiteX580" fmla="*/ 697872 w 4092698"/>
                  <a:gd name="connsiteY580" fmla="*/ 1402795 h 1566463"/>
                  <a:gd name="connsiteX581" fmla="*/ 694773 w 4092698"/>
                  <a:gd name="connsiteY581" fmla="*/ 1387896 h 1566463"/>
                  <a:gd name="connsiteX582" fmla="*/ 679874 w 4092698"/>
                  <a:gd name="connsiteY582" fmla="*/ 1370852 h 1566463"/>
                  <a:gd name="connsiteX583" fmla="*/ 662829 w 4092698"/>
                  <a:gd name="connsiteY583" fmla="*/ 1371924 h 1566463"/>
                  <a:gd name="connsiteX584" fmla="*/ 658538 w 4092698"/>
                  <a:gd name="connsiteY584" fmla="*/ 1359171 h 1566463"/>
                  <a:gd name="connsiteX585" fmla="*/ 644831 w 4092698"/>
                  <a:gd name="connsiteY585" fmla="*/ 1349635 h 1566463"/>
                  <a:gd name="connsiteX586" fmla="*/ 650076 w 4092698"/>
                  <a:gd name="connsiteY586" fmla="*/ 1334736 h 1566463"/>
                  <a:gd name="connsiteX587" fmla="*/ 658538 w 4092698"/>
                  <a:gd name="connsiteY587" fmla="*/ 1327346 h 1566463"/>
                  <a:gd name="connsiteX588" fmla="*/ 651148 w 4092698"/>
                  <a:gd name="connsiteY588" fmla="*/ 1315427 h 1566463"/>
                  <a:gd name="connsiteX589" fmla="*/ 663902 w 4092698"/>
                  <a:gd name="connsiteY589" fmla="*/ 1300528 h 1566463"/>
                  <a:gd name="connsiteX590" fmla="*/ 677728 w 4092698"/>
                  <a:gd name="connsiteY590" fmla="*/ 1291946 h 1566463"/>
                  <a:gd name="connsiteX591" fmla="*/ 696799 w 4092698"/>
                  <a:gd name="connsiteY591" fmla="*/ 1307918 h 1566463"/>
                  <a:gd name="connsiteX592" fmla="*/ 698945 w 4092698"/>
                  <a:gd name="connsiteY592" fmla="*/ 1293019 h 1566463"/>
                  <a:gd name="connsiteX593" fmla="*/ 705381 w 4092698"/>
                  <a:gd name="connsiteY593" fmla="*/ 1280265 h 1566463"/>
                  <a:gd name="connsiteX594" fmla="*/ 718134 w 4092698"/>
                  <a:gd name="connsiteY594" fmla="*/ 1268346 h 1566463"/>
                  <a:gd name="connsiteX595" fmla="*/ 743642 w 4092698"/>
                  <a:gd name="connsiteY595" fmla="*/ 1256427 h 1566463"/>
                  <a:gd name="connsiteX596" fmla="*/ 761640 w 4092698"/>
                  <a:gd name="connsiteY596" fmla="*/ 1251182 h 1566463"/>
                  <a:gd name="connsiteX597" fmla="*/ 774393 w 4092698"/>
                  <a:gd name="connsiteY597" fmla="*/ 1251182 h 1566463"/>
                  <a:gd name="connsiteX598" fmla="*/ 791438 w 4092698"/>
                  <a:gd name="connsiteY598" fmla="*/ 1251182 h 1566463"/>
                  <a:gd name="connsiteX599" fmla="*/ 819090 w 4092698"/>
                  <a:gd name="connsiteY599" fmla="*/ 1259645 h 1566463"/>
                  <a:gd name="connsiteX600" fmla="*/ 839234 w 4092698"/>
                  <a:gd name="connsiteY600" fmla="*/ 1276690 h 1566463"/>
                  <a:gd name="connsiteX601" fmla="*/ 845670 w 4092698"/>
                  <a:gd name="connsiteY601" fmla="*/ 1279789 h 1566463"/>
                  <a:gd name="connsiteX602" fmla="*/ 859497 w 4092698"/>
                  <a:gd name="connsiteY602" fmla="*/ 1279789 h 1566463"/>
                  <a:gd name="connsiteX603" fmla="*/ 881786 w 4092698"/>
                  <a:gd name="connsiteY603" fmla="*/ 1277762 h 1566463"/>
                  <a:gd name="connsiteX604" fmla="*/ 905624 w 4092698"/>
                  <a:gd name="connsiteY604" fmla="*/ 1270253 h 1566463"/>
                  <a:gd name="connsiteX605" fmla="*/ 919450 w 4092698"/>
                  <a:gd name="connsiteY605" fmla="*/ 1271326 h 1566463"/>
                  <a:gd name="connsiteX606" fmla="*/ 943289 w 4092698"/>
                  <a:gd name="connsiteY606" fmla="*/ 1272399 h 1566463"/>
                  <a:gd name="connsiteX607" fmla="*/ 959261 w 4092698"/>
                  <a:gd name="connsiteY607" fmla="*/ 1279789 h 1566463"/>
                  <a:gd name="connsiteX608" fmla="*/ 971180 w 4092698"/>
                  <a:gd name="connsiteY608" fmla="*/ 1287298 h 1566463"/>
                  <a:gd name="connsiteX609" fmla="*/ 979762 w 4092698"/>
                  <a:gd name="connsiteY609" fmla="*/ 1275379 h 1566463"/>
                  <a:gd name="connsiteX610" fmla="*/ 997760 w 4092698"/>
                  <a:gd name="connsiteY610" fmla="*/ 1282768 h 1566463"/>
                  <a:gd name="connsiteX611" fmla="*/ 1012659 w 4092698"/>
                  <a:gd name="connsiteY611" fmla="*/ 1274306 h 1566463"/>
                  <a:gd name="connsiteX612" fmla="*/ 1006223 w 4092698"/>
                  <a:gd name="connsiteY612" fmla="*/ 1257261 h 1566463"/>
                  <a:gd name="connsiteX613" fmla="*/ 989297 w 4092698"/>
                  <a:gd name="connsiteY613" fmla="*/ 1252017 h 1566463"/>
                  <a:gd name="connsiteX614" fmla="*/ 982861 w 4092698"/>
                  <a:gd name="connsiteY614" fmla="*/ 1239263 h 1566463"/>
                  <a:gd name="connsiteX615" fmla="*/ 997760 w 4092698"/>
                  <a:gd name="connsiteY615" fmla="*/ 1226390 h 1566463"/>
                  <a:gd name="connsiteX616" fmla="*/ 1002051 w 4092698"/>
                  <a:gd name="connsiteY616" fmla="*/ 1209465 h 1566463"/>
                  <a:gd name="connsiteX617" fmla="*/ 1027558 w 4092698"/>
                  <a:gd name="connsiteY617" fmla="*/ 1205174 h 1566463"/>
                  <a:gd name="connsiteX618" fmla="*/ 1006223 w 4092698"/>
                  <a:gd name="connsiteY618" fmla="*/ 1194566 h 1566463"/>
                  <a:gd name="connsiteX619" fmla="*/ 1005150 w 4092698"/>
                  <a:gd name="connsiteY619" fmla="*/ 1174423 h 1566463"/>
                  <a:gd name="connsiteX620" fmla="*/ 1025412 w 4092698"/>
                  <a:gd name="connsiteY620" fmla="*/ 1173350 h 1566463"/>
                  <a:gd name="connsiteX621" fmla="*/ 1054138 w 4092698"/>
                  <a:gd name="connsiteY621" fmla="*/ 1170132 h 1566463"/>
                  <a:gd name="connsiteX622" fmla="*/ 1089896 w 4092698"/>
                  <a:gd name="connsiteY622" fmla="*/ 1162622 h 1566463"/>
                  <a:gd name="connsiteX623" fmla="*/ 1114330 w 4092698"/>
                  <a:gd name="connsiteY623" fmla="*/ 1155233 h 1566463"/>
                  <a:gd name="connsiteX624" fmla="*/ 1148300 w 4092698"/>
                  <a:gd name="connsiteY624" fmla="*/ 1148915 h 1566463"/>
                  <a:gd name="connsiteX625" fmla="*/ 1183462 w 4092698"/>
                  <a:gd name="connsiteY625" fmla="*/ 1136996 h 1566463"/>
                  <a:gd name="connsiteX626" fmla="*/ 1213140 w 4092698"/>
                  <a:gd name="connsiteY626" fmla="*/ 1130202 h 1566463"/>
                  <a:gd name="connsiteX627" fmla="*/ 1231734 w 4092698"/>
                  <a:gd name="connsiteY627" fmla="*/ 1132824 h 1566463"/>
                  <a:gd name="connsiteX628" fmla="*/ 1247230 w 4092698"/>
                  <a:gd name="connsiteY628" fmla="*/ 1142360 h 1566463"/>
                  <a:gd name="connsiteX629" fmla="*/ 1251401 w 4092698"/>
                  <a:gd name="connsiteY629" fmla="*/ 1159404 h 1566463"/>
                  <a:gd name="connsiteX630" fmla="*/ 1248779 w 4092698"/>
                  <a:gd name="connsiteY630" fmla="*/ 1169417 h 1566463"/>
                  <a:gd name="connsiteX631" fmla="*/ 1270591 w 4092698"/>
                  <a:gd name="connsiteY631" fmla="*/ 1165721 h 1566463"/>
                  <a:gd name="connsiteX632" fmla="*/ 1279650 w 4092698"/>
                  <a:gd name="connsiteY632" fmla="*/ 1171562 h 1566463"/>
                  <a:gd name="connsiteX633" fmla="*/ 1286563 w 4092698"/>
                  <a:gd name="connsiteY633" fmla="*/ 1173231 h 1566463"/>
                  <a:gd name="connsiteX634" fmla="*/ 1297648 w 4092698"/>
                  <a:gd name="connsiteY634" fmla="*/ 1174780 h 1566463"/>
                  <a:gd name="connsiteX635" fmla="*/ 1310401 w 4092698"/>
                  <a:gd name="connsiteY635" fmla="*/ 1176330 h 1566463"/>
                  <a:gd name="connsiteX636" fmla="*/ 1301939 w 4092698"/>
                  <a:gd name="connsiteY636" fmla="*/ 1191825 h 1566463"/>
                  <a:gd name="connsiteX637" fmla="*/ 1320056 w 4092698"/>
                  <a:gd name="connsiteY637" fmla="*/ 1187534 h 1566463"/>
                  <a:gd name="connsiteX638" fmla="*/ 1346040 w 4092698"/>
                  <a:gd name="connsiteY638" fmla="*/ 1176926 h 1566463"/>
                  <a:gd name="connsiteX639" fmla="*/ 1367852 w 4092698"/>
                  <a:gd name="connsiteY639" fmla="*/ 1165006 h 1566463"/>
                  <a:gd name="connsiteX640" fmla="*/ 1383824 w 4092698"/>
                  <a:gd name="connsiteY640" fmla="*/ 1166675 h 1566463"/>
                  <a:gd name="connsiteX641" fmla="*/ 1390737 w 4092698"/>
                  <a:gd name="connsiteY641" fmla="*/ 1184673 h 1566463"/>
                  <a:gd name="connsiteX642" fmla="*/ 1434838 w 4092698"/>
                  <a:gd name="connsiteY642" fmla="*/ 1236760 h 1566463"/>
                  <a:gd name="connsiteX643" fmla="*/ 1459750 w 4092698"/>
                  <a:gd name="connsiteY643" fmla="*/ 1279789 h 1566463"/>
                  <a:gd name="connsiteX644" fmla="*/ 1473576 w 4092698"/>
                  <a:gd name="connsiteY644" fmla="*/ 1264413 h 1566463"/>
                  <a:gd name="connsiteX645" fmla="*/ 1492170 w 4092698"/>
                  <a:gd name="connsiteY645" fmla="*/ 1277762 h 1566463"/>
                  <a:gd name="connsiteX646" fmla="*/ 1516008 w 4092698"/>
                  <a:gd name="connsiteY646" fmla="*/ 1281457 h 1566463"/>
                  <a:gd name="connsiteX647" fmla="*/ 1539847 w 4092698"/>
                  <a:gd name="connsiteY647" fmla="*/ 1274544 h 1566463"/>
                  <a:gd name="connsiteX648" fmla="*/ 1555222 w 4092698"/>
                  <a:gd name="connsiteY648" fmla="*/ 1287298 h 1566463"/>
                  <a:gd name="connsiteX649" fmla="*/ 1570121 w 4092698"/>
                  <a:gd name="connsiteY649" fmla="*/ 1299217 h 1566463"/>
                  <a:gd name="connsiteX650" fmla="*/ 1575247 w 4092698"/>
                  <a:gd name="connsiteY650" fmla="*/ 1308276 h 1566463"/>
                  <a:gd name="connsiteX651" fmla="*/ 1587167 w 4092698"/>
                  <a:gd name="connsiteY651" fmla="*/ 1318169 h 1566463"/>
                  <a:gd name="connsiteX652" fmla="*/ 1606356 w 4092698"/>
                  <a:gd name="connsiteY652" fmla="*/ 1314712 h 1566463"/>
                  <a:gd name="connsiteX653" fmla="*/ 1614819 w 4092698"/>
                  <a:gd name="connsiteY653" fmla="*/ 1315427 h 1566463"/>
                  <a:gd name="connsiteX654" fmla="*/ 1626142 w 4092698"/>
                  <a:gd name="connsiteY654" fmla="*/ 1328181 h 1566463"/>
                  <a:gd name="connsiteX655" fmla="*/ 1639611 w 4092698"/>
                  <a:gd name="connsiteY655" fmla="*/ 1328181 h 1566463"/>
                  <a:gd name="connsiteX656" fmla="*/ 1655940 w 4092698"/>
                  <a:gd name="connsiteY656" fmla="*/ 1321744 h 1566463"/>
                  <a:gd name="connsiteX657" fmla="*/ 1677872 w 4092698"/>
                  <a:gd name="connsiteY657" fmla="*/ 1311851 h 1566463"/>
                  <a:gd name="connsiteX658" fmla="*/ 1696347 w 4092698"/>
                  <a:gd name="connsiteY658" fmla="*/ 1301243 h 1566463"/>
                  <a:gd name="connsiteX659" fmla="*/ 1711961 w 4092698"/>
                  <a:gd name="connsiteY659" fmla="*/ 1290635 h 1566463"/>
                  <a:gd name="connsiteX660" fmla="*/ 1728171 w 4092698"/>
                  <a:gd name="connsiteY660" fmla="*/ 1283484 h 1566463"/>
                  <a:gd name="connsiteX661" fmla="*/ 1745215 w 4092698"/>
                  <a:gd name="connsiteY661" fmla="*/ 1280623 h 1566463"/>
                  <a:gd name="connsiteX662" fmla="*/ 1778470 w 4092698"/>
                  <a:gd name="connsiteY662" fmla="*/ 1286344 h 1566463"/>
                  <a:gd name="connsiteX663" fmla="*/ 1786337 w 4092698"/>
                  <a:gd name="connsiteY663" fmla="*/ 1299813 h 1566463"/>
                  <a:gd name="connsiteX664" fmla="*/ 1806123 w 4092698"/>
                  <a:gd name="connsiteY664" fmla="*/ 1307560 h 1566463"/>
                  <a:gd name="connsiteX665" fmla="*/ 1825313 w 4092698"/>
                  <a:gd name="connsiteY665" fmla="*/ 1306130 h 1566463"/>
                  <a:gd name="connsiteX666" fmla="*/ 1842238 w 4092698"/>
                  <a:gd name="connsiteY666" fmla="*/ 1311136 h 1566463"/>
                  <a:gd name="connsiteX667" fmla="*/ 1862143 w 4092698"/>
                  <a:gd name="connsiteY667" fmla="*/ 1301243 h 1566463"/>
                  <a:gd name="connsiteX668" fmla="*/ 1862859 w 4092698"/>
                  <a:gd name="connsiteY668" fmla="*/ 1287059 h 1566463"/>
                  <a:gd name="connsiteX669" fmla="*/ 1854277 w 4092698"/>
                  <a:gd name="connsiteY669" fmla="*/ 1267154 h 1566463"/>
                  <a:gd name="connsiteX670" fmla="*/ 1864289 w 4092698"/>
                  <a:gd name="connsiteY670" fmla="*/ 1255235 h 1566463"/>
                  <a:gd name="connsiteX671" fmla="*/ 1877042 w 4092698"/>
                  <a:gd name="connsiteY671" fmla="*/ 1246772 h 1566463"/>
                  <a:gd name="connsiteX672" fmla="*/ 1885505 w 4092698"/>
                  <a:gd name="connsiteY672" fmla="*/ 1239025 h 1566463"/>
                  <a:gd name="connsiteX673" fmla="*/ 1903264 w 4092698"/>
                  <a:gd name="connsiteY673" fmla="*/ 1246057 h 1566463"/>
                  <a:gd name="connsiteX674" fmla="*/ 1918044 w 4092698"/>
                  <a:gd name="connsiteY674" fmla="*/ 1249633 h 1566463"/>
                  <a:gd name="connsiteX675" fmla="*/ 1935804 w 4092698"/>
                  <a:gd name="connsiteY675" fmla="*/ 1256665 h 1566463"/>
                  <a:gd name="connsiteX676" fmla="*/ 1959643 w 4092698"/>
                  <a:gd name="connsiteY676" fmla="*/ 1263817 h 1566463"/>
                  <a:gd name="connsiteX677" fmla="*/ 1962503 w 4092698"/>
                  <a:gd name="connsiteY677" fmla="*/ 1284318 h 1566463"/>
                  <a:gd name="connsiteX678" fmla="*/ 1977402 w 4092698"/>
                  <a:gd name="connsiteY678" fmla="*/ 1295641 h 1566463"/>
                  <a:gd name="connsiteX679" fmla="*/ 1998618 w 4092698"/>
                  <a:gd name="connsiteY679" fmla="*/ 1302078 h 1566463"/>
                  <a:gd name="connsiteX680" fmla="*/ 2015663 w 4092698"/>
                  <a:gd name="connsiteY680" fmla="*/ 1293496 h 1566463"/>
                  <a:gd name="connsiteX681" fmla="*/ 2037595 w 4092698"/>
                  <a:gd name="connsiteY681" fmla="*/ 1290754 h 1566463"/>
                  <a:gd name="connsiteX682" fmla="*/ 2059645 w 4092698"/>
                  <a:gd name="connsiteY682" fmla="*/ 1295641 h 1566463"/>
                  <a:gd name="connsiteX683" fmla="*/ 2078001 w 4092698"/>
                  <a:gd name="connsiteY683" fmla="*/ 1300647 h 1566463"/>
                  <a:gd name="connsiteX684" fmla="*/ 2097906 w 4092698"/>
                  <a:gd name="connsiteY684" fmla="*/ 1309825 h 1566463"/>
                  <a:gd name="connsiteX685" fmla="*/ 2110660 w 4092698"/>
                  <a:gd name="connsiteY685" fmla="*/ 1323294 h 1566463"/>
                  <a:gd name="connsiteX686" fmla="*/ 2141053 w 4092698"/>
                  <a:gd name="connsiteY686" fmla="*/ 1329015 h 1566463"/>
                  <a:gd name="connsiteX687" fmla="*/ 2172997 w 4092698"/>
                  <a:gd name="connsiteY687" fmla="*/ 1329015 h 1566463"/>
                  <a:gd name="connsiteX688" fmla="*/ 2204106 w 4092698"/>
                  <a:gd name="connsiteY688" fmla="*/ 1321148 h 1566463"/>
                  <a:gd name="connsiteX689" fmla="*/ 2223297 w 4092698"/>
                  <a:gd name="connsiteY689" fmla="*/ 1314116 h 1566463"/>
                  <a:gd name="connsiteX690" fmla="*/ 2242367 w 4092698"/>
                  <a:gd name="connsiteY690" fmla="*/ 1301362 h 1566463"/>
                  <a:gd name="connsiteX691" fmla="*/ 2272165 w 4092698"/>
                  <a:gd name="connsiteY691" fmla="*/ 1302793 h 1566463"/>
                  <a:gd name="connsiteX692" fmla="*/ 2292667 w 4092698"/>
                  <a:gd name="connsiteY692" fmla="*/ 1306964 h 1566463"/>
                  <a:gd name="connsiteX693" fmla="*/ 2315432 w 4092698"/>
                  <a:gd name="connsiteY693" fmla="*/ 1312686 h 1566463"/>
                  <a:gd name="connsiteX694" fmla="*/ 2339271 w 4092698"/>
                  <a:gd name="connsiteY694" fmla="*/ 1319003 h 1566463"/>
                  <a:gd name="connsiteX695" fmla="*/ 2361917 w 4092698"/>
                  <a:gd name="connsiteY695" fmla="*/ 1307084 h 1566463"/>
                  <a:gd name="connsiteX696" fmla="*/ 2372525 w 4092698"/>
                  <a:gd name="connsiteY696" fmla="*/ 1296475 h 1566463"/>
                  <a:gd name="connsiteX697" fmla="*/ 2384444 w 4092698"/>
                  <a:gd name="connsiteY697" fmla="*/ 1271683 h 1566463"/>
                  <a:gd name="connsiteX698" fmla="*/ 2399343 w 4092698"/>
                  <a:gd name="connsiteY698" fmla="*/ 1249037 h 1566463"/>
                  <a:gd name="connsiteX699" fmla="*/ 2409952 w 4092698"/>
                  <a:gd name="connsiteY699" fmla="*/ 1237118 h 1566463"/>
                  <a:gd name="connsiteX700" fmla="*/ 2402920 w 4092698"/>
                  <a:gd name="connsiteY700" fmla="*/ 1220073 h 1566463"/>
                  <a:gd name="connsiteX701" fmla="*/ 2400774 w 4092698"/>
                  <a:gd name="connsiteY701" fmla="*/ 1207320 h 1566463"/>
                  <a:gd name="connsiteX702" fmla="*/ 2431287 w 4092698"/>
                  <a:gd name="connsiteY702" fmla="*/ 1197427 h 1566463"/>
                  <a:gd name="connsiteX703" fmla="*/ 2467044 w 4092698"/>
                  <a:gd name="connsiteY703" fmla="*/ 1194566 h 1566463"/>
                  <a:gd name="connsiteX704" fmla="*/ 2493982 w 4092698"/>
                  <a:gd name="connsiteY704" fmla="*/ 1198857 h 1566463"/>
                  <a:gd name="connsiteX705" fmla="*/ 2523065 w 4092698"/>
                  <a:gd name="connsiteY705" fmla="*/ 1207320 h 1566463"/>
                  <a:gd name="connsiteX706" fmla="*/ 2538560 w 4092698"/>
                  <a:gd name="connsiteY706" fmla="*/ 1225079 h 1566463"/>
                  <a:gd name="connsiteX707" fmla="*/ 2550479 w 4092698"/>
                  <a:gd name="connsiteY707" fmla="*/ 1247011 h 1566463"/>
                  <a:gd name="connsiteX708" fmla="*/ 2564663 w 4092698"/>
                  <a:gd name="connsiteY708" fmla="*/ 1275379 h 1566463"/>
                  <a:gd name="connsiteX709" fmla="*/ 2576582 w 4092698"/>
                  <a:gd name="connsiteY709" fmla="*/ 1304342 h 1566463"/>
                  <a:gd name="connsiteX710" fmla="*/ 2585760 w 4092698"/>
                  <a:gd name="connsiteY710" fmla="*/ 1317811 h 1566463"/>
                  <a:gd name="connsiteX711" fmla="*/ 2609599 w 4092698"/>
                  <a:gd name="connsiteY711" fmla="*/ 1326393 h 1566463"/>
                  <a:gd name="connsiteX712" fmla="*/ 2633437 w 4092698"/>
                  <a:gd name="connsiteY712" fmla="*/ 1337001 h 1566463"/>
                  <a:gd name="connsiteX713" fmla="*/ 2650482 w 4092698"/>
                  <a:gd name="connsiteY713" fmla="*/ 1348920 h 1566463"/>
                  <a:gd name="connsiteX714" fmla="*/ 2655369 w 4092698"/>
                  <a:gd name="connsiteY714" fmla="*/ 1369421 h 1566463"/>
                  <a:gd name="connsiteX715" fmla="*/ 2679208 w 4092698"/>
                  <a:gd name="connsiteY715" fmla="*/ 1378718 h 1566463"/>
                  <a:gd name="connsiteX716" fmla="*/ 2700423 w 4092698"/>
                  <a:gd name="connsiteY716" fmla="*/ 1373712 h 1566463"/>
                  <a:gd name="connsiteX717" fmla="*/ 2724262 w 4092698"/>
                  <a:gd name="connsiteY717" fmla="*/ 1365249 h 1566463"/>
                  <a:gd name="connsiteX718" fmla="*/ 2743452 w 4092698"/>
                  <a:gd name="connsiteY718" fmla="*/ 1370136 h 1566463"/>
                  <a:gd name="connsiteX719" fmla="*/ 2743452 w 4092698"/>
                  <a:gd name="connsiteY719" fmla="*/ 1390042 h 1566463"/>
                  <a:gd name="connsiteX720" fmla="*/ 2730817 w 4092698"/>
                  <a:gd name="connsiteY720" fmla="*/ 1420436 h 1566463"/>
                  <a:gd name="connsiteX721" fmla="*/ 2716633 w 4092698"/>
                  <a:gd name="connsiteY721" fmla="*/ 1438910 h 1566463"/>
                  <a:gd name="connsiteX722" fmla="*/ 2704714 w 4092698"/>
                  <a:gd name="connsiteY722" fmla="*/ 1454525 h 1566463"/>
                  <a:gd name="connsiteX723" fmla="*/ 2683498 w 4092698"/>
                  <a:gd name="connsiteY723" fmla="*/ 1454525 h 1566463"/>
                  <a:gd name="connsiteX724" fmla="*/ 2663712 w 4092698"/>
                  <a:gd name="connsiteY724" fmla="*/ 1463702 h 1566463"/>
                  <a:gd name="connsiteX725" fmla="*/ 2660136 w 4092698"/>
                  <a:gd name="connsiteY725" fmla="*/ 1480747 h 1566463"/>
                  <a:gd name="connsiteX726" fmla="*/ 2661567 w 4092698"/>
                  <a:gd name="connsiteY726" fmla="*/ 1500533 h 1566463"/>
                  <a:gd name="connsiteX727" fmla="*/ 2663235 w 4092698"/>
                  <a:gd name="connsiteY727" fmla="*/ 1523537 h 1566463"/>
                  <a:gd name="connsiteX728" fmla="*/ 2683140 w 4092698"/>
                  <a:gd name="connsiteY728" fmla="*/ 1512571 h 1566463"/>
                  <a:gd name="connsiteX729" fmla="*/ 2710793 w 4092698"/>
                  <a:gd name="connsiteY729" fmla="*/ 1528185 h 1566463"/>
                  <a:gd name="connsiteX730" fmla="*/ 2766099 w 4092698"/>
                  <a:gd name="connsiteY730" fmla="*/ 1493500 h 1566463"/>
                  <a:gd name="connsiteX731" fmla="*/ 2805075 w 4092698"/>
                  <a:gd name="connsiteY731" fmla="*/ 1450234 h 1566463"/>
                  <a:gd name="connsiteX732" fmla="*/ 2840117 w 4092698"/>
                  <a:gd name="connsiteY732" fmla="*/ 1402557 h 1566463"/>
                  <a:gd name="connsiteX733" fmla="*/ 2865624 w 4092698"/>
                  <a:gd name="connsiteY733" fmla="*/ 1368587 h 1566463"/>
                  <a:gd name="connsiteX734" fmla="*/ 2880523 w 4092698"/>
                  <a:gd name="connsiteY734" fmla="*/ 1344033 h 1566463"/>
                  <a:gd name="connsiteX735" fmla="*/ 2890774 w 4092698"/>
                  <a:gd name="connsiteY735" fmla="*/ 1280981 h 1566463"/>
                  <a:gd name="connsiteX736" fmla="*/ 2895422 w 4092698"/>
                  <a:gd name="connsiteY736" fmla="*/ 1266082 h 1566463"/>
                  <a:gd name="connsiteX737" fmla="*/ 2904243 w 4092698"/>
                  <a:gd name="connsiteY737" fmla="*/ 1249156 h 1566463"/>
                  <a:gd name="connsiteX738" fmla="*/ 2908176 w 4092698"/>
                  <a:gd name="connsiteY738" fmla="*/ 1233184 h 1566463"/>
                  <a:gd name="connsiteX739" fmla="*/ 2906745 w 4092698"/>
                  <a:gd name="connsiteY739" fmla="*/ 1215067 h 1566463"/>
                  <a:gd name="connsiteX740" fmla="*/ 2909606 w 4092698"/>
                  <a:gd name="connsiteY740" fmla="*/ 1208035 h 1566463"/>
                  <a:gd name="connsiteX741" fmla="*/ 2900667 w 4092698"/>
                  <a:gd name="connsiteY741" fmla="*/ 1196115 h 1566463"/>
                  <a:gd name="connsiteX742" fmla="*/ 2886125 w 4092698"/>
                  <a:gd name="connsiteY742" fmla="*/ 1184196 h 1566463"/>
                  <a:gd name="connsiteX743" fmla="*/ 2867412 w 4092698"/>
                  <a:gd name="connsiteY743" fmla="*/ 1170012 h 1566463"/>
                  <a:gd name="connsiteX744" fmla="*/ 2846792 w 4092698"/>
                  <a:gd name="connsiteY744" fmla="*/ 1170728 h 1566463"/>
                  <a:gd name="connsiteX745" fmla="*/ 2842263 w 4092698"/>
                  <a:gd name="connsiteY745" fmla="*/ 1178833 h 1566463"/>
                  <a:gd name="connsiteX746" fmla="*/ 2832012 w 4092698"/>
                  <a:gd name="connsiteY746" fmla="*/ 1188130 h 1566463"/>
                  <a:gd name="connsiteX747" fmla="*/ 2818543 w 4092698"/>
                  <a:gd name="connsiteY747" fmla="*/ 1189083 h 1566463"/>
                  <a:gd name="connsiteX748" fmla="*/ 2817470 w 4092698"/>
                  <a:gd name="connsiteY748" fmla="*/ 1175018 h 1566463"/>
                  <a:gd name="connsiteX749" fmla="*/ 2816755 w 4092698"/>
                  <a:gd name="connsiteY749" fmla="*/ 1165364 h 1566463"/>
                  <a:gd name="connsiteX750" fmla="*/ 2801856 w 4092698"/>
                  <a:gd name="connsiteY750" fmla="*/ 1182408 h 1566463"/>
                  <a:gd name="connsiteX751" fmla="*/ 2798996 w 4092698"/>
                  <a:gd name="connsiteY751" fmla="*/ 1157974 h 1566463"/>
                  <a:gd name="connsiteX752" fmla="*/ 2771701 w 4092698"/>
                  <a:gd name="connsiteY752" fmla="*/ 1157259 h 1566463"/>
                  <a:gd name="connsiteX753" fmla="*/ 2772773 w 4092698"/>
                  <a:gd name="connsiteY753" fmla="*/ 1139499 h 1566463"/>
                  <a:gd name="connsiteX754" fmla="*/ 2788745 w 4092698"/>
                  <a:gd name="connsiteY754" fmla="*/ 1124600 h 1566463"/>
                  <a:gd name="connsiteX755" fmla="*/ 2819616 w 4092698"/>
                  <a:gd name="connsiteY755" fmla="*/ 1106602 h 1566463"/>
                  <a:gd name="connsiteX756" fmla="*/ 2832727 w 4092698"/>
                  <a:gd name="connsiteY756" fmla="*/ 1089200 h 1566463"/>
                  <a:gd name="connsiteX757" fmla="*/ 2867055 w 4092698"/>
                  <a:gd name="connsiteY757" fmla="*/ 1063335 h 1566463"/>
                  <a:gd name="connsiteX758" fmla="*/ 2893277 w 4092698"/>
                  <a:gd name="connsiteY758" fmla="*/ 1036398 h 1566463"/>
                  <a:gd name="connsiteX759" fmla="*/ 2919857 w 4092698"/>
                  <a:gd name="connsiteY759" fmla="*/ 1014109 h 1566463"/>
                  <a:gd name="connsiteX760" fmla="*/ 2964792 w 4092698"/>
                  <a:gd name="connsiteY760" fmla="*/ 990270 h 1566463"/>
                  <a:gd name="connsiteX761" fmla="*/ 3016879 w 4092698"/>
                  <a:gd name="connsiteY761" fmla="*/ 996587 h 1566463"/>
                  <a:gd name="connsiteX762" fmla="*/ 3027213 w 4092698"/>
                  <a:gd name="connsiteY762" fmla="*/ 998173 h 1566463"/>
                  <a:gd name="connsiteX763" fmla="*/ 3028798 w 4092698"/>
                  <a:gd name="connsiteY763" fmla="*/ 996587 h 1566463"/>
                  <a:gd name="connsiteX764" fmla="*/ 3051207 w 4092698"/>
                  <a:gd name="connsiteY764" fmla="*/ 996587 h 1566463"/>
                  <a:gd name="connsiteX765" fmla="*/ 3074211 w 4092698"/>
                  <a:gd name="connsiteY765" fmla="*/ 993488 h 1566463"/>
                  <a:gd name="connsiteX766" fmla="*/ 3093997 w 4092698"/>
                  <a:gd name="connsiteY766" fmla="*/ 987767 h 1566463"/>
                  <a:gd name="connsiteX767" fmla="*/ 3127729 w 4092698"/>
                  <a:gd name="connsiteY767" fmla="*/ 983953 h 1566463"/>
                  <a:gd name="connsiteX768" fmla="*/ 3145726 w 4092698"/>
                  <a:gd name="connsiteY768" fmla="*/ 987410 h 1566463"/>
                  <a:gd name="connsiteX769" fmla="*/ 3162413 w 4092698"/>
                  <a:gd name="connsiteY769" fmla="*/ 995992 h 1566463"/>
                  <a:gd name="connsiteX770" fmla="*/ 3158123 w 4092698"/>
                  <a:gd name="connsiteY770" fmla="*/ 1003381 h 1566463"/>
                  <a:gd name="connsiteX771" fmla="*/ 3150375 w 4092698"/>
                  <a:gd name="connsiteY771" fmla="*/ 1011487 h 1566463"/>
                  <a:gd name="connsiteX772" fmla="*/ 3174213 w 4092698"/>
                  <a:gd name="connsiteY772" fmla="*/ 1008030 h 1566463"/>
                  <a:gd name="connsiteX773" fmla="*/ 3199363 w 4092698"/>
                  <a:gd name="connsiteY773" fmla="*/ 1003739 h 1566463"/>
                  <a:gd name="connsiteX774" fmla="*/ 3216408 w 4092698"/>
                  <a:gd name="connsiteY774" fmla="*/ 1003739 h 1566463"/>
                  <a:gd name="connsiteX775" fmla="*/ 3241199 w 4092698"/>
                  <a:gd name="connsiteY775" fmla="*/ 997660 h 1566463"/>
                  <a:gd name="connsiteX776" fmla="*/ 3231664 w 4092698"/>
                  <a:gd name="connsiteY776" fmla="*/ 990270 h 1566463"/>
                  <a:gd name="connsiteX777" fmla="*/ 3229876 w 4092698"/>
                  <a:gd name="connsiteY777" fmla="*/ 970008 h 1566463"/>
                  <a:gd name="connsiteX778" fmla="*/ 3264918 w 4092698"/>
                  <a:gd name="connsiteY778" fmla="*/ 938898 h 1566463"/>
                  <a:gd name="connsiteX779" fmla="*/ 3282559 w 4092698"/>
                  <a:gd name="connsiteY779" fmla="*/ 928648 h 1566463"/>
                  <a:gd name="connsiteX780" fmla="*/ 3295432 w 4092698"/>
                  <a:gd name="connsiteY780" fmla="*/ 906716 h 1566463"/>
                  <a:gd name="connsiteX781" fmla="*/ 3334766 w 4092698"/>
                  <a:gd name="connsiteY781" fmla="*/ 903141 h 1566463"/>
                  <a:gd name="connsiteX782" fmla="*/ 3350618 w 4092698"/>
                  <a:gd name="connsiteY782" fmla="*/ 909815 h 1566463"/>
                  <a:gd name="connsiteX783" fmla="*/ 3368020 w 4092698"/>
                  <a:gd name="connsiteY783" fmla="*/ 903141 h 1566463"/>
                  <a:gd name="connsiteX784" fmla="*/ 3356101 w 4092698"/>
                  <a:gd name="connsiteY784" fmla="*/ 925430 h 1566463"/>
                  <a:gd name="connsiteX785" fmla="*/ 3369570 w 4092698"/>
                  <a:gd name="connsiteY785" fmla="*/ 934607 h 1566463"/>
                  <a:gd name="connsiteX786" fmla="*/ 3363134 w 4092698"/>
                  <a:gd name="connsiteY786" fmla="*/ 944620 h 1566463"/>
                  <a:gd name="connsiteX787" fmla="*/ 3392217 w 4092698"/>
                  <a:gd name="connsiteY787" fmla="*/ 931866 h 1566463"/>
                  <a:gd name="connsiteX788" fmla="*/ 3431907 w 4092698"/>
                  <a:gd name="connsiteY788" fmla="*/ 913034 h 1566463"/>
                  <a:gd name="connsiteX789" fmla="*/ 3436794 w 4092698"/>
                  <a:gd name="connsiteY789" fmla="*/ 889195 h 1566463"/>
                  <a:gd name="connsiteX790" fmla="*/ 3477916 w 4092698"/>
                  <a:gd name="connsiteY790" fmla="*/ 874654 h 1566463"/>
                  <a:gd name="connsiteX791" fmla="*/ 3477916 w 4092698"/>
                  <a:gd name="connsiteY791" fmla="*/ 880256 h 1566463"/>
                  <a:gd name="connsiteX792" fmla="*/ 3459918 w 4092698"/>
                  <a:gd name="connsiteY792" fmla="*/ 898373 h 1566463"/>
                  <a:gd name="connsiteX793" fmla="*/ 3455984 w 4092698"/>
                  <a:gd name="connsiteY793" fmla="*/ 918993 h 1566463"/>
                  <a:gd name="connsiteX794" fmla="*/ 3448952 w 4092698"/>
                  <a:gd name="connsiteY794" fmla="*/ 929601 h 1566463"/>
                  <a:gd name="connsiteX795" fmla="*/ 3441800 w 4092698"/>
                  <a:gd name="connsiteY795" fmla="*/ 940567 h 1566463"/>
                  <a:gd name="connsiteX796" fmla="*/ 3410333 w 4092698"/>
                  <a:gd name="connsiteY796" fmla="*/ 954393 h 1566463"/>
                  <a:gd name="connsiteX797" fmla="*/ 3390786 w 4092698"/>
                  <a:gd name="connsiteY797" fmla="*/ 975967 h 1566463"/>
                  <a:gd name="connsiteX798" fmla="*/ 3346566 w 4092698"/>
                  <a:gd name="connsiteY798" fmla="*/ 1016731 h 1566463"/>
                  <a:gd name="connsiteX799" fmla="*/ 3307232 w 4092698"/>
                  <a:gd name="connsiteY799" fmla="*/ 1043669 h 1566463"/>
                  <a:gd name="connsiteX800" fmla="*/ 3284824 w 4092698"/>
                  <a:gd name="connsiteY800" fmla="*/ 1048198 h 1566463"/>
                  <a:gd name="connsiteX801" fmla="*/ 3276719 w 4092698"/>
                  <a:gd name="connsiteY801" fmla="*/ 1077281 h 1566463"/>
                  <a:gd name="connsiteX802" fmla="*/ 3254787 w 4092698"/>
                  <a:gd name="connsiteY802" fmla="*/ 1132228 h 1566463"/>
                  <a:gd name="connsiteX803" fmla="*/ 3267898 w 4092698"/>
                  <a:gd name="connsiteY803" fmla="*/ 1220788 h 1566463"/>
                  <a:gd name="connsiteX804" fmla="*/ 3275289 w 4092698"/>
                  <a:gd name="connsiteY804" fmla="*/ 1261552 h 1566463"/>
                  <a:gd name="connsiteX805" fmla="*/ 3281725 w 4092698"/>
                  <a:gd name="connsiteY805" fmla="*/ 1278835 h 1566463"/>
                  <a:gd name="connsiteX806" fmla="*/ 3306874 w 4092698"/>
                  <a:gd name="connsiteY806" fmla="*/ 1257261 h 1566463"/>
                  <a:gd name="connsiteX807" fmla="*/ 3318794 w 4092698"/>
                  <a:gd name="connsiteY807" fmla="*/ 1243435 h 1566463"/>
                  <a:gd name="connsiteX808" fmla="*/ 3324038 w 4092698"/>
                  <a:gd name="connsiteY808" fmla="*/ 1219596 h 1566463"/>
                  <a:gd name="connsiteX809" fmla="*/ 3340367 w 4092698"/>
                  <a:gd name="connsiteY809" fmla="*/ 1208631 h 1566463"/>
                  <a:gd name="connsiteX810" fmla="*/ 3358127 w 4092698"/>
                  <a:gd name="connsiteY810" fmla="*/ 1205055 h 1566463"/>
                  <a:gd name="connsiteX811" fmla="*/ 3355982 w 4092698"/>
                  <a:gd name="connsiteY811" fmla="*/ 1184911 h 1566463"/>
                  <a:gd name="connsiteX812" fmla="*/ 3378986 w 4092698"/>
                  <a:gd name="connsiteY812" fmla="*/ 1162980 h 1566463"/>
                  <a:gd name="connsiteX813" fmla="*/ 3407712 w 4092698"/>
                  <a:gd name="connsiteY813" fmla="*/ 1157974 h 1566463"/>
                  <a:gd name="connsiteX814" fmla="*/ 3403421 w 4092698"/>
                  <a:gd name="connsiteY814" fmla="*/ 1134136 h 1566463"/>
                  <a:gd name="connsiteX815" fmla="*/ 3420465 w 4092698"/>
                  <a:gd name="connsiteY815" fmla="*/ 1105053 h 1566463"/>
                  <a:gd name="connsiteX816" fmla="*/ 3438821 w 4092698"/>
                  <a:gd name="connsiteY816" fmla="*/ 1103980 h 1566463"/>
                  <a:gd name="connsiteX817" fmla="*/ 3426901 w 4092698"/>
                  <a:gd name="connsiteY817" fmla="*/ 1088008 h 1566463"/>
                  <a:gd name="connsiteX818" fmla="*/ 3431907 w 4092698"/>
                  <a:gd name="connsiteY818" fmla="*/ 1061190 h 1566463"/>
                  <a:gd name="connsiteX819" fmla="*/ 3431192 w 4092698"/>
                  <a:gd name="connsiteY819" fmla="*/ 1048436 h 1566463"/>
                  <a:gd name="connsiteX820" fmla="*/ 3415936 w 4092698"/>
                  <a:gd name="connsiteY820" fmla="*/ 1049390 h 1566463"/>
                  <a:gd name="connsiteX821" fmla="*/ 3413075 w 4092698"/>
                  <a:gd name="connsiteY821" fmla="*/ 1024598 h 1566463"/>
                  <a:gd name="connsiteX822" fmla="*/ 3433337 w 4092698"/>
                  <a:gd name="connsiteY822" fmla="*/ 1003381 h 1566463"/>
                  <a:gd name="connsiteX823" fmla="*/ 3451336 w 4092698"/>
                  <a:gd name="connsiteY823" fmla="*/ 973226 h 1566463"/>
                  <a:gd name="connsiteX824" fmla="*/ 3472314 w 4092698"/>
                  <a:gd name="connsiteY824" fmla="*/ 972153 h 1566463"/>
                  <a:gd name="connsiteX825" fmla="*/ 3481492 w 4092698"/>
                  <a:gd name="connsiteY825" fmla="*/ 976444 h 1566463"/>
                  <a:gd name="connsiteX826" fmla="*/ 3505330 w 4092698"/>
                  <a:gd name="connsiteY826" fmla="*/ 953440 h 1566463"/>
                  <a:gd name="connsiteX827" fmla="*/ 3510336 w 4092698"/>
                  <a:gd name="connsiteY827" fmla="*/ 974298 h 1566463"/>
                  <a:gd name="connsiteX828" fmla="*/ 3532625 w 4092698"/>
                  <a:gd name="connsiteY828" fmla="*/ 961545 h 1566463"/>
                  <a:gd name="connsiteX829" fmla="*/ 3592221 w 4092698"/>
                  <a:gd name="connsiteY829" fmla="*/ 957016 h 1566463"/>
                  <a:gd name="connsiteX830" fmla="*/ 3609981 w 4092698"/>
                  <a:gd name="connsiteY830" fmla="*/ 972153 h 1566463"/>
                  <a:gd name="connsiteX831" fmla="*/ 3619874 w 4092698"/>
                  <a:gd name="connsiteY831" fmla="*/ 957969 h 1566463"/>
                  <a:gd name="connsiteX832" fmla="*/ 3654678 w 4092698"/>
                  <a:gd name="connsiteY832" fmla="*/ 938541 h 1566463"/>
                  <a:gd name="connsiteX833" fmla="*/ 3668742 w 4092698"/>
                  <a:gd name="connsiteY833" fmla="*/ 929005 h 1566463"/>
                  <a:gd name="connsiteX834" fmla="*/ 3682569 w 4092698"/>
                  <a:gd name="connsiteY834" fmla="*/ 919828 h 1566463"/>
                  <a:gd name="connsiteX835" fmla="*/ 3722976 w 4092698"/>
                  <a:gd name="connsiteY835" fmla="*/ 901710 h 1566463"/>
                  <a:gd name="connsiteX836" fmla="*/ 3772917 w 4092698"/>
                  <a:gd name="connsiteY836" fmla="*/ 877872 h 1566463"/>
                  <a:gd name="connsiteX837" fmla="*/ 3782572 w 4092698"/>
                  <a:gd name="connsiteY837" fmla="*/ 875726 h 1566463"/>
                  <a:gd name="connsiteX838" fmla="*/ 3803788 w 4092698"/>
                  <a:gd name="connsiteY838" fmla="*/ 881090 h 1566463"/>
                  <a:gd name="connsiteX839" fmla="*/ 3830010 w 4092698"/>
                  <a:gd name="connsiteY839" fmla="*/ 878945 h 1566463"/>
                  <a:gd name="connsiteX840" fmla="*/ 3829295 w 4092698"/>
                  <a:gd name="connsiteY840" fmla="*/ 859397 h 1566463"/>
                  <a:gd name="connsiteX841" fmla="*/ 3815468 w 4092698"/>
                  <a:gd name="connsiteY841" fmla="*/ 837466 h 1566463"/>
                  <a:gd name="connsiteX842" fmla="*/ 3799139 w 4092698"/>
                  <a:gd name="connsiteY842" fmla="*/ 813627 h 1566463"/>
                  <a:gd name="connsiteX843" fmla="*/ 3784955 w 4092698"/>
                  <a:gd name="connsiteY843" fmla="*/ 804688 h 1566463"/>
                  <a:gd name="connsiteX844" fmla="*/ 3777565 w 4092698"/>
                  <a:gd name="connsiteY844" fmla="*/ 796583 h 1566463"/>
                  <a:gd name="connsiteX845" fmla="*/ 3757302 w 4092698"/>
                  <a:gd name="connsiteY845" fmla="*/ 792292 h 1566463"/>
                  <a:gd name="connsiteX846" fmla="*/ 3781141 w 4092698"/>
                  <a:gd name="connsiteY846" fmla="*/ 785617 h 1566463"/>
                  <a:gd name="connsiteX847" fmla="*/ 3793894 w 4092698"/>
                  <a:gd name="connsiteY847" fmla="*/ 797536 h 1566463"/>
                  <a:gd name="connsiteX848" fmla="*/ 3821071 w 4092698"/>
                  <a:gd name="connsiteY848" fmla="*/ 795748 h 1566463"/>
                  <a:gd name="connsiteX849" fmla="*/ 3853014 w 4092698"/>
                  <a:gd name="connsiteY849" fmla="*/ 779538 h 1566463"/>
                  <a:gd name="connsiteX850" fmla="*/ 3859808 w 4092698"/>
                  <a:gd name="connsiteY850" fmla="*/ 767619 h 1566463"/>
                  <a:gd name="connsiteX851" fmla="*/ 3855517 w 4092698"/>
                  <a:gd name="connsiteY851" fmla="*/ 753554 h 1566463"/>
                  <a:gd name="connsiteX852" fmla="*/ 3851358 w 4092698"/>
                  <a:gd name="connsiteY852" fmla="*/ 746033 h 1566463"/>
                  <a:gd name="connsiteX853" fmla="*/ 3857305 w 4092698"/>
                  <a:gd name="connsiteY853" fmla="*/ 741635 h 1566463"/>
                  <a:gd name="connsiteX854" fmla="*/ 3866125 w 4092698"/>
                  <a:gd name="connsiteY854" fmla="*/ 733768 h 1566463"/>
                  <a:gd name="connsiteX855" fmla="*/ 3878879 w 4092698"/>
                  <a:gd name="connsiteY855" fmla="*/ 733053 h 1566463"/>
                  <a:gd name="connsiteX856" fmla="*/ 3875661 w 4092698"/>
                  <a:gd name="connsiteY856" fmla="*/ 745807 h 1566463"/>
                  <a:gd name="connsiteX857" fmla="*/ 3884243 w 4092698"/>
                  <a:gd name="connsiteY857" fmla="*/ 762136 h 1566463"/>
                  <a:gd name="connsiteX858" fmla="*/ 3909035 w 4092698"/>
                  <a:gd name="connsiteY858" fmla="*/ 762851 h 1566463"/>
                  <a:gd name="connsiteX859" fmla="*/ 3946580 w 4092698"/>
                  <a:gd name="connsiteY859" fmla="*/ 774770 h 1566463"/>
                  <a:gd name="connsiteX860" fmla="*/ 3963506 w 4092698"/>
                  <a:gd name="connsiteY860" fmla="*/ 795272 h 1566463"/>
                  <a:gd name="connsiteX861" fmla="*/ 3987344 w 4092698"/>
                  <a:gd name="connsiteY861" fmla="*/ 803853 h 1566463"/>
                  <a:gd name="connsiteX862" fmla="*/ 4000002 w 4092698"/>
                  <a:gd name="connsiteY862" fmla="*/ 810552 h 1566463"/>
                  <a:gd name="connsiteX863" fmla="*/ 4000098 w 4092698"/>
                  <a:gd name="connsiteY863" fmla="*/ 810528 h 1566463"/>
                  <a:gd name="connsiteX864" fmla="*/ 4014520 w 4092698"/>
                  <a:gd name="connsiteY864" fmla="*/ 811959 h 1566463"/>
                  <a:gd name="connsiteX865" fmla="*/ 4027631 w 4092698"/>
                  <a:gd name="connsiteY865" fmla="*/ 809098 h 1566463"/>
                  <a:gd name="connsiteX866" fmla="*/ 4017023 w 4092698"/>
                  <a:gd name="connsiteY866" fmla="*/ 795987 h 1566463"/>
                  <a:gd name="connsiteX867" fmla="*/ 4028942 w 4092698"/>
                  <a:gd name="connsiteY867" fmla="*/ 798847 h 1566463"/>
                  <a:gd name="connsiteX868" fmla="*/ 4031445 w 4092698"/>
                  <a:gd name="connsiteY868" fmla="*/ 786928 h 1566463"/>
                  <a:gd name="connsiteX869" fmla="*/ 4027869 w 4092698"/>
                  <a:gd name="connsiteY869" fmla="*/ 763090 h 1566463"/>
                  <a:gd name="connsiteX870" fmla="*/ 4035378 w 4092698"/>
                  <a:gd name="connsiteY870" fmla="*/ 760229 h 1566463"/>
                  <a:gd name="connsiteX871" fmla="*/ 4062316 w 4092698"/>
                  <a:gd name="connsiteY871" fmla="*/ 765831 h 1566463"/>
                  <a:gd name="connsiteX872" fmla="*/ 4056595 w 4092698"/>
                  <a:gd name="connsiteY872" fmla="*/ 759156 h 1566463"/>
                  <a:gd name="connsiteX873" fmla="*/ 4061959 w 4092698"/>
                  <a:gd name="connsiteY873" fmla="*/ 757011 h 1566463"/>
                  <a:gd name="connsiteX874" fmla="*/ 4075070 w 4092698"/>
                  <a:gd name="connsiteY874" fmla="*/ 758441 h 1566463"/>
                  <a:gd name="connsiteX875" fmla="*/ 4086989 w 4092698"/>
                  <a:gd name="connsiteY875" fmla="*/ 745330 h 1566463"/>
                  <a:gd name="connsiteX876" fmla="*/ 4087823 w 4092698"/>
                  <a:gd name="connsiteY876" fmla="*/ 737106 h 1566463"/>
                  <a:gd name="connsiteX877" fmla="*/ 2111851 w 4092698"/>
                  <a:gd name="connsiteY877" fmla="*/ 1201956 h 1566463"/>
                  <a:gd name="connsiteX878" fmla="*/ 2051302 w 4092698"/>
                  <a:gd name="connsiteY878" fmla="*/ 1239144 h 1566463"/>
                  <a:gd name="connsiteX879" fmla="*/ 1998142 w 4092698"/>
                  <a:gd name="connsiteY879" fmla="*/ 1255116 h 1566463"/>
                  <a:gd name="connsiteX880" fmla="*/ 2043911 w 4092698"/>
                  <a:gd name="connsiteY880" fmla="*/ 1226390 h 1566463"/>
                  <a:gd name="connsiteX881" fmla="*/ 2107680 w 4092698"/>
                  <a:gd name="connsiteY881" fmla="*/ 1165841 h 1566463"/>
                  <a:gd name="connsiteX882" fmla="*/ 2138432 w 4092698"/>
                  <a:gd name="connsiteY882" fmla="*/ 1116972 h 1566463"/>
                  <a:gd name="connsiteX883" fmla="*/ 2111851 w 4092698"/>
                  <a:gd name="connsiteY883" fmla="*/ 1201837 h 1566463"/>
                  <a:gd name="connsiteX884" fmla="*/ 2202199 w 4092698"/>
                  <a:gd name="connsiteY884" fmla="*/ 369636 h 1566463"/>
                  <a:gd name="connsiteX885" fmla="*/ 2188015 w 4092698"/>
                  <a:gd name="connsiteY885" fmla="*/ 381555 h 1566463"/>
                  <a:gd name="connsiteX886" fmla="*/ 2231282 w 4092698"/>
                  <a:gd name="connsiteY886" fmla="*/ 374523 h 1566463"/>
                  <a:gd name="connsiteX887" fmla="*/ 2202199 w 4092698"/>
                  <a:gd name="connsiteY887" fmla="*/ 369636 h 1566463"/>
                  <a:gd name="connsiteX888" fmla="*/ 911584 w 4092698"/>
                  <a:gd name="connsiteY888" fmla="*/ 19687 h 1566463"/>
                  <a:gd name="connsiteX889" fmla="*/ 935422 w 4092698"/>
                  <a:gd name="connsiteY889" fmla="*/ 10509 h 1566463"/>
                  <a:gd name="connsiteX890" fmla="*/ 955923 w 4092698"/>
                  <a:gd name="connsiteY890" fmla="*/ 4192 h 1566463"/>
                  <a:gd name="connsiteX891" fmla="*/ 913491 w 4092698"/>
                  <a:gd name="connsiteY891" fmla="*/ 5622 h 1566463"/>
                  <a:gd name="connsiteX892" fmla="*/ 880832 w 4092698"/>
                  <a:gd name="connsiteY892" fmla="*/ 11224 h 1566463"/>
                  <a:gd name="connsiteX893" fmla="*/ 911584 w 4092698"/>
                  <a:gd name="connsiteY893" fmla="*/ 19687 h 1566463"/>
                  <a:gd name="connsiteX894" fmla="*/ 823620 w 4092698"/>
                  <a:gd name="connsiteY894" fmla="*/ 67364 h 1566463"/>
                  <a:gd name="connsiteX895" fmla="*/ 793941 w 4092698"/>
                  <a:gd name="connsiteY895" fmla="*/ 70820 h 1566463"/>
                  <a:gd name="connsiteX896" fmla="*/ 823620 w 4092698"/>
                  <a:gd name="connsiteY896" fmla="*/ 67364 h 1566463"/>
                  <a:gd name="connsiteX897" fmla="*/ 914921 w 4092698"/>
                  <a:gd name="connsiteY897" fmla="*/ 57828 h 1566463"/>
                  <a:gd name="connsiteX898" fmla="*/ 897281 w 4092698"/>
                  <a:gd name="connsiteY898" fmla="*/ 64265 h 1566463"/>
                  <a:gd name="connsiteX899" fmla="*/ 883097 w 4092698"/>
                  <a:gd name="connsiteY899" fmla="*/ 78449 h 1566463"/>
                  <a:gd name="connsiteX900" fmla="*/ 935542 w 4092698"/>
                  <a:gd name="connsiteY900" fmla="*/ 74158 h 1566463"/>
                  <a:gd name="connsiteX901" fmla="*/ 961049 w 4092698"/>
                  <a:gd name="connsiteY901" fmla="*/ 64265 h 1566463"/>
                  <a:gd name="connsiteX902" fmla="*/ 914921 w 4092698"/>
                  <a:gd name="connsiteY902" fmla="*/ 57828 h 1566463"/>
                  <a:gd name="connsiteX903" fmla="*/ 1036140 w 4092698"/>
                  <a:gd name="connsiteY903" fmla="*/ 44360 h 1566463"/>
                  <a:gd name="connsiteX904" fmla="*/ 1025532 w 4092698"/>
                  <a:gd name="connsiteY904" fmla="*/ 31606 h 1566463"/>
                  <a:gd name="connsiteX905" fmla="*/ 986556 w 4092698"/>
                  <a:gd name="connsiteY905" fmla="*/ 31606 h 1566463"/>
                  <a:gd name="connsiteX906" fmla="*/ 968081 w 4092698"/>
                  <a:gd name="connsiteY906" fmla="*/ 53538 h 1566463"/>
                  <a:gd name="connsiteX907" fmla="*/ 1036259 w 4092698"/>
                  <a:gd name="connsiteY907" fmla="*/ 44360 h 1566463"/>
                  <a:gd name="connsiteX908" fmla="*/ 923503 w 4092698"/>
                  <a:gd name="connsiteY908" fmla="*/ 32440 h 1566463"/>
                  <a:gd name="connsiteX909" fmla="*/ 882381 w 4092698"/>
                  <a:gd name="connsiteY909" fmla="*/ 21832 h 1566463"/>
                  <a:gd name="connsiteX910" fmla="*/ 865337 w 4092698"/>
                  <a:gd name="connsiteY910" fmla="*/ 25408 h 1566463"/>
                  <a:gd name="connsiteX911" fmla="*/ 839830 w 4092698"/>
                  <a:gd name="connsiteY911" fmla="*/ 40307 h 1566463"/>
                  <a:gd name="connsiteX912" fmla="*/ 923622 w 4092698"/>
                  <a:gd name="connsiteY912" fmla="*/ 33036 h 1566463"/>
                  <a:gd name="connsiteX913" fmla="*/ 817898 w 4092698"/>
                  <a:gd name="connsiteY913" fmla="*/ 425775 h 1566463"/>
                  <a:gd name="connsiteX914" fmla="*/ 800854 w 4092698"/>
                  <a:gd name="connsiteY914" fmla="*/ 437694 h 1566463"/>
                  <a:gd name="connsiteX915" fmla="*/ 808721 w 4092698"/>
                  <a:gd name="connsiteY915" fmla="*/ 453905 h 1566463"/>
                  <a:gd name="connsiteX916" fmla="*/ 794537 w 4092698"/>
                  <a:gd name="connsiteY916" fmla="*/ 468089 h 1566463"/>
                  <a:gd name="connsiteX917" fmla="*/ 764739 w 4092698"/>
                  <a:gd name="connsiteY917" fmla="*/ 483703 h 1566463"/>
                  <a:gd name="connsiteX918" fmla="*/ 788577 w 4092698"/>
                  <a:gd name="connsiteY918" fmla="*/ 497887 h 1566463"/>
                  <a:gd name="connsiteX919" fmla="*/ 792868 w 4092698"/>
                  <a:gd name="connsiteY919" fmla="*/ 515646 h 1566463"/>
                  <a:gd name="connsiteX920" fmla="*/ 802046 w 4092698"/>
                  <a:gd name="connsiteY920" fmla="*/ 507780 h 1566463"/>
                  <a:gd name="connsiteX921" fmla="*/ 821236 w 4092698"/>
                  <a:gd name="connsiteY921" fmla="*/ 521248 h 1566463"/>
                  <a:gd name="connsiteX922" fmla="*/ 851630 w 4092698"/>
                  <a:gd name="connsiteY922" fmla="*/ 538293 h 1566463"/>
                  <a:gd name="connsiteX923" fmla="*/ 913968 w 4092698"/>
                  <a:gd name="connsiteY923" fmla="*/ 538293 h 1566463"/>
                  <a:gd name="connsiteX924" fmla="*/ 881428 w 4092698"/>
                  <a:gd name="connsiteY924" fmla="*/ 509210 h 1566463"/>
                  <a:gd name="connsiteX925" fmla="*/ 872966 w 4092698"/>
                  <a:gd name="connsiteY925" fmla="*/ 457480 h 1566463"/>
                  <a:gd name="connsiteX926" fmla="*/ 892036 w 4092698"/>
                  <a:gd name="connsiteY926" fmla="*/ 429828 h 1566463"/>
                  <a:gd name="connsiteX927" fmla="*/ 913372 w 4092698"/>
                  <a:gd name="connsiteY927" fmla="*/ 405036 h 1566463"/>
                  <a:gd name="connsiteX928" fmla="*/ 926840 w 4092698"/>
                  <a:gd name="connsiteY928" fmla="*/ 389183 h 1566463"/>
                  <a:gd name="connsiteX929" fmla="*/ 941978 w 4092698"/>
                  <a:gd name="connsiteY929" fmla="*/ 366861 h 1566463"/>
                  <a:gd name="connsiteX930" fmla="*/ 941620 w 4092698"/>
                  <a:gd name="connsiteY930" fmla="*/ 365345 h 1566463"/>
                  <a:gd name="connsiteX931" fmla="*/ 964386 w 4092698"/>
                  <a:gd name="connsiteY931" fmla="*/ 357597 h 1566463"/>
                  <a:gd name="connsiteX932" fmla="*/ 996210 w 4092698"/>
                  <a:gd name="connsiteY932" fmla="*/ 342698 h 1566463"/>
                  <a:gd name="connsiteX933" fmla="*/ 1129467 w 4092698"/>
                  <a:gd name="connsiteY933" fmla="*/ 292399 h 1566463"/>
                  <a:gd name="connsiteX934" fmla="*/ 1191090 w 4092698"/>
                  <a:gd name="connsiteY934" fmla="*/ 249847 h 1566463"/>
                  <a:gd name="connsiteX935" fmla="*/ 1117429 w 4092698"/>
                  <a:gd name="connsiteY935" fmla="*/ 264031 h 1566463"/>
                  <a:gd name="connsiteX936" fmla="*/ 1078453 w 4092698"/>
                  <a:gd name="connsiteY936" fmla="*/ 273328 h 1566463"/>
                  <a:gd name="connsiteX937" fmla="*/ 1030776 w 4092698"/>
                  <a:gd name="connsiteY937" fmla="*/ 277500 h 1566463"/>
                  <a:gd name="connsiteX938" fmla="*/ 995018 w 4092698"/>
                  <a:gd name="connsiteY938" fmla="*/ 286082 h 1566463"/>
                  <a:gd name="connsiteX939" fmla="*/ 965340 w 4092698"/>
                  <a:gd name="connsiteY939" fmla="*/ 294544 h 1566463"/>
                  <a:gd name="connsiteX940" fmla="*/ 934111 w 4092698"/>
                  <a:gd name="connsiteY940" fmla="*/ 308013 h 1566463"/>
                  <a:gd name="connsiteX941" fmla="*/ 915636 w 4092698"/>
                  <a:gd name="connsiteY941" fmla="*/ 319932 h 1566463"/>
                  <a:gd name="connsiteX942" fmla="*/ 899522 w 4092698"/>
                  <a:gd name="connsiteY942" fmla="*/ 329113 h 1566463"/>
                  <a:gd name="connsiteX943" fmla="*/ 895135 w 4092698"/>
                  <a:gd name="connsiteY943" fmla="*/ 326965 h 1566463"/>
                  <a:gd name="connsiteX944" fmla="*/ 889414 w 4092698"/>
                  <a:gd name="connsiteY944" fmla="*/ 343294 h 1566463"/>
                  <a:gd name="connsiteX945" fmla="*/ 875945 w 4092698"/>
                  <a:gd name="connsiteY945" fmla="*/ 358908 h 1566463"/>
                  <a:gd name="connsiteX946" fmla="*/ 868913 w 4092698"/>
                  <a:gd name="connsiteY946" fmla="*/ 374523 h 1566463"/>
                  <a:gd name="connsiteX947" fmla="*/ 848412 w 4092698"/>
                  <a:gd name="connsiteY947" fmla="*/ 385131 h 1566463"/>
                  <a:gd name="connsiteX948" fmla="*/ 845551 w 4092698"/>
                  <a:gd name="connsiteY948" fmla="*/ 402175 h 1566463"/>
                  <a:gd name="connsiteX949" fmla="*/ 839115 w 4092698"/>
                  <a:gd name="connsiteY949" fmla="*/ 415644 h 1566463"/>
                  <a:gd name="connsiteX950" fmla="*/ 818018 w 4092698"/>
                  <a:gd name="connsiteY950" fmla="*/ 426371 h 15664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 ang="0">
                    <a:pos x="connsiteX260" y="connsiteY260"/>
                  </a:cxn>
                  <a:cxn ang="0">
                    <a:pos x="connsiteX261" y="connsiteY261"/>
                  </a:cxn>
                  <a:cxn ang="0">
                    <a:pos x="connsiteX262" y="connsiteY262"/>
                  </a:cxn>
                  <a:cxn ang="0">
                    <a:pos x="connsiteX263" y="connsiteY263"/>
                  </a:cxn>
                  <a:cxn ang="0">
                    <a:pos x="connsiteX264" y="connsiteY264"/>
                  </a:cxn>
                  <a:cxn ang="0">
                    <a:pos x="connsiteX265" y="connsiteY265"/>
                  </a:cxn>
                  <a:cxn ang="0">
                    <a:pos x="connsiteX266" y="connsiteY266"/>
                  </a:cxn>
                  <a:cxn ang="0">
                    <a:pos x="connsiteX267" y="connsiteY267"/>
                  </a:cxn>
                  <a:cxn ang="0">
                    <a:pos x="connsiteX268" y="connsiteY268"/>
                  </a:cxn>
                  <a:cxn ang="0">
                    <a:pos x="connsiteX269" y="connsiteY269"/>
                  </a:cxn>
                  <a:cxn ang="0">
                    <a:pos x="connsiteX270" y="connsiteY270"/>
                  </a:cxn>
                  <a:cxn ang="0">
                    <a:pos x="connsiteX271" y="connsiteY271"/>
                  </a:cxn>
                  <a:cxn ang="0">
                    <a:pos x="connsiteX272" y="connsiteY272"/>
                  </a:cxn>
                  <a:cxn ang="0">
                    <a:pos x="connsiteX273" y="connsiteY273"/>
                  </a:cxn>
                  <a:cxn ang="0">
                    <a:pos x="connsiteX274" y="connsiteY274"/>
                  </a:cxn>
                  <a:cxn ang="0">
                    <a:pos x="connsiteX275" y="connsiteY275"/>
                  </a:cxn>
                  <a:cxn ang="0">
                    <a:pos x="connsiteX276" y="connsiteY276"/>
                  </a:cxn>
                  <a:cxn ang="0">
                    <a:pos x="connsiteX277" y="connsiteY277"/>
                  </a:cxn>
                  <a:cxn ang="0">
                    <a:pos x="connsiteX278" y="connsiteY278"/>
                  </a:cxn>
                  <a:cxn ang="0">
                    <a:pos x="connsiteX279" y="connsiteY279"/>
                  </a:cxn>
                  <a:cxn ang="0">
                    <a:pos x="connsiteX280" y="connsiteY280"/>
                  </a:cxn>
                  <a:cxn ang="0">
                    <a:pos x="connsiteX281" y="connsiteY281"/>
                  </a:cxn>
                  <a:cxn ang="0">
                    <a:pos x="connsiteX282" y="connsiteY282"/>
                  </a:cxn>
                  <a:cxn ang="0">
                    <a:pos x="connsiteX283" y="connsiteY283"/>
                  </a:cxn>
                  <a:cxn ang="0">
                    <a:pos x="connsiteX284" y="connsiteY284"/>
                  </a:cxn>
                  <a:cxn ang="0">
                    <a:pos x="connsiteX285" y="connsiteY285"/>
                  </a:cxn>
                  <a:cxn ang="0">
                    <a:pos x="connsiteX286" y="connsiteY286"/>
                  </a:cxn>
                  <a:cxn ang="0">
                    <a:pos x="connsiteX287" y="connsiteY287"/>
                  </a:cxn>
                  <a:cxn ang="0">
                    <a:pos x="connsiteX288" y="connsiteY288"/>
                  </a:cxn>
                  <a:cxn ang="0">
                    <a:pos x="connsiteX289" y="connsiteY289"/>
                  </a:cxn>
                  <a:cxn ang="0">
                    <a:pos x="connsiteX290" y="connsiteY290"/>
                  </a:cxn>
                  <a:cxn ang="0">
                    <a:pos x="connsiteX291" y="connsiteY291"/>
                  </a:cxn>
                  <a:cxn ang="0">
                    <a:pos x="connsiteX292" y="connsiteY292"/>
                  </a:cxn>
                  <a:cxn ang="0">
                    <a:pos x="connsiteX293" y="connsiteY293"/>
                  </a:cxn>
                  <a:cxn ang="0">
                    <a:pos x="connsiteX294" y="connsiteY294"/>
                  </a:cxn>
                  <a:cxn ang="0">
                    <a:pos x="connsiteX295" y="connsiteY295"/>
                  </a:cxn>
                  <a:cxn ang="0">
                    <a:pos x="connsiteX296" y="connsiteY296"/>
                  </a:cxn>
                  <a:cxn ang="0">
                    <a:pos x="connsiteX297" y="connsiteY297"/>
                  </a:cxn>
                  <a:cxn ang="0">
                    <a:pos x="connsiteX298" y="connsiteY298"/>
                  </a:cxn>
                  <a:cxn ang="0">
                    <a:pos x="connsiteX299" y="connsiteY299"/>
                  </a:cxn>
                  <a:cxn ang="0">
                    <a:pos x="connsiteX300" y="connsiteY300"/>
                  </a:cxn>
                  <a:cxn ang="0">
                    <a:pos x="connsiteX301" y="connsiteY301"/>
                  </a:cxn>
                  <a:cxn ang="0">
                    <a:pos x="connsiteX302" y="connsiteY302"/>
                  </a:cxn>
                  <a:cxn ang="0">
                    <a:pos x="connsiteX303" y="connsiteY303"/>
                  </a:cxn>
                  <a:cxn ang="0">
                    <a:pos x="connsiteX304" y="connsiteY304"/>
                  </a:cxn>
                  <a:cxn ang="0">
                    <a:pos x="connsiteX305" y="connsiteY305"/>
                  </a:cxn>
                  <a:cxn ang="0">
                    <a:pos x="connsiteX306" y="connsiteY306"/>
                  </a:cxn>
                  <a:cxn ang="0">
                    <a:pos x="connsiteX307" y="connsiteY307"/>
                  </a:cxn>
                  <a:cxn ang="0">
                    <a:pos x="connsiteX308" y="connsiteY308"/>
                  </a:cxn>
                  <a:cxn ang="0">
                    <a:pos x="connsiteX309" y="connsiteY309"/>
                  </a:cxn>
                  <a:cxn ang="0">
                    <a:pos x="connsiteX310" y="connsiteY310"/>
                  </a:cxn>
                  <a:cxn ang="0">
                    <a:pos x="connsiteX311" y="connsiteY311"/>
                  </a:cxn>
                  <a:cxn ang="0">
                    <a:pos x="connsiteX312" y="connsiteY312"/>
                  </a:cxn>
                  <a:cxn ang="0">
                    <a:pos x="connsiteX313" y="connsiteY313"/>
                  </a:cxn>
                  <a:cxn ang="0">
                    <a:pos x="connsiteX314" y="connsiteY314"/>
                  </a:cxn>
                  <a:cxn ang="0">
                    <a:pos x="connsiteX315" y="connsiteY315"/>
                  </a:cxn>
                  <a:cxn ang="0">
                    <a:pos x="connsiteX316" y="connsiteY316"/>
                  </a:cxn>
                  <a:cxn ang="0">
                    <a:pos x="connsiteX317" y="connsiteY317"/>
                  </a:cxn>
                  <a:cxn ang="0">
                    <a:pos x="connsiteX318" y="connsiteY318"/>
                  </a:cxn>
                  <a:cxn ang="0">
                    <a:pos x="connsiteX319" y="connsiteY319"/>
                  </a:cxn>
                  <a:cxn ang="0">
                    <a:pos x="connsiteX320" y="connsiteY320"/>
                  </a:cxn>
                  <a:cxn ang="0">
                    <a:pos x="connsiteX321" y="connsiteY321"/>
                  </a:cxn>
                  <a:cxn ang="0">
                    <a:pos x="connsiteX322" y="connsiteY322"/>
                  </a:cxn>
                  <a:cxn ang="0">
                    <a:pos x="connsiteX323" y="connsiteY323"/>
                  </a:cxn>
                  <a:cxn ang="0">
                    <a:pos x="connsiteX324" y="connsiteY324"/>
                  </a:cxn>
                  <a:cxn ang="0">
                    <a:pos x="connsiteX325" y="connsiteY325"/>
                  </a:cxn>
                  <a:cxn ang="0">
                    <a:pos x="connsiteX326" y="connsiteY326"/>
                  </a:cxn>
                  <a:cxn ang="0">
                    <a:pos x="connsiteX327" y="connsiteY327"/>
                  </a:cxn>
                  <a:cxn ang="0">
                    <a:pos x="connsiteX328" y="connsiteY328"/>
                  </a:cxn>
                  <a:cxn ang="0">
                    <a:pos x="connsiteX329" y="connsiteY329"/>
                  </a:cxn>
                  <a:cxn ang="0">
                    <a:pos x="connsiteX330" y="connsiteY330"/>
                  </a:cxn>
                  <a:cxn ang="0">
                    <a:pos x="connsiteX331" y="connsiteY331"/>
                  </a:cxn>
                  <a:cxn ang="0">
                    <a:pos x="connsiteX332" y="connsiteY332"/>
                  </a:cxn>
                  <a:cxn ang="0">
                    <a:pos x="connsiteX333" y="connsiteY333"/>
                  </a:cxn>
                  <a:cxn ang="0">
                    <a:pos x="connsiteX334" y="connsiteY334"/>
                  </a:cxn>
                  <a:cxn ang="0">
                    <a:pos x="connsiteX335" y="connsiteY335"/>
                  </a:cxn>
                  <a:cxn ang="0">
                    <a:pos x="connsiteX336" y="connsiteY336"/>
                  </a:cxn>
                  <a:cxn ang="0">
                    <a:pos x="connsiteX337" y="connsiteY337"/>
                  </a:cxn>
                  <a:cxn ang="0">
                    <a:pos x="connsiteX338" y="connsiteY338"/>
                  </a:cxn>
                  <a:cxn ang="0">
                    <a:pos x="connsiteX339" y="connsiteY339"/>
                  </a:cxn>
                  <a:cxn ang="0">
                    <a:pos x="connsiteX340" y="connsiteY340"/>
                  </a:cxn>
                  <a:cxn ang="0">
                    <a:pos x="connsiteX341" y="connsiteY341"/>
                  </a:cxn>
                  <a:cxn ang="0">
                    <a:pos x="connsiteX342" y="connsiteY342"/>
                  </a:cxn>
                  <a:cxn ang="0">
                    <a:pos x="connsiteX343" y="connsiteY343"/>
                  </a:cxn>
                  <a:cxn ang="0">
                    <a:pos x="connsiteX344" y="connsiteY344"/>
                  </a:cxn>
                  <a:cxn ang="0">
                    <a:pos x="connsiteX345" y="connsiteY345"/>
                  </a:cxn>
                  <a:cxn ang="0">
                    <a:pos x="connsiteX346" y="connsiteY346"/>
                  </a:cxn>
                  <a:cxn ang="0">
                    <a:pos x="connsiteX347" y="connsiteY347"/>
                  </a:cxn>
                  <a:cxn ang="0">
                    <a:pos x="connsiteX348" y="connsiteY348"/>
                  </a:cxn>
                  <a:cxn ang="0">
                    <a:pos x="connsiteX349" y="connsiteY349"/>
                  </a:cxn>
                  <a:cxn ang="0">
                    <a:pos x="connsiteX350" y="connsiteY350"/>
                  </a:cxn>
                  <a:cxn ang="0">
                    <a:pos x="connsiteX351" y="connsiteY351"/>
                  </a:cxn>
                  <a:cxn ang="0">
                    <a:pos x="connsiteX352" y="connsiteY352"/>
                  </a:cxn>
                  <a:cxn ang="0">
                    <a:pos x="connsiteX353" y="connsiteY353"/>
                  </a:cxn>
                  <a:cxn ang="0">
                    <a:pos x="connsiteX354" y="connsiteY354"/>
                  </a:cxn>
                  <a:cxn ang="0">
                    <a:pos x="connsiteX355" y="connsiteY355"/>
                  </a:cxn>
                  <a:cxn ang="0">
                    <a:pos x="connsiteX356" y="connsiteY356"/>
                  </a:cxn>
                  <a:cxn ang="0">
                    <a:pos x="connsiteX357" y="connsiteY357"/>
                  </a:cxn>
                  <a:cxn ang="0">
                    <a:pos x="connsiteX358" y="connsiteY358"/>
                  </a:cxn>
                  <a:cxn ang="0">
                    <a:pos x="connsiteX359" y="connsiteY359"/>
                  </a:cxn>
                  <a:cxn ang="0">
                    <a:pos x="connsiteX360" y="connsiteY360"/>
                  </a:cxn>
                  <a:cxn ang="0">
                    <a:pos x="connsiteX361" y="connsiteY361"/>
                  </a:cxn>
                  <a:cxn ang="0">
                    <a:pos x="connsiteX362" y="connsiteY362"/>
                  </a:cxn>
                  <a:cxn ang="0">
                    <a:pos x="connsiteX363" y="connsiteY363"/>
                  </a:cxn>
                  <a:cxn ang="0">
                    <a:pos x="connsiteX364" y="connsiteY364"/>
                  </a:cxn>
                  <a:cxn ang="0">
                    <a:pos x="connsiteX365" y="connsiteY365"/>
                  </a:cxn>
                  <a:cxn ang="0">
                    <a:pos x="connsiteX366" y="connsiteY366"/>
                  </a:cxn>
                  <a:cxn ang="0">
                    <a:pos x="connsiteX367" y="connsiteY367"/>
                  </a:cxn>
                  <a:cxn ang="0">
                    <a:pos x="connsiteX368" y="connsiteY368"/>
                  </a:cxn>
                  <a:cxn ang="0">
                    <a:pos x="connsiteX369" y="connsiteY369"/>
                  </a:cxn>
                  <a:cxn ang="0">
                    <a:pos x="connsiteX370" y="connsiteY370"/>
                  </a:cxn>
                  <a:cxn ang="0">
                    <a:pos x="connsiteX371" y="connsiteY371"/>
                  </a:cxn>
                  <a:cxn ang="0">
                    <a:pos x="connsiteX372" y="connsiteY372"/>
                  </a:cxn>
                  <a:cxn ang="0">
                    <a:pos x="connsiteX373" y="connsiteY373"/>
                  </a:cxn>
                  <a:cxn ang="0">
                    <a:pos x="connsiteX374" y="connsiteY374"/>
                  </a:cxn>
                  <a:cxn ang="0">
                    <a:pos x="connsiteX375" y="connsiteY375"/>
                  </a:cxn>
                  <a:cxn ang="0">
                    <a:pos x="connsiteX376" y="connsiteY376"/>
                  </a:cxn>
                  <a:cxn ang="0">
                    <a:pos x="connsiteX377" y="connsiteY377"/>
                  </a:cxn>
                  <a:cxn ang="0">
                    <a:pos x="connsiteX378" y="connsiteY378"/>
                  </a:cxn>
                  <a:cxn ang="0">
                    <a:pos x="connsiteX379" y="connsiteY379"/>
                  </a:cxn>
                  <a:cxn ang="0">
                    <a:pos x="connsiteX380" y="connsiteY380"/>
                  </a:cxn>
                  <a:cxn ang="0">
                    <a:pos x="connsiteX381" y="connsiteY381"/>
                  </a:cxn>
                  <a:cxn ang="0">
                    <a:pos x="connsiteX382" y="connsiteY382"/>
                  </a:cxn>
                  <a:cxn ang="0">
                    <a:pos x="connsiteX383" y="connsiteY383"/>
                  </a:cxn>
                  <a:cxn ang="0">
                    <a:pos x="connsiteX384" y="connsiteY384"/>
                  </a:cxn>
                  <a:cxn ang="0">
                    <a:pos x="connsiteX385" y="connsiteY385"/>
                  </a:cxn>
                  <a:cxn ang="0">
                    <a:pos x="connsiteX386" y="connsiteY386"/>
                  </a:cxn>
                  <a:cxn ang="0">
                    <a:pos x="connsiteX387" y="connsiteY387"/>
                  </a:cxn>
                  <a:cxn ang="0">
                    <a:pos x="connsiteX388" y="connsiteY388"/>
                  </a:cxn>
                  <a:cxn ang="0">
                    <a:pos x="connsiteX389" y="connsiteY389"/>
                  </a:cxn>
                  <a:cxn ang="0">
                    <a:pos x="connsiteX390" y="connsiteY390"/>
                  </a:cxn>
                  <a:cxn ang="0">
                    <a:pos x="connsiteX391" y="connsiteY391"/>
                  </a:cxn>
                  <a:cxn ang="0">
                    <a:pos x="connsiteX392" y="connsiteY392"/>
                  </a:cxn>
                  <a:cxn ang="0">
                    <a:pos x="connsiteX393" y="connsiteY393"/>
                  </a:cxn>
                  <a:cxn ang="0">
                    <a:pos x="connsiteX394" y="connsiteY394"/>
                  </a:cxn>
                  <a:cxn ang="0">
                    <a:pos x="connsiteX395" y="connsiteY395"/>
                  </a:cxn>
                  <a:cxn ang="0">
                    <a:pos x="connsiteX396" y="connsiteY396"/>
                  </a:cxn>
                  <a:cxn ang="0">
                    <a:pos x="connsiteX397" y="connsiteY397"/>
                  </a:cxn>
                  <a:cxn ang="0">
                    <a:pos x="connsiteX398" y="connsiteY398"/>
                  </a:cxn>
                  <a:cxn ang="0">
                    <a:pos x="connsiteX399" y="connsiteY399"/>
                  </a:cxn>
                  <a:cxn ang="0">
                    <a:pos x="connsiteX400" y="connsiteY400"/>
                  </a:cxn>
                  <a:cxn ang="0">
                    <a:pos x="connsiteX401" y="connsiteY401"/>
                  </a:cxn>
                  <a:cxn ang="0">
                    <a:pos x="connsiteX402" y="connsiteY402"/>
                  </a:cxn>
                  <a:cxn ang="0">
                    <a:pos x="connsiteX403" y="connsiteY403"/>
                  </a:cxn>
                  <a:cxn ang="0">
                    <a:pos x="connsiteX404" y="connsiteY404"/>
                  </a:cxn>
                  <a:cxn ang="0">
                    <a:pos x="connsiteX405" y="connsiteY405"/>
                  </a:cxn>
                  <a:cxn ang="0">
                    <a:pos x="connsiteX406" y="connsiteY406"/>
                  </a:cxn>
                  <a:cxn ang="0">
                    <a:pos x="connsiteX407" y="connsiteY407"/>
                  </a:cxn>
                  <a:cxn ang="0">
                    <a:pos x="connsiteX408" y="connsiteY408"/>
                  </a:cxn>
                  <a:cxn ang="0">
                    <a:pos x="connsiteX409" y="connsiteY409"/>
                  </a:cxn>
                  <a:cxn ang="0">
                    <a:pos x="connsiteX410" y="connsiteY410"/>
                  </a:cxn>
                  <a:cxn ang="0">
                    <a:pos x="connsiteX411" y="connsiteY411"/>
                  </a:cxn>
                  <a:cxn ang="0">
                    <a:pos x="connsiteX412" y="connsiteY412"/>
                  </a:cxn>
                  <a:cxn ang="0">
                    <a:pos x="connsiteX413" y="connsiteY413"/>
                  </a:cxn>
                  <a:cxn ang="0">
                    <a:pos x="connsiteX414" y="connsiteY414"/>
                  </a:cxn>
                  <a:cxn ang="0">
                    <a:pos x="connsiteX415" y="connsiteY415"/>
                  </a:cxn>
                  <a:cxn ang="0">
                    <a:pos x="connsiteX416" y="connsiteY416"/>
                  </a:cxn>
                  <a:cxn ang="0">
                    <a:pos x="connsiteX417" y="connsiteY417"/>
                  </a:cxn>
                  <a:cxn ang="0">
                    <a:pos x="connsiteX418" y="connsiteY418"/>
                  </a:cxn>
                  <a:cxn ang="0">
                    <a:pos x="connsiteX419" y="connsiteY419"/>
                  </a:cxn>
                  <a:cxn ang="0">
                    <a:pos x="connsiteX420" y="connsiteY420"/>
                  </a:cxn>
                  <a:cxn ang="0">
                    <a:pos x="connsiteX421" y="connsiteY421"/>
                  </a:cxn>
                  <a:cxn ang="0">
                    <a:pos x="connsiteX422" y="connsiteY422"/>
                  </a:cxn>
                  <a:cxn ang="0">
                    <a:pos x="connsiteX423" y="connsiteY423"/>
                  </a:cxn>
                  <a:cxn ang="0">
                    <a:pos x="connsiteX424" y="connsiteY424"/>
                  </a:cxn>
                  <a:cxn ang="0">
                    <a:pos x="connsiteX425" y="connsiteY425"/>
                  </a:cxn>
                  <a:cxn ang="0">
                    <a:pos x="connsiteX426" y="connsiteY426"/>
                  </a:cxn>
                  <a:cxn ang="0">
                    <a:pos x="connsiteX427" y="connsiteY427"/>
                  </a:cxn>
                  <a:cxn ang="0">
                    <a:pos x="connsiteX428" y="connsiteY428"/>
                  </a:cxn>
                  <a:cxn ang="0">
                    <a:pos x="connsiteX429" y="connsiteY429"/>
                  </a:cxn>
                  <a:cxn ang="0">
                    <a:pos x="connsiteX430" y="connsiteY430"/>
                  </a:cxn>
                  <a:cxn ang="0">
                    <a:pos x="connsiteX431" y="connsiteY431"/>
                  </a:cxn>
                  <a:cxn ang="0">
                    <a:pos x="connsiteX432" y="connsiteY432"/>
                  </a:cxn>
                  <a:cxn ang="0">
                    <a:pos x="connsiteX433" y="connsiteY433"/>
                  </a:cxn>
                  <a:cxn ang="0">
                    <a:pos x="connsiteX434" y="connsiteY434"/>
                  </a:cxn>
                  <a:cxn ang="0">
                    <a:pos x="connsiteX435" y="connsiteY435"/>
                  </a:cxn>
                  <a:cxn ang="0">
                    <a:pos x="connsiteX436" y="connsiteY436"/>
                  </a:cxn>
                  <a:cxn ang="0">
                    <a:pos x="connsiteX437" y="connsiteY437"/>
                  </a:cxn>
                  <a:cxn ang="0">
                    <a:pos x="connsiteX438" y="connsiteY438"/>
                  </a:cxn>
                  <a:cxn ang="0">
                    <a:pos x="connsiteX439" y="connsiteY439"/>
                  </a:cxn>
                  <a:cxn ang="0">
                    <a:pos x="connsiteX440" y="connsiteY440"/>
                  </a:cxn>
                  <a:cxn ang="0">
                    <a:pos x="connsiteX441" y="connsiteY441"/>
                  </a:cxn>
                  <a:cxn ang="0">
                    <a:pos x="connsiteX442" y="connsiteY442"/>
                  </a:cxn>
                  <a:cxn ang="0">
                    <a:pos x="connsiteX443" y="connsiteY443"/>
                  </a:cxn>
                  <a:cxn ang="0">
                    <a:pos x="connsiteX444" y="connsiteY444"/>
                  </a:cxn>
                  <a:cxn ang="0">
                    <a:pos x="connsiteX445" y="connsiteY445"/>
                  </a:cxn>
                  <a:cxn ang="0">
                    <a:pos x="connsiteX446" y="connsiteY446"/>
                  </a:cxn>
                  <a:cxn ang="0">
                    <a:pos x="connsiteX447" y="connsiteY447"/>
                  </a:cxn>
                  <a:cxn ang="0">
                    <a:pos x="connsiteX448" y="connsiteY448"/>
                  </a:cxn>
                  <a:cxn ang="0">
                    <a:pos x="connsiteX449" y="connsiteY449"/>
                  </a:cxn>
                  <a:cxn ang="0">
                    <a:pos x="connsiteX450" y="connsiteY450"/>
                  </a:cxn>
                  <a:cxn ang="0">
                    <a:pos x="connsiteX451" y="connsiteY451"/>
                  </a:cxn>
                  <a:cxn ang="0">
                    <a:pos x="connsiteX452" y="connsiteY452"/>
                  </a:cxn>
                  <a:cxn ang="0">
                    <a:pos x="connsiteX453" y="connsiteY453"/>
                  </a:cxn>
                  <a:cxn ang="0">
                    <a:pos x="connsiteX454" y="connsiteY454"/>
                  </a:cxn>
                  <a:cxn ang="0">
                    <a:pos x="connsiteX455" y="connsiteY455"/>
                  </a:cxn>
                  <a:cxn ang="0">
                    <a:pos x="connsiteX456" y="connsiteY456"/>
                  </a:cxn>
                  <a:cxn ang="0">
                    <a:pos x="connsiteX457" y="connsiteY457"/>
                  </a:cxn>
                  <a:cxn ang="0">
                    <a:pos x="connsiteX458" y="connsiteY458"/>
                  </a:cxn>
                  <a:cxn ang="0">
                    <a:pos x="connsiteX459" y="connsiteY459"/>
                  </a:cxn>
                  <a:cxn ang="0">
                    <a:pos x="connsiteX460" y="connsiteY460"/>
                  </a:cxn>
                  <a:cxn ang="0">
                    <a:pos x="connsiteX461" y="connsiteY461"/>
                  </a:cxn>
                  <a:cxn ang="0">
                    <a:pos x="connsiteX462" y="connsiteY462"/>
                  </a:cxn>
                  <a:cxn ang="0">
                    <a:pos x="connsiteX463" y="connsiteY463"/>
                  </a:cxn>
                  <a:cxn ang="0">
                    <a:pos x="connsiteX464" y="connsiteY464"/>
                  </a:cxn>
                  <a:cxn ang="0">
                    <a:pos x="connsiteX465" y="connsiteY465"/>
                  </a:cxn>
                  <a:cxn ang="0">
                    <a:pos x="connsiteX466" y="connsiteY466"/>
                  </a:cxn>
                  <a:cxn ang="0">
                    <a:pos x="connsiteX467" y="connsiteY467"/>
                  </a:cxn>
                  <a:cxn ang="0">
                    <a:pos x="connsiteX468" y="connsiteY468"/>
                  </a:cxn>
                  <a:cxn ang="0">
                    <a:pos x="connsiteX469" y="connsiteY469"/>
                  </a:cxn>
                  <a:cxn ang="0">
                    <a:pos x="connsiteX470" y="connsiteY470"/>
                  </a:cxn>
                  <a:cxn ang="0">
                    <a:pos x="connsiteX471" y="connsiteY471"/>
                  </a:cxn>
                  <a:cxn ang="0">
                    <a:pos x="connsiteX472" y="connsiteY472"/>
                  </a:cxn>
                  <a:cxn ang="0">
                    <a:pos x="connsiteX473" y="connsiteY473"/>
                  </a:cxn>
                  <a:cxn ang="0">
                    <a:pos x="connsiteX474" y="connsiteY474"/>
                  </a:cxn>
                  <a:cxn ang="0">
                    <a:pos x="connsiteX475" y="connsiteY475"/>
                  </a:cxn>
                  <a:cxn ang="0">
                    <a:pos x="connsiteX476" y="connsiteY476"/>
                  </a:cxn>
                  <a:cxn ang="0">
                    <a:pos x="connsiteX477" y="connsiteY477"/>
                  </a:cxn>
                  <a:cxn ang="0">
                    <a:pos x="connsiteX478" y="connsiteY478"/>
                  </a:cxn>
                  <a:cxn ang="0">
                    <a:pos x="connsiteX479" y="connsiteY479"/>
                  </a:cxn>
                  <a:cxn ang="0">
                    <a:pos x="connsiteX480" y="connsiteY480"/>
                  </a:cxn>
                  <a:cxn ang="0">
                    <a:pos x="connsiteX481" y="connsiteY481"/>
                  </a:cxn>
                  <a:cxn ang="0">
                    <a:pos x="connsiteX482" y="connsiteY482"/>
                  </a:cxn>
                  <a:cxn ang="0">
                    <a:pos x="connsiteX483" y="connsiteY483"/>
                  </a:cxn>
                  <a:cxn ang="0">
                    <a:pos x="connsiteX484" y="connsiteY484"/>
                  </a:cxn>
                  <a:cxn ang="0">
                    <a:pos x="connsiteX485" y="connsiteY485"/>
                  </a:cxn>
                  <a:cxn ang="0">
                    <a:pos x="connsiteX486" y="connsiteY486"/>
                  </a:cxn>
                  <a:cxn ang="0">
                    <a:pos x="connsiteX487" y="connsiteY487"/>
                  </a:cxn>
                  <a:cxn ang="0">
                    <a:pos x="connsiteX488" y="connsiteY488"/>
                  </a:cxn>
                  <a:cxn ang="0">
                    <a:pos x="connsiteX489" y="connsiteY489"/>
                  </a:cxn>
                  <a:cxn ang="0">
                    <a:pos x="connsiteX490" y="connsiteY490"/>
                  </a:cxn>
                  <a:cxn ang="0">
                    <a:pos x="connsiteX491" y="connsiteY491"/>
                  </a:cxn>
                  <a:cxn ang="0">
                    <a:pos x="connsiteX492" y="connsiteY492"/>
                  </a:cxn>
                  <a:cxn ang="0">
                    <a:pos x="connsiteX493" y="connsiteY493"/>
                  </a:cxn>
                  <a:cxn ang="0">
                    <a:pos x="connsiteX494" y="connsiteY494"/>
                  </a:cxn>
                  <a:cxn ang="0">
                    <a:pos x="connsiteX495" y="connsiteY495"/>
                  </a:cxn>
                  <a:cxn ang="0">
                    <a:pos x="connsiteX496" y="connsiteY496"/>
                  </a:cxn>
                  <a:cxn ang="0">
                    <a:pos x="connsiteX497" y="connsiteY497"/>
                  </a:cxn>
                  <a:cxn ang="0">
                    <a:pos x="connsiteX498" y="connsiteY498"/>
                  </a:cxn>
                  <a:cxn ang="0">
                    <a:pos x="connsiteX499" y="connsiteY499"/>
                  </a:cxn>
                  <a:cxn ang="0">
                    <a:pos x="connsiteX500" y="connsiteY500"/>
                  </a:cxn>
                  <a:cxn ang="0">
                    <a:pos x="connsiteX501" y="connsiteY501"/>
                  </a:cxn>
                  <a:cxn ang="0">
                    <a:pos x="connsiteX502" y="connsiteY502"/>
                  </a:cxn>
                  <a:cxn ang="0">
                    <a:pos x="connsiteX503" y="connsiteY503"/>
                  </a:cxn>
                  <a:cxn ang="0">
                    <a:pos x="connsiteX504" y="connsiteY504"/>
                  </a:cxn>
                  <a:cxn ang="0">
                    <a:pos x="connsiteX505" y="connsiteY505"/>
                  </a:cxn>
                  <a:cxn ang="0">
                    <a:pos x="connsiteX506" y="connsiteY506"/>
                  </a:cxn>
                  <a:cxn ang="0">
                    <a:pos x="connsiteX507" y="connsiteY507"/>
                  </a:cxn>
                  <a:cxn ang="0">
                    <a:pos x="connsiteX508" y="connsiteY508"/>
                  </a:cxn>
                  <a:cxn ang="0">
                    <a:pos x="connsiteX509" y="connsiteY509"/>
                  </a:cxn>
                  <a:cxn ang="0">
                    <a:pos x="connsiteX510" y="connsiteY510"/>
                  </a:cxn>
                  <a:cxn ang="0">
                    <a:pos x="connsiteX511" y="connsiteY511"/>
                  </a:cxn>
                  <a:cxn ang="0">
                    <a:pos x="connsiteX512" y="connsiteY512"/>
                  </a:cxn>
                  <a:cxn ang="0">
                    <a:pos x="connsiteX513" y="connsiteY513"/>
                  </a:cxn>
                  <a:cxn ang="0">
                    <a:pos x="connsiteX514" y="connsiteY514"/>
                  </a:cxn>
                  <a:cxn ang="0">
                    <a:pos x="connsiteX515" y="connsiteY515"/>
                  </a:cxn>
                  <a:cxn ang="0">
                    <a:pos x="connsiteX516" y="connsiteY516"/>
                  </a:cxn>
                  <a:cxn ang="0">
                    <a:pos x="connsiteX517" y="connsiteY517"/>
                  </a:cxn>
                  <a:cxn ang="0">
                    <a:pos x="connsiteX518" y="connsiteY518"/>
                  </a:cxn>
                  <a:cxn ang="0">
                    <a:pos x="connsiteX519" y="connsiteY519"/>
                  </a:cxn>
                  <a:cxn ang="0">
                    <a:pos x="connsiteX520" y="connsiteY520"/>
                  </a:cxn>
                  <a:cxn ang="0">
                    <a:pos x="connsiteX521" y="connsiteY521"/>
                  </a:cxn>
                  <a:cxn ang="0">
                    <a:pos x="connsiteX522" y="connsiteY522"/>
                  </a:cxn>
                  <a:cxn ang="0">
                    <a:pos x="connsiteX523" y="connsiteY523"/>
                  </a:cxn>
                  <a:cxn ang="0">
                    <a:pos x="connsiteX524" y="connsiteY524"/>
                  </a:cxn>
                  <a:cxn ang="0">
                    <a:pos x="connsiteX525" y="connsiteY525"/>
                  </a:cxn>
                  <a:cxn ang="0">
                    <a:pos x="connsiteX526" y="connsiteY526"/>
                  </a:cxn>
                  <a:cxn ang="0">
                    <a:pos x="connsiteX527" y="connsiteY527"/>
                  </a:cxn>
                  <a:cxn ang="0">
                    <a:pos x="connsiteX528" y="connsiteY528"/>
                  </a:cxn>
                  <a:cxn ang="0">
                    <a:pos x="connsiteX529" y="connsiteY529"/>
                  </a:cxn>
                  <a:cxn ang="0">
                    <a:pos x="connsiteX530" y="connsiteY530"/>
                  </a:cxn>
                  <a:cxn ang="0">
                    <a:pos x="connsiteX531" y="connsiteY531"/>
                  </a:cxn>
                  <a:cxn ang="0">
                    <a:pos x="connsiteX532" y="connsiteY532"/>
                  </a:cxn>
                  <a:cxn ang="0">
                    <a:pos x="connsiteX533" y="connsiteY533"/>
                  </a:cxn>
                  <a:cxn ang="0">
                    <a:pos x="connsiteX534" y="connsiteY534"/>
                  </a:cxn>
                  <a:cxn ang="0">
                    <a:pos x="connsiteX535" y="connsiteY535"/>
                  </a:cxn>
                  <a:cxn ang="0">
                    <a:pos x="connsiteX536" y="connsiteY536"/>
                  </a:cxn>
                  <a:cxn ang="0">
                    <a:pos x="connsiteX537" y="connsiteY537"/>
                  </a:cxn>
                  <a:cxn ang="0">
                    <a:pos x="connsiteX538" y="connsiteY538"/>
                  </a:cxn>
                  <a:cxn ang="0">
                    <a:pos x="connsiteX539" y="connsiteY539"/>
                  </a:cxn>
                  <a:cxn ang="0">
                    <a:pos x="connsiteX540" y="connsiteY540"/>
                  </a:cxn>
                  <a:cxn ang="0">
                    <a:pos x="connsiteX541" y="connsiteY541"/>
                  </a:cxn>
                  <a:cxn ang="0">
                    <a:pos x="connsiteX542" y="connsiteY542"/>
                  </a:cxn>
                  <a:cxn ang="0">
                    <a:pos x="connsiteX543" y="connsiteY543"/>
                  </a:cxn>
                  <a:cxn ang="0">
                    <a:pos x="connsiteX544" y="connsiteY544"/>
                  </a:cxn>
                  <a:cxn ang="0">
                    <a:pos x="connsiteX545" y="connsiteY545"/>
                  </a:cxn>
                  <a:cxn ang="0">
                    <a:pos x="connsiteX546" y="connsiteY546"/>
                  </a:cxn>
                  <a:cxn ang="0">
                    <a:pos x="connsiteX547" y="connsiteY547"/>
                  </a:cxn>
                  <a:cxn ang="0">
                    <a:pos x="connsiteX548" y="connsiteY548"/>
                  </a:cxn>
                  <a:cxn ang="0">
                    <a:pos x="connsiteX549" y="connsiteY549"/>
                  </a:cxn>
                  <a:cxn ang="0">
                    <a:pos x="connsiteX550" y="connsiteY550"/>
                  </a:cxn>
                  <a:cxn ang="0">
                    <a:pos x="connsiteX551" y="connsiteY551"/>
                  </a:cxn>
                  <a:cxn ang="0">
                    <a:pos x="connsiteX552" y="connsiteY552"/>
                  </a:cxn>
                  <a:cxn ang="0">
                    <a:pos x="connsiteX553" y="connsiteY553"/>
                  </a:cxn>
                  <a:cxn ang="0">
                    <a:pos x="connsiteX554" y="connsiteY554"/>
                  </a:cxn>
                  <a:cxn ang="0">
                    <a:pos x="connsiteX555" y="connsiteY555"/>
                  </a:cxn>
                  <a:cxn ang="0">
                    <a:pos x="connsiteX556" y="connsiteY556"/>
                  </a:cxn>
                  <a:cxn ang="0">
                    <a:pos x="connsiteX557" y="connsiteY557"/>
                  </a:cxn>
                  <a:cxn ang="0">
                    <a:pos x="connsiteX558" y="connsiteY558"/>
                  </a:cxn>
                  <a:cxn ang="0">
                    <a:pos x="connsiteX559" y="connsiteY559"/>
                  </a:cxn>
                  <a:cxn ang="0">
                    <a:pos x="connsiteX560" y="connsiteY560"/>
                  </a:cxn>
                  <a:cxn ang="0">
                    <a:pos x="connsiteX561" y="connsiteY561"/>
                  </a:cxn>
                  <a:cxn ang="0">
                    <a:pos x="connsiteX562" y="connsiteY562"/>
                  </a:cxn>
                  <a:cxn ang="0">
                    <a:pos x="connsiteX563" y="connsiteY563"/>
                  </a:cxn>
                  <a:cxn ang="0">
                    <a:pos x="connsiteX564" y="connsiteY564"/>
                  </a:cxn>
                  <a:cxn ang="0">
                    <a:pos x="connsiteX565" y="connsiteY565"/>
                  </a:cxn>
                  <a:cxn ang="0">
                    <a:pos x="connsiteX566" y="connsiteY566"/>
                  </a:cxn>
                  <a:cxn ang="0">
                    <a:pos x="connsiteX567" y="connsiteY567"/>
                  </a:cxn>
                  <a:cxn ang="0">
                    <a:pos x="connsiteX568" y="connsiteY568"/>
                  </a:cxn>
                  <a:cxn ang="0">
                    <a:pos x="connsiteX569" y="connsiteY569"/>
                  </a:cxn>
                  <a:cxn ang="0">
                    <a:pos x="connsiteX570" y="connsiteY570"/>
                  </a:cxn>
                  <a:cxn ang="0">
                    <a:pos x="connsiteX571" y="connsiteY571"/>
                  </a:cxn>
                  <a:cxn ang="0">
                    <a:pos x="connsiteX572" y="connsiteY572"/>
                  </a:cxn>
                  <a:cxn ang="0">
                    <a:pos x="connsiteX573" y="connsiteY573"/>
                  </a:cxn>
                  <a:cxn ang="0">
                    <a:pos x="connsiteX574" y="connsiteY574"/>
                  </a:cxn>
                  <a:cxn ang="0">
                    <a:pos x="connsiteX575" y="connsiteY575"/>
                  </a:cxn>
                  <a:cxn ang="0">
                    <a:pos x="connsiteX576" y="connsiteY576"/>
                  </a:cxn>
                  <a:cxn ang="0">
                    <a:pos x="connsiteX577" y="connsiteY577"/>
                  </a:cxn>
                  <a:cxn ang="0">
                    <a:pos x="connsiteX578" y="connsiteY578"/>
                  </a:cxn>
                  <a:cxn ang="0">
                    <a:pos x="connsiteX579" y="connsiteY579"/>
                  </a:cxn>
                  <a:cxn ang="0">
                    <a:pos x="connsiteX580" y="connsiteY580"/>
                  </a:cxn>
                  <a:cxn ang="0">
                    <a:pos x="connsiteX581" y="connsiteY581"/>
                  </a:cxn>
                  <a:cxn ang="0">
                    <a:pos x="connsiteX582" y="connsiteY582"/>
                  </a:cxn>
                  <a:cxn ang="0">
                    <a:pos x="connsiteX583" y="connsiteY583"/>
                  </a:cxn>
                  <a:cxn ang="0">
                    <a:pos x="connsiteX584" y="connsiteY584"/>
                  </a:cxn>
                  <a:cxn ang="0">
                    <a:pos x="connsiteX585" y="connsiteY585"/>
                  </a:cxn>
                  <a:cxn ang="0">
                    <a:pos x="connsiteX586" y="connsiteY586"/>
                  </a:cxn>
                  <a:cxn ang="0">
                    <a:pos x="connsiteX587" y="connsiteY587"/>
                  </a:cxn>
                  <a:cxn ang="0">
                    <a:pos x="connsiteX588" y="connsiteY588"/>
                  </a:cxn>
                  <a:cxn ang="0">
                    <a:pos x="connsiteX589" y="connsiteY589"/>
                  </a:cxn>
                  <a:cxn ang="0">
                    <a:pos x="connsiteX590" y="connsiteY590"/>
                  </a:cxn>
                  <a:cxn ang="0">
                    <a:pos x="connsiteX591" y="connsiteY591"/>
                  </a:cxn>
                  <a:cxn ang="0">
                    <a:pos x="connsiteX592" y="connsiteY592"/>
                  </a:cxn>
                  <a:cxn ang="0">
                    <a:pos x="connsiteX593" y="connsiteY593"/>
                  </a:cxn>
                  <a:cxn ang="0">
                    <a:pos x="connsiteX594" y="connsiteY594"/>
                  </a:cxn>
                  <a:cxn ang="0">
                    <a:pos x="connsiteX595" y="connsiteY595"/>
                  </a:cxn>
                  <a:cxn ang="0">
                    <a:pos x="connsiteX596" y="connsiteY596"/>
                  </a:cxn>
                  <a:cxn ang="0">
                    <a:pos x="connsiteX597" y="connsiteY597"/>
                  </a:cxn>
                  <a:cxn ang="0">
                    <a:pos x="connsiteX598" y="connsiteY598"/>
                  </a:cxn>
                  <a:cxn ang="0">
                    <a:pos x="connsiteX599" y="connsiteY599"/>
                  </a:cxn>
                  <a:cxn ang="0">
                    <a:pos x="connsiteX600" y="connsiteY600"/>
                  </a:cxn>
                  <a:cxn ang="0">
                    <a:pos x="connsiteX601" y="connsiteY601"/>
                  </a:cxn>
                  <a:cxn ang="0">
                    <a:pos x="connsiteX602" y="connsiteY602"/>
                  </a:cxn>
                  <a:cxn ang="0">
                    <a:pos x="connsiteX603" y="connsiteY603"/>
                  </a:cxn>
                  <a:cxn ang="0">
                    <a:pos x="connsiteX604" y="connsiteY604"/>
                  </a:cxn>
                  <a:cxn ang="0">
                    <a:pos x="connsiteX605" y="connsiteY605"/>
                  </a:cxn>
                  <a:cxn ang="0">
                    <a:pos x="connsiteX606" y="connsiteY606"/>
                  </a:cxn>
                  <a:cxn ang="0">
                    <a:pos x="connsiteX607" y="connsiteY607"/>
                  </a:cxn>
                  <a:cxn ang="0">
                    <a:pos x="connsiteX608" y="connsiteY608"/>
                  </a:cxn>
                  <a:cxn ang="0">
                    <a:pos x="connsiteX609" y="connsiteY609"/>
                  </a:cxn>
                  <a:cxn ang="0">
                    <a:pos x="connsiteX610" y="connsiteY610"/>
                  </a:cxn>
                  <a:cxn ang="0">
                    <a:pos x="connsiteX611" y="connsiteY611"/>
                  </a:cxn>
                  <a:cxn ang="0">
                    <a:pos x="connsiteX612" y="connsiteY612"/>
                  </a:cxn>
                  <a:cxn ang="0">
                    <a:pos x="connsiteX613" y="connsiteY613"/>
                  </a:cxn>
                  <a:cxn ang="0">
                    <a:pos x="connsiteX614" y="connsiteY614"/>
                  </a:cxn>
                  <a:cxn ang="0">
                    <a:pos x="connsiteX615" y="connsiteY615"/>
                  </a:cxn>
                  <a:cxn ang="0">
                    <a:pos x="connsiteX616" y="connsiteY616"/>
                  </a:cxn>
                  <a:cxn ang="0">
                    <a:pos x="connsiteX617" y="connsiteY617"/>
                  </a:cxn>
                  <a:cxn ang="0">
                    <a:pos x="connsiteX618" y="connsiteY618"/>
                  </a:cxn>
                  <a:cxn ang="0">
                    <a:pos x="connsiteX619" y="connsiteY619"/>
                  </a:cxn>
                  <a:cxn ang="0">
                    <a:pos x="connsiteX620" y="connsiteY620"/>
                  </a:cxn>
                  <a:cxn ang="0">
                    <a:pos x="connsiteX621" y="connsiteY621"/>
                  </a:cxn>
                  <a:cxn ang="0">
                    <a:pos x="connsiteX622" y="connsiteY622"/>
                  </a:cxn>
                  <a:cxn ang="0">
                    <a:pos x="connsiteX623" y="connsiteY623"/>
                  </a:cxn>
                  <a:cxn ang="0">
                    <a:pos x="connsiteX624" y="connsiteY624"/>
                  </a:cxn>
                  <a:cxn ang="0">
                    <a:pos x="connsiteX625" y="connsiteY625"/>
                  </a:cxn>
                  <a:cxn ang="0">
                    <a:pos x="connsiteX626" y="connsiteY626"/>
                  </a:cxn>
                  <a:cxn ang="0">
                    <a:pos x="connsiteX627" y="connsiteY627"/>
                  </a:cxn>
                  <a:cxn ang="0">
                    <a:pos x="connsiteX628" y="connsiteY628"/>
                  </a:cxn>
                  <a:cxn ang="0">
                    <a:pos x="connsiteX629" y="connsiteY629"/>
                  </a:cxn>
                  <a:cxn ang="0">
                    <a:pos x="connsiteX630" y="connsiteY630"/>
                  </a:cxn>
                  <a:cxn ang="0">
                    <a:pos x="connsiteX631" y="connsiteY631"/>
                  </a:cxn>
                  <a:cxn ang="0">
                    <a:pos x="connsiteX632" y="connsiteY632"/>
                  </a:cxn>
                  <a:cxn ang="0">
                    <a:pos x="connsiteX633" y="connsiteY633"/>
                  </a:cxn>
                  <a:cxn ang="0">
                    <a:pos x="connsiteX634" y="connsiteY634"/>
                  </a:cxn>
                  <a:cxn ang="0">
                    <a:pos x="connsiteX635" y="connsiteY635"/>
                  </a:cxn>
                  <a:cxn ang="0">
                    <a:pos x="connsiteX636" y="connsiteY636"/>
                  </a:cxn>
                  <a:cxn ang="0">
                    <a:pos x="connsiteX637" y="connsiteY637"/>
                  </a:cxn>
                  <a:cxn ang="0">
                    <a:pos x="connsiteX638" y="connsiteY638"/>
                  </a:cxn>
                  <a:cxn ang="0">
                    <a:pos x="connsiteX639" y="connsiteY639"/>
                  </a:cxn>
                  <a:cxn ang="0">
                    <a:pos x="connsiteX640" y="connsiteY640"/>
                  </a:cxn>
                  <a:cxn ang="0">
                    <a:pos x="connsiteX641" y="connsiteY641"/>
                  </a:cxn>
                  <a:cxn ang="0">
                    <a:pos x="connsiteX642" y="connsiteY642"/>
                  </a:cxn>
                  <a:cxn ang="0">
                    <a:pos x="connsiteX643" y="connsiteY643"/>
                  </a:cxn>
                  <a:cxn ang="0">
                    <a:pos x="connsiteX644" y="connsiteY644"/>
                  </a:cxn>
                  <a:cxn ang="0">
                    <a:pos x="connsiteX645" y="connsiteY645"/>
                  </a:cxn>
                  <a:cxn ang="0">
                    <a:pos x="connsiteX646" y="connsiteY646"/>
                  </a:cxn>
                  <a:cxn ang="0">
                    <a:pos x="connsiteX647" y="connsiteY647"/>
                  </a:cxn>
                  <a:cxn ang="0">
                    <a:pos x="connsiteX648" y="connsiteY648"/>
                  </a:cxn>
                  <a:cxn ang="0">
                    <a:pos x="connsiteX649" y="connsiteY649"/>
                  </a:cxn>
                  <a:cxn ang="0">
                    <a:pos x="connsiteX650" y="connsiteY650"/>
                  </a:cxn>
                  <a:cxn ang="0">
                    <a:pos x="connsiteX651" y="connsiteY651"/>
                  </a:cxn>
                  <a:cxn ang="0">
                    <a:pos x="connsiteX652" y="connsiteY652"/>
                  </a:cxn>
                  <a:cxn ang="0">
                    <a:pos x="connsiteX653" y="connsiteY653"/>
                  </a:cxn>
                  <a:cxn ang="0">
                    <a:pos x="connsiteX654" y="connsiteY654"/>
                  </a:cxn>
                  <a:cxn ang="0">
                    <a:pos x="connsiteX655" y="connsiteY655"/>
                  </a:cxn>
                  <a:cxn ang="0">
                    <a:pos x="connsiteX656" y="connsiteY656"/>
                  </a:cxn>
                  <a:cxn ang="0">
                    <a:pos x="connsiteX657" y="connsiteY657"/>
                  </a:cxn>
                  <a:cxn ang="0">
                    <a:pos x="connsiteX658" y="connsiteY658"/>
                  </a:cxn>
                  <a:cxn ang="0">
                    <a:pos x="connsiteX659" y="connsiteY659"/>
                  </a:cxn>
                  <a:cxn ang="0">
                    <a:pos x="connsiteX660" y="connsiteY660"/>
                  </a:cxn>
                  <a:cxn ang="0">
                    <a:pos x="connsiteX661" y="connsiteY661"/>
                  </a:cxn>
                  <a:cxn ang="0">
                    <a:pos x="connsiteX662" y="connsiteY662"/>
                  </a:cxn>
                  <a:cxn ang="0">
                    <a:pos x="connsiteX663" y="connsiteY663"/>
                  </a:cxn>
                  <a:cxn ang="0">
                    <a:pos x="connsiteX664" y="connsiteY664"/>
                  </a:cxn>
                  <a:cxn ang="0">
                    <a:pos x="connsiteX665" y="connsiteY665"/>
                  </a:cxn>
                  <a:cxn ang="0">
                    <a:pos x="connsiteX666" y="connsiteY666"/>
                  </a:cxn>
                  <a:cxn ang="0">
                    <a:pos x="connsiteX667" y="connsiteY667"/>
                  </a:cxn>
                  <a:cxn ang="0">
                    <a:pos x="connsiteX668" y="connsiteY668"/>
                  </a:cxn>
                  <a:cxn ang="0">
                    <a:pos x="connsiteX669" y="connsiteY669"/>
                  </a:cxn>
                  <a:cxn ang="0">
                    <a:pos x="connsiteX670" y="connsiteY670"/>
                  </a:cxn>
                  <a:cxn ang="0">
                    <a:pos x="connsiteX671" y="connsiteY671"/>
                  </a:cxn>
                  <a:cxn ang="0">
                    <a:pos x="connsiteX672" y="connsiteY672"/>
                  </a:cxn>
                  <a:cxn ang="0">
                    <a:pos x="connsiteX673" y="connsiteY673"/>
                  </a:cxn>
                  <a:cxn ang="0">
                    <a:pos x="connsiteX674" y="connsiteY674"/>
                  </a:cxn>
                  <a:cxn ang="0">
                    <a:pos x="connsiteX675" y="connsiteY675"/>
                  </a:cxn>
                  <a:cxn ang="0">
                    <a:pos x="connsiteX676" y="connsiteY676"/>
                  </a:cxn>
                  <a:cxn ang="0">
                    <a:pos x="connsiteX677" y="connsiteY677"/>
                  </a:cxn>
                  <a:cxn ang="0">
                    <a:pos x="connsiteX678" y="connsiteY678"/>
                  </a:cxn>
                  <a:cxn ang="0">
                    <a:pos x="connsiteX679" y="connsiteY679"/>
                  </a:cxn>
                  <a:cxn ang="0">
                    <a:pos x="connsiteX680" y="connsiteY680"/>
                  </a:cxn>
                  <a:cxn ang="0">
                    <a:pos x="connsiteX681" y="connsiteY681"/>
                  </a:cxn>
                  <a:cxn ang="0">
                    <a:pos x="connsiteX682" y="connsiteY682"/>
                  </a:cxn>
                  <a:cxn ang="0">
                    <a:pos x="connsiteX683" y="connsiteY683"/>
                  </a:cxn>
                  <a:cxn ang="0">
                    <a:pos x="connsiteX684" y="connsiteY684"/>
                  </a:cxn>
                  <a:cxn ang="0">
                    <a:pos x="connsiteX685" y="connsiteY685"/>
                  </a:cxn>
                  <a:cxn ang="0">
                    <a:pos x="connsiteX686" y="connsiteY686"/>
                  </a:cxn>
                  <a:cxn ang="0">
                    <a:pos x="connsiteX687" y="connsiteY687"/>
                  </a:cxn>
                  <a:cxn ang="0">
                    <a:pos x="connsiteX688" y="connsiteY688"/>
                  </a:cxn>
                  <a:cxn ang="0">
                    <a:pos x="connsiteX689" y="connsiteY689"/>
                  </a:cxn>
                  <a:cxn ang="0">
                    <a:pos x="connsiteX690" y="connsiteY690"/>
                  </a:cxn>
                  <a:cxn ang="0">
                    <a:pos x="connsiteX691" y="connsiteY691"/>
                  </a:cxn>
                  <a:cxn ang="0">
                    <a:pos x="connsiteX692" y="connsiteY692"/>
                  </a:cxn>
                  <a:cxn ang="0">
                    <a:pos x="connsiteX693" y="connsiteY693"/>
                  </a:cxn>
                  <a:cxn ang="0">
                    <a:pos x="connsiteX694" y="connsiteY694"/>
                  </a:cxn>
                  <a:cxn ang="0">
                    <a:pos x="connsiteX695" y="connsiteY695"/>
                  </a:cxn>
                  <a:cxn ang="0">
                    <a:pos x="connsiteX696" y="connsiteY696"/>
                  </a:cxn>
                  <a:cxn ang="0">
                    <a:pos x="connsiteX697" y="connsiteY697"/>
                  </a:cxn>
                  <a:cxn ang="0">
                    <a:pos x="connsiteX698" y="connsiteY698"/>
                  </a:cxn>
                  <a:cxn ang="0">
                    <a:pos x="connsiteX699" y="connsiteY699"/>
                  </a:cxn>
                  <a:cxn ang="0">
                    <a:pos x="connsiteX700" y="connsiteY700"/>
                  </a:cxn>
                  <a:cxn ang="0">
                    <a:pos x="connsiteX701" y="connsiteY701"/>
                  </a:cxn>
                  <a:cxn ang="0">
                    <a:pos x="connsiteX702" y="connsiteY702"/>
                  </a:cxn>
                  <a:cxn ang="0">
                    <a:pos x="connsiteX703" y="connsiteY703"/>
                  </a:cxn>
                  <a:cxn ang="0">
                    <a:pos x="connsiteX704" y="connsiteY704"/>
                  </a:cxn>
                  <a:cxn ang="0">
                    <a:pos x="connsiteX705" y="connsiteY705"/>
                  </a:cxn>
                  <a:cxn ang="0">
                    <a:pos x="connsiteX706" y="connsiteY706"/>
                  </a:cxn>
                  <a:cxn ang="0">
                    <a:pos x="connsiteX707" y="connsiteY707"/>
                  </a:cxn>
                  <a:cxn ang="0">
                    <a:pos x="connsiteX708" y="connsiteY708"/>
                  </a:cxn>
                  <a:cxn ang="0">
                    <a:pos x="connsiteX709" y="connsiteY709"/>
                  </a:cxn>
                  <a:cxn ang="0">
                    <a:pos x="connsiteX710" y="connsiteY710"/>
                  </a:cxn>
                  <a:cxn ang="0">
                    <a:pos x="connsiteX711" y="connsiteY711"/>
                  </a:cxn>
                  <a:cxn ang="0">
                    <a:pos x="connsiteX712" y="connsiteY712"/>
                  </a:cxn>
                  <a:cxn ang="0">
                    <a:pos x="connsiteX713" y="connsiteY713"/>
                  </a:cxn>
                  <a:cxn ang="0">
                    <a:pos x="connsiteX714" y="connsiteY714"/>
                  </a:cxn>
                  <a:cxn ang="0">
                    <a:pos x="connsiteX715" y="connsiteY715"/>
                  </a:cxn>
                  <a:cxn ang="0">
                    <a:pos x="connsiteX716" y="connsiteY716"/>
                  </a:cxn>
                  <a:cxn ang="0">
                    <a:pos x="connsiteX717" y="connsiteY717"/>
                  </a:cxn>
                  <a:cxn ang="0">
                    <a:pos x="connsiteX718" y="connsiteY718"/>
                  </a:cxn>
                  <a:cxn ang="0">
                    <a:pos x="connsiteX719" y="connsiteY719"/>
                  </a:cxn>
                  <a:cxn ang="0">
                    <a:pos x="connsiteX720" y="connsiteY720"/>
                  </a:cxn>
                  <a:cxn ang="0">
                    <a:pos x="connsiteX721" y="connsiteY721"/>
                  </a:cxn>
                  <a:cxn ang="0">
                    <a:pos x="connsiteX722" y="connsiteY722"/>
                  </a:cxn>
                  <a:cxn ang="0">
                    <a:pos x="connsiteX723" y="connsiteY723"/>
                  </a:cxn>
                  <a:cxn ang="0">
                    <a:pos x="connsiteX724" y="connsiteY724"/>
                  </a:cxn>
                  <a:cxn ang="0">
                    <a:pos x="connsiteX725" y="connsiteY725"/>
                  </a:cxn>
                  <a:cxn ang="0">
                    <a:pos x="connsiteX726" y="connsiteY726"/>
                  </a:cxn>
                  <a:cxn ang="0">
                    <a:pos x="connsiteX727" y="connsiteY727"/>
                  </a:cxn>
                  <a:cxn ang="0">
                    <a:pos x="connsiteX728" y="connsiteY728"/>
                  </a:cxn>
                  <a:cxn ang="0">
                    <a:pos x="connsiteX729" y="connsiteY729"/>
                  </a:cxn>
                  <a:cxn ang="0">
                    <a:pos x="connsiteX730" y="connsiteY730"/>
                  </a:cxn>
                  <a:cxn ang="0">
                    <a:pos x="connsiteX731" y="connsiteY731"/>
                  </a:cxn>
                  <a:cxn ang="0">
                    <a:pos x="connsiteX732" y="connsiteY732"/>
                  </a:cxn>
                  <a:cxn ang="0">
                    <a:pos x="connsiteX733" y="connsiteY733"/>
                  </a:cxn>
                  <a:cxn ang="0">
                    <a:pos x="connsiteX734" y="connsiteY734"/>
                  </a:cxn>
                  <a:cxn ang="0">
                    <a:pos x="connsiteX735" y="connsiteY735"/>
                  </a:cxn>
                  <a:cxn ang="0">
                    <a:pos x="connsiteX736" y="connsiteY736"/>
                  </a:cxn>
                  <a:cxn ang="0">
                    <a:pos x="connsiteX737" y="connsiteY737"/>
                  </a:cxn>
                  <a:cxn ang="0">
                    <a:pos x="connsiteX738" y="connsiteY738"/>
                  </a:cxn>
                  <a:cxn ang="0">
                    <a:pos x="connsiteX739" y="connsiteY739"/>
                  </a:cxn>
                  <a:cxn ang="0">
                    <a:pos x="connsiteX740" y="connsiteY740"/>
                  </a:cxn>
                  <a:cxn ang="0">
                    <a:pos x="connsiteX741" y="connsiteY741"/>
                  </a:cxn>
                  <a:cxn ang="0">
                    <a:pos x="connsiteX742" y="connsiteY742"/>
                  </a:cxn>
                  <a:cxn ang="0">
                    <a:pos x="connsiteX743" y="connsiteY743"/>
                  </a:cxn>
                  <a:cxn ang="0">
                    <a:pos x="connsiteX744" y="connsiteY744"/>
                  </a:cxn>
                  <a:cxn ang="0">
                    <a:pos x="connsiteX745" y="connsiteY745"/>
                  </a:cxn>
                  <a:cxn ang="0">
                    <a:pos x="connsiteX746" y="connsiteY746"/>
                  </a:cxn>
                  <a:cxn ang="0">
                    <a:pos x="connsiteX747" y="connsiteY747"/>
                  </a:cxn>
                  <a:cxn ang="0">
                    <a:pos x="connsiteX748" y="connsiteY748"/>
                  </a:cxn>
                  <a:cxn ang="0">
                    <a:pos x="connsiteX749" y="connsiteY749"/>
                  </a:cxn>
                  <a:cxn ang="0">
                    <a:pos x="connsiteX750" y="connsiteY750"/>
                  </a:cxn>
                  <a:cxn ang="0">
                    <a:pos x="connsiteX751" y="connsiteY751"/>
                  </a:cxn>
                  <a:cxn ang="0">
                    <a:pos x="connsiteX752" y="connsiteY752"/>
                  </a:cxn>
                  <a:cxn ang="0">
                    <a:pos x="connsiteX753" y="connsiteY753"/>
                  </a:cxn>
                  <a:cxn ang="0">
                    <a:pos x="connsiteX754" y="connsiteY754"/>
                  </a:cxn>
                  <a:cxn ang="0">
                    <a:pos x="connsiteX755" y="connsiteY755"/>
                  </a:cxn>
                  <a:cxn ang="0">
                    <a:pos x="connsiteX756" y="connsiteY756"/>
                  </a:cxn>
                  <a:cxn ang="0">
                    <a:pos x="connsiteX757" y="connsiteY757"/>
                  </a:cxn>
                  <a:cxn ang="0">
                    <a:pos x="connsiteX758" y="connsiteY758"/>
                  </a:cxn>
                  <a:cxn ang="0">
                    <a:pos x="connsiteX759" y="connsiteY759"/>
                  </a:cxn>
                  <a:cxn ang="0">
                    <a:pos x="connsiteX760" y="connsiteY760"/>
                  </a:cxn>
                  <a:cxn ang="0">
                    <a:pos x="connsiteX761" y="connsiteY761"/>
                  </a:cxn>
                  <a:cxn ang="0">
                    <a:pos x="connsiteX762" y="connsiteY762"/>
                  </a:cxn>
                  <a:cxn ang="0">
                    <a:pos x="connsiteX763" y="connsiteY763"/>
                  </a:cxn>
                  <a:cxn ang="0">
                    <a:pos x="connsiteX764" y="connsiteY764"/>
                  </a:cxn>
                  <a:cxn ang="0">
                    <a:pos x="connsiteX765" y="connsiteY765"/>
                  </a:cxn>
                  <a:cxn ang="0">
                    <a:pos x="connsiteX766" y="connsiteY766"/>
                  </a:cxn>
                  <a:cxn ang="0">
                    <a:pos x="connsiteX767" y="connsiteY767"/>
                  </a:cxn>
                  <a:cxn ang="0">
                    <a:pos x="connsiteX768" y="connsiteY768"/>
                  </a:cxn>
                  <a:cxn ang="0">
                    <a:pos x="connsiteX769" y="connsiteY769"/>
                  </a:cxn>
                  <a:cxn ang="0">
                    <a:pos x="connsiteX770" y="connsiteY770"/>
                  </a:cxn>
                  <a:cxn ang="0">
                    <a:pos x="connsiteX771" y="connsiteY771"/>
                  </a:cxn>
                  <a:cxn ang="0">
                    <a:pos x="connsiteX772" y="connsiteY772"/>
                  </a:cxn>
                  <a:cxn ang="0">
                    <a:pos x="connsiteX773" y="connsiteY773"/>
                  </a:cxn>
                  <a:cxn ang="0">
                    <a:pos x="connsiteX774" y="connsiteY774"/>
                  </a:cxn>
                  <a:cxn ang="0">
                    <a:pos x="connsiteX775" y="connsiteY775"/>
                  </a:cxn>
                  <a:cxn ang="0">
                    <a:pos x="connsiteX776" y="connsiteY776"/>
                  </a:cxn>
                  <a:cxn ang="0">
                    <a:pos x="connsiteX777" y="connsiteY777"/>
                  </a:cxn>
                  <a:cxn ang="0">
                    <a:pos x="connsiteX778" y="connsiteY778"/>
                  </a:cxn>
                  <a:cxn ang="0">
                    <a:pos x="connsiteX779" y="connsiteY779"/>
                  </a:cxn>
                  <a:cxn ang="0">
                    <a:pos x="connsiteX780" y="connsiteY780"/>
                  </a:cxn>
                  <a:cxn ang="0">
                    <a:pos x="connsiteX781" y="connsiteY781"/>
                  </a:cxn>
                  <a:cxn ang="0">
                    <a:pos x="connsiteX782" y="connsiteY782"/>
                  </a:cxn>
                  <a:cxn ang="0">
                    <a:pos x="connsiteX783" y="connsiteY783"/>
                  </a:cxn>
                  <a:cxn ang="0">
                    <a:pos x="connsiteX784" y="connsiteY784"/>
                  </a:cxn>
                  <a:cxn ang="0">
                    <a:pos x="connsiteX785" y="connsiteY785"/>
                  </a:cxn>
                  <a:cxn ang="0">
                    <a:pos x="connsiteX786" y="connsiteY786"/>
                  </a:cxn>
                  <a:cxn ang="0">
                    <a:pos x="connsiteX787" y="connsiteY787"/>
                  </a:cxn>
                  <a:cxn ang="0">
                    <a:pos x="connsiteX788" y="connsiteY788"/>
                  </a:cxn>
                  <a:cxn ang="0">
                    <a:pos x="connsiteX789" y="connsiteY789"/>
                  </a:cxn>
                  <a:cxn ang="0">
                    <a:pos x="connsiteX790" y="connsiteY790"/>
                  </a:cxn>
                  <a:cxn ang="0">
                    <a:pos x="connsiteX791" y="connsiteY791"/>
                  </a:cxn>
                  <a:cxn ang="0">
                    <a:pos x="connsiteX792" y="connsiteY792"/>
                  </a:cxn>
                  <a:cxn ang="0">
                    <a:pos x="connsiteX793" y="connsiteY793"/>
                  </a:cxn>
                  <a:cxn ang="0">
                    <a:pos x="connsiteX794" y="connsiteY794"/>
                  </a:cxn>
                  <a:cxn ang="0">
                    <a:pos x="connsiteX795" y="connsiteY795"/>
                  </a:cxn>
                  <a:cxn ang="0">
                    <a:pos x="connsiteX796" y="connsiteY796"/>
                  </a:cxn>
                  <a:cxn ang="0">
                    <a:pos x="connsiteX797" y="connsiteY797"/>
                  </a:cxn>
                  <a:cxn ang="0">
                    <a:pos x="connsiteX798" y="connsiteY798"/>
                  </a:cxn>
                  <a:cxn ang="0">
                    <a:pos x="connsiteX799" y="connsiteY799"/>
                  </a:cxn>
                  <a:cxn ang="0">
                    <a:pos x="connsiteX800" y="connsiteY800"/>
                  </a:cxn>
                  <a:cxn ang="0">
                    <a:pos x="connsiteX801" y="connsiteY801"/>
                  </a:cxn>
                  <a:cxn ang="0">
                    <a:pos x="connsiteX802" y="connsiteY802"/>
                  </a:cxn>
                  <a:cxn ang="0">
                    <a:pos x="connsiteX803" y="connsiteY803"/>
                  </a:cxn>
                  <a:cxn ang="0">
                    <a:pos x="connsiteX804" y="connsiteY804"/>
                  </a:cxn>
                  <a:cxn ang="0">
                    <a:pos x="connsiteX805" y="connsiteY805"/>
                  </a:cxn>
                  <a:cxn ang="0">
                    <a:pos x="connsiteX806" y="connsiteY806"/>
                  </a:cxn>
                  <a:cxn ang="0">
                    <a:pos x="connsiteX807" y="connsiteY807"/>
                  </a:cxn>
                  <a:cxn ang="0">
                    <a:pos x="connsiteX808" y="connsiteY808"/>
                  </a:cxn>
                  <a:cxn ang="0">
                    <a:pos x="connsiteX809" y="connsiteY809"/>
                  </a:cxn>
                  <a:cxn ang="0">
                    <a:pos x="connsiteX810" y="connsiteY810"/>
                  </a:cxn>
                  <a:cxn ang="0">
                    <a:pos x="connsiteX811" y="connsiteY811"/>
                  </a:cxn>
                  <a:cxn ang="0">
                    <a:pos x="connsiteX812" y="connsiteY812"/>
                  </a:cxn>
                  <a:cxn ang="0">
                    <a:pos x="connsiteX813" y="connsiteY813"/>
                  </a:cxn>
                  <a:cxn ang="0">
                    <a:pos x="connsiteX814" y="connsiteY814"/>
                  </a:cxn>
                  <a:cxn ang="0">
                    <a:pos x="connsiteX815" y="connsiteY815"/>
                  </a:cxn>
                  <a:cxn ang="0">
                    <a:pos x="connsiteX816" y="connsiteY816"/>
                  </a:cxn>
                  <a:cxn ang="0">
                    <a:pos x="connsiteX817" y="connsiteY817"/>
                  </a:cxn>
                  <a:cxn ang="0">
                    <a:pos x="connsiteX818" y="connsiteY818"/>
                  </a:cxn>
                  <a:cxn ang="0">
                    <a:pos x="connsiteX819" y="connsiteY819"/>
                  </a:cxn>
                  <a:cxn ang="0">
                    <a:pos x="connsiteX820" y="connsiteY820"/>
                  </a:cxn>
                  <a:cxn ang="0">
                    <a:pos x="connsiteX821" y="connsiteY821"/>
                  </a:cxn>
                  <a:cxn ang="0">
                    <a:pos x="connsiteX822" y="connsiteY822"/>
                  </a:cxn>
                  <a:cxn ang="0">
                    <a:pos x="connsiteX823" y="connsiteY823"/>
                  </a:cxn>
                  <a:cxn ang="0">
                    <a:pos x="connsiteX824" y="connsiteY824"/>
                  </a:cxn>
                  <a:cxn ang="0">
                    <a:pos x="connsiteX825" y="connsiteY825"/>
                  </a:cxn>
                  <a:cxn ang="0">
                    <a:pos x="connsiteX826" y="connsiteY826"/>
                  </a:cxn>
                  <a:cxn ang="0">
                    <a:pos x="connsiteX827" y="connsiteY827"/>
                  </a:cxn>
                  <a:cxn ang="0">
                    <a:pos x="connsiteX828" y="connsiteY828"/>
                  </a:cxn>
                  <a:cxn ang="0">
                    <a:pos x="connsiteX829" y="connsiteY829"/>
                  </a:cxn>
                  <a:cxn ang="0">
                    <a:pos x="connsiteX830" y="connsiteY830"/>
                  </a:cxn>
                  <a:cxn ang="0">
                    <a:pos x="connsiteX831" y="connsiteY831"/>
                  </a:cxn>
                  <a:cxn ang="0">
                    <a:pos x="connsiteX832" y="connsiteY832"/>
                  </a:cxn>
                  <a:cxn ang="0">
                    <a:pos x="connsiteX833" y="connsiteY833"/>
                  </a:cxn>
                  <a:cxn ang="0">
                    <a:pos x="connsiteX834" y="connsiteY834"/>
                  </a:cxn>
                  <a:cxn ang="0">
                    <a:pos x="connsiteX835" y="connsiteY835"/>
                  </a:cxn>
                  <a:cxn ang="0">
                    <a:pos x="connsiteX836" y="connsiteY836"/>
                  </a:cxn>
                  <a:cxn ang="0">
                    <a:pos x="connsiteX837" y="connsiteY837"/>
                  </a:cxn>
                  <a:cxn ang="0">
                    <a:pos x="connsiteX838" y="connsiteY838"/>
                  </a:cxn>
                  <a:cxn ang="0">
                    <a:pos x="connsiteX839" y="connsiteY839"/>
                  </a:cxn>
                  <a:cxn ang="0">
                    <a:pos x="connsiteX840" y="connsiteY840"/>
                  </a:cxn>
                  <a:cxn ang="0">
                    <a:pos x="connsiteX841" y="connsiteY841"/>
                  </a:cxn>
                  <a:cxn ang="0">
                    <a:pos x="connsiteX842" y="connsiteY842"/>
                  </a:cxn>
                  <a:cxn ang="0">
                    <a:pos x="connsiteX843" y="connsiteY843"/>
                  </a:cxn>
                  <a:cxn ang="0">
                    <a:pos x="connsiteX844" y="connsiteY844"/>
                  </a:cxn>
                  <a:cxn ang="0">
                    <a:pos x="connsiteX845" y="connsiteY845"/>
                  </a:cxn>
                  <a:cxn ang="0">
                    <a:pos x="connsiteX846" y="connsiteY846"/>
                  </a:cxn>
                  <a:cxn ang="0">
                    <a:pos x="connsiteX847" y="connsiteY847"/>
                  </a:cxn>
                  <a:cxn ang="0">
                    <a:pos x="connsiteX848" y="connsiteY848"/>
                  </a:cxn>
                  <a:cxn ang="0">
                    <a:pos x="connsiteX849" y="connsiteY849"/>
                  </a:cxn>
                  <a:cxn ang="0">
                    <a:pos x="connsiteX850" y="connsiteY850"/>
                  </a:cxn>
                  <a:cxn ang="0">
                    <a:pos x="connsiteX851" y="connsiteY851"/>
                  </a:cxn>
                  <a:cxn ang="0">
                    <a:pos x="connsiteX852" y="connsiteY852"/>
                  </a:cxn>
                  <a:cxn ang="0">
                    <a:pos x="connsiteX853" y="connsiteY853"/>
                  </a:cxn>
                  <a:cxn ang="0">
                    <a:pos x="connsiteX854" y="connsiteY854"/>
                  </a:cxn>
                  <a:cxn ang="0">
                    <a:pos x="connsiteX855" y="connsiteY855"/>
                  </a:cxn>
                  <a:cxn ang="0">
                    <a:pos x="connsiteX856" y="connsiteY856"/>
                  </a:cxn>
                  <a:cxn ang="0">
                    <a:pos x="connsiteX857" y="connsiteY857"/>
                  </a:cxn>
                  <a:cxn ang="0">
                    <a:pos x="connsiteX858" y="connsiteY858"/>
                  </a:cxn>
                  <a:cxn ang="0">
                    <a:pos x="connsiteX859" y="connsiteY859"/>
                  </a:cxn>
                  <a:cxn ang="0">
                    <a:pos x="connsiteX860" y="connsiteY860"/>
                  </a:cxn>
                  <a:cxn ang="0">
                    <a:pos x="connsiteX861" y="connsiteY861"/>
                  </a:cxn>
                  <a:cxn ang="0">
                    <a:pos x="connsiteX862" y="connsiteY862"/>
                  </a:cxn>
                  <a:cxn ang="0">
                    <a:pos x="connsiteX863" y="connsiteY863"/>
                  </a:cxn>
                  <a:cxn ang="0">
                    <a:pos x="connsiteX864" y="connsiteY864"/>
                  </a:cxn>
                  <a:cxn ang="0">
                    <a:pos x="connsiteX865" y="connsiteY865"/>
                  </a:cxn>
                  <a:cxn ang="0">
                    <a:pos x="connsiteX866" y="connsiteY866"/>
                  </a:cxn>
                  <a:cxn ang="0">
                    <a:pos x="connsiteX867" y="connsiteY867"/>
                  </a:cxn>
                  <a:cxn ang="0">
                    <a:pos x="connsiteX868" y="connsiteY868"/>
                  </a:cxn>
                  <a:cxn ang="0">
                    <a:pos x="connsiteX869" y="connsiteY869"/>
                  </a:cxn>
                  <a:cxn ang="0">
                    <a:pos x="connsiteX870" y="connsiteY870"/>
                  </a:cxn>
                  <a:cxn ang="0">
                    <a:pos x="connsiteX871" y="connsiteY871"/>
                  </a:cxn>
                  <a:cxn ang="0">
                    <a:pos x="connsiteX872" y="connsiteY872"/>
                  </a:cxn>
                  <a:cxn ang="0">
                    <a:pos x="connsiteX873" y="connsiteY873"/>
                  </a:cxn>
                  <a:cxn ang="0">
                    <a:pos x="connsiteX874" y="connsiteY874"/>
                  </a:cxn>
                  <a:cxn ang="0">
                    <a:pos x="connsiteX875" y="connsiteY875"/>
                  </a:cxn>
                  <a:cxn ang="0">
                    <a:pos x="connsiteX876" y="connsiteY876"/>
                  </a:cxn>
                  <a:cxn ang="0">
                    <a:pos x="connsiteX877" y="connsiteY877"/>
                  </a:cxn>
                  <a:cxn ang="0">
                    <a:pos x="connsiteX878" y="connsiteY878"/>
                  </a:cxn>
                  <a:cxn ang="0">
                    <a:pos x="connsiteX879" y="connsiteY879"/>
                  </a:cxn>
                  <a:cxn ang="0">
                    <a:pos x="connsiteX880" y="connsiteY880"/>
                  </a:cxn>
                  <a:cxn ang="0">
                    <a:pos x="connsiteX881" y="connsiteY881"/>
                  </a:cxn>
                  <a:cxn ang="0">
                    <a:pos x="connsiteX882" y="connsiteY882"/>
                  </a:cxn>
                  <a:cxn ang="0">
                    <a:pos x="connsiteX883" y="connsiteY883"/>
                  </a:cxn>
                  <a:cxn ang="0">
                    <a:pos x="connsiteX884" y="connsiteY884"/>
                  </a:cxn>
                  <a:cxn ang="0">
                    <a:pos x="connsiteX885" y="connsiteY885"/>
                  </a:cxn>
                  <a:cxn ang="0">
                    <a:pos x="connsiteX886" y="connsiteY886"/>
                  </a:cxn>
                  <a:cxn ang="0">
                    <a:pos x="connsiteX887" y="connsiteY887"/>
                  </a:cxn>
                  <a:cxn ang="0">
                    <a:pos x="connsiteX888" y="connsiteY888"/>
                  </a:cxn>
                  <a:cxn ang="0">
                    <a:pos x="connsiteX889" y="connsiteY889"/>
                  </a:cxn>
                  <a:cxn ang="0">
                    <a:pos x="connsiteX890" y="connsiteY890"/>
                  </a:cxn>
                  <a:cxn ang="0">
                    <a:pos x="connsiteX891" y="connsiteY891"/>
                  </a:cxn>
                  <a:cxn ang="0">
                    <a:pos x="connsiteX892" y="connsiteY892"/>
                  </a:cxn>
                  <a:cxn ang="0">
                    <a:pos x="connsiteX893" y="connsiteY893"/>
                  </a:cxn>
                  <a:cxn ang="0">
                    <a:pos x="connsiteX894" y="connsiteY894"/>
                  </a:cxn>
                  <a:cxn ang="0">
                    <a:pos x="connsiteX895" y="connsiteY895"/>
                  </a:cxn>
                  <a:cxn ang="0">
                    <a:pos x="connsiteX896" y="connsiteY896"/>
                  </a:cxn>
                  <a:cxn ang="0">
                    <a:pos x="connsiteX897" y="connsiteY897"/>
                  </a:cxn>
                  <a:cxn ang="0">
                    <a:pos x="connsiteX898" y="connsiteY898"/>
                  </a:cxn>
                  <a:cxn ang="0">
                    <a:pos x="connsiteX899" y="connsiteY899"/>
                  </a:cxn>
                  <a:cxn ang="0">
                    <a:pos x="connsiteX900" y="connsiteY900"/>
                  </a:cxn>
                  <a:cxn ang="0">
                    <a:pos x="connsiteX901" y="connsiteY901"/>
                  </a:cxn>
                  <a:cxn ang="0">
                    <a:pos x="connsiteX902" y="connsiteY902"/>
                  </a:cxn>
                  <a:cxn ang="0">
                    <a:pos x="connsiteX903" y="connsiteY903"/>
                  </a:cxn>
                  <a:cxn ang="0">
                    <a:pos x="connsiteX904" y="connsiteY904"/>
                  </a:cxn>
                  <a:cxn ang="0">
                    <a:pos x="connsiteX905" y="connsiteY905"/>
                  </a:cxn>
                  <a:cxn ang="0">
                    <a:pos x="connsiteX906" y="connsiteY906"/>
                  </a:cxn>
                  <a:cxn ang="0">
                    <a:pos x="connsiteX907" y="connsiteY907"/>
                  </a:cxn>
                  <a:cxn ang="0">
                    <a:pos x="connsiteX908" y="connsiteY908"/>
                  </a:cxn>
                  <a:cxn ang="0">
                    <a:pos x="connsiteX909" y="connsiteY909"/>
                  </a:cxn>
                  <a:cxn ang="0">
                    <a:pos x="connsiteX910" y="connsiteY910"/>
                  </a:cxn>
                  <a:cxn ang="0">
                    <a:pos x="connsiteX911" y="connsiteY911"/>
                  </a:cxn>
                  <a:cxn ang="0">
                    <a:pos x="connsiteX912" y="connsiteY912"/>
                  </a:cxn>
                  <a:cxn ang="0">
                    <a:pos x="connsiteX913" y="connsiteY913"/>
                  </a:cxn>
                  <a:cxn ang="0">
                    <a:pos x="connsiteX914" y="connsiteY914"/>
                  </a:cxn>
                  <a:cxn ang="0">
                    <a:pos x="connsiteX915" y="connsiteY915"/>
                  </a:cxn>
                  <a:cxn ang="0">
                    <a:pos x="connsiteX916" y="connsiteY916"/>
                  </a:cxn>
                  <a:cxn ang="0">
                    <a:pos x="connsiteX917" y="connsiteY917"/>
                  </a:cxn>
                  <a:cxn ang="0">
                    <a:pos x="connsiteX918" y="connsiteY918"/>
                  </a:cxn>
                  <a:cxn ang="0">
                    <a:pos x="connsiteX919" y="connsiteY919"/>
                  </a:cxn>
                  <a:cxn ang="0">
                    <a:pos x="connsiteX920" y="connsiteY920"/>
                  </a:cxn>
                  <a:cxn ang="0">
                    <a:pos x="connsiteX921" y="connsiteY921"/>
                  </a:cxn>
                  <a:cxn ang="0">
                    <a:pos x="connsiteX922" y="connsiteY922"/>
                  </a:cxn>
                  <a:cxn ang="0">
                    <a:pos x="connsiteX923" y="connsiteY923"/>
                  </a:cxn>
                  <a:cxn ang="0">
                    <a:pos x="connsiteX924" y="connsiteY924"/>
                  </a:cxn>
                  <a:cxn ang="0">
                    <a:pos x="connsiteX925" y="connsiteY925"/>
                  </a:cxn>
                  <a:cxn ang="0">
                    <a:pos x="connsiteX926" y="connsiteY926"/>
                  </a:cxn>
                  <a:cxn ang="0">
                    <a:pos x="connsiteX927" y="connsiteY927"/>
                  </a:cxn>
                  <a:cxn ang="0">
                    <a:pos x="connsiteX928" y="connsiteY928"/>
                  </a:cxn>
                  <a:cxn ang="0">
                    <a:pos x="connsiteX929" y="connsiteY929"/>
                  </a:cxn>
                  <a:cxn ang="0">
                    <a:pos x="connsiteX930" y="connsiteY930"/>
                  </a:cxn>
                  <a:cxn ang="0">
                    <a:pos x="connsiteX931" y="connsiteY931"/>
                  </a:cxn>
                  <a:cxn ang="0">
                    <a:pos x="connsiteX932" y="connsiteY932"/>
                  </a:cxn>
                  <a:cxn ang="0">
                    <a:pos x="connsiteX933" y="connsiteY933"/>
                  </a:cxn>
                  <a:cxn ang="0">
                    <a:pos x="connsiteX934" y="connsiteY934"/>
                  </a:cxn>
                  <a:cxn ang="0">
                    <a:pos x="connsiteX935" y="connsiteY935"/>
                  </a:cxn>
                  <a:cxn ang="0">
                    <a:pos x="connsiteX936" y="connsiteY936"/>
                  </a:cxn>
                  <a:cxn ang="0">
                    <a:pos x="connsiteX937" y="connsiteY937"/>
                  </a:cxn>
                  <a:cxn ang="0">
                    <a:pos x="connsiteX938" y="connsiteY938"/>
                  </a:cxn>
                  <a:cxn ang="0">
                    <a:pos x="connsiteX939" y="connsiteY939"/>
                  </a:cxn>
                  <a:cxn ang="0">
                    <a:pos x="connsiteX940" y="connsiteY940"/>
                  </a:cxn>
                  <a:cxn ang="0">
                    <a:pos x="connsiteX941" y="connsiteY941"/>
                  </a:cxn>
                  <a:cxn ang="0">
                    <a:pos x="connsiteX942" y="connsiteY942"/>
                  </a:cxn>
                  <a:cxn ang="0">
                    <a:pos x="connsiteX943" y="connsiteY943"/>
                  </a:cxn>
                  <a:cxn ang="0">
                    <a:pos x="connsiteX944" y="connsiteY944"/>
                  </a:cxn>
                  <a:cxn ang="0">
                    <a:pos x="connsiteX945" y="connsiteY945"/>
                  </a:cxn>
                  <a:cxn ang="0">
                    <a:pos x="connsiteX946" y="connsiteY946"/>
                  </a:cxn>
                  <a:cxn ang="0">
                    <a:pos x="connsiteX947" y="connsiteY947"/>
                  </a:cxn>
                  <a:cxn ang="0">
                    <a:pos x="connsiteX948" y="connsiteY948"/>
                  </a:cxn>
                  <a:cxn ang="0">
                    <a:pos x="connsiteX949" y="connsiteY949"/>
                  </a:cxn>
                  <a:cxn ang="0">
                    <a:pos x="connsiteX950" y="connsiteY950"/>
                  </a:cxn>
                </a:cxnLst>
                <a:rect l="l" t="t" r="r" b="b"/>
                <a:pathLst>
                  <a:path w="4092698" h="1566463">
                    <a:moveTo>
                      <a:pt x="62695" y="1132228"/>
                    </a:moveTo>
                    <a:cubicBezTo>
                      <a:pt x="57308" y="1133051"/>
                      <a:pt x="51873" y="1131084"/>
                      <a:pt x="48273" y="1126984"/>
                    </a:cubicBezTo>
                    <a:cubicBezTo>
                      <a:pt x="46127" y="1124004"/>
                      <a:pt x="39572" y="1125077"/>
                      <a:pt x="33732" y="1125673"/>
                    </a:cubicBezTo>
                    <a:cubicBezTo>
                      <a:pt x="35305" y="1126495"/>
                      <a:pt x="36628" y="1127735"/>
                      <a:pt x="37546" y="1129249"/>
                    </a:cubicBezTo>
                    <a:cubicBezTo>
                      <a:pt x="40645" y="1134970"/>
                      <a:pt x="24792" y="1135685"/>
                      <a:pt x="29679" y="1142360"/>
                    </a:cubicBezTo>
                    <a:cubicBezTo>
                      <a:pt x="34566" y="1149035"/>
                      <a:pt x="17760" y="1149392"/>
                      <a:pt x="17760" y="1142360"/>
                    </a:cubicBezTo>
                    <a:cubicBezTo>
                      <a:pt x="17760" y="1135328"/>
                      <a:pt x="715" y="1138784"/>
                      <a:pt x="1430" y="1143432"/>
                    </a:cubicBezTo>
                    <a:cubicBezTo>
                      <a:pt x="1669" y="1145411"/>
                      <a:pt x="1156" y="1147414"/>
                      <a:pt x="0" y="1149035"/>
                    </a:cubicBezTo>
                    <a:cubicBezTo>
                      <a:pt x="4649" y="1150703"/>
                      <a:pt x="10012" y="1152610"/>
                      <a:pt x="11919" y="1153564"/>
                    </a:cubicBezTo>
                    <a:cubicBezTo>
                      <a:pt x="32528" y="1156854"/>
                      <a:pt x="53446" y="1157736"/>
                      <a:pt x="74257" y="1156186"/>
                    </a:cubicBezTo>
                    <a:cubicBezTo>
                      <a:pt x="74066" y="1150846"/>
                      <a:pt x="74352" y="1145506"/>
                      <a:pt x="75091" y="1140214"/>
                    </a:cubicBezTo>
                    <a:cubicBezTo>
                      <a:pt x="75926" y="1135923"/>
                      <a:pt x="65794" y="1130679"/>
                      <a:pt x="62695" y="1132228"/>
                    </a:cubicBezTo>
                    <a:close/>
                    <a:moveTo>
                      <a:pt x="1087750" y="40903"/>
                    </a:moveTo>
                    <a:cubicBezTo>
                      <a:pt x="1114568" y="38043"/>
                      <a:pt x="1113973" y="23143"/>
                      <a:pt x="1099669" y="20283"/>
                    </a:cubicBezTo>
                    <a:cubicBezTo>
                      <a:pt x="1085366" y="17422"/>
                      <a:pt x="1083340" y="28865"/>
                      <a:pt x="1075831" y="28150"/>
                    </a:cubicBezTo>
                    <a:cubicBezTo>
                      <a:pt x="1068322" y="27434"/>
                      <a:pt x="1041980" y="32560"/>
                      <a:pt x="1047463" y="38758"/>
                    </a:cubicBezTo>
                    <a:cubicBezTo>
                      <a:pt x="1052946" y="44956"/>
                      <a:pt x="1074520" y="42333"/>
                      <a:pt x="1087988" y="40903"/>
                    </a:cubicBezTo>
                    <a:close/>
                    <a:moveTo>
                      <a:pt x="1224821" y="434834"/>
                    </a:moveTo>
                    <a:cubicBezTo>
                      <a:pt x="1234118" y="436264"/>
                      <a:pt x="1258910" y="431258"/>
                      <a:pt x="1261652" y="426371"/>
                    </a:cubicBezTo>
                    <a:cubicBezTo>
                      <a:pt x="1264393" y="421484"/>
                      <a:pt x="1251759" y="415763"/>
                      <a:pt x="1235430" y="415763"/>
                    </a:cubicBezTo>
                    <a:cubicBezTo>
                      <a:pt x="1219100" y="415763"/>
                      <a:pt x="1216716" y="433642"/>
                      <a:pt x="1224821" y="434834"/>
                    </a:cubicBezTo>
                    <a:close/>
                    <a:moveTo>
                      <a:pt x="1748553" y="72727"/>
                    </a:moveTo>
                    <a:cubicBezTo>
                      <a:pt x="1762022" y="78449"/>
                      <a:pt x="1757016" y="82024"/>
                      <a:pt x="1742832" y="82024"/>
                    </a:cubicBezTo>
                    <a:cubicBezTo>
                      <a:pt x="1728648" y="82024"/>
                      <a:pt x="1716490" y="86792"/>
                      <a:pt x="1725787" y="90487"/>
                    </a:cubicBezTo>
                    <a:cubicBezTo>
                      <a:pt x="1732939" y="93348"/>
                      <a:pt x="1732224" y="101095"/>
                      <a:pt x="1747123" y="104671"/>
                    </a:cubicBezTo>
                    <a:cubicBezTo>
                      <a:pt x="1762022" y="108247"/>
                      <a:pt x="1776801" y="96089"/>
                      <a:pt x="1775491" y="87627"/>
                    </a:cubicBezTo>
                    <a:cubicBezTo>
                      <a:pt x="1774180" y="79164"/>
                      <a:pt x="1827101" y="71297"/>
                      <a:pt x="1841284" y="67841"/>
                    </a:cubicBezTo>
                    <a:cubicBezTo>
                      <a:pt x="1855468" y="64384"/>
                      <a:pt x="1832107" y="49366"/>
                      <a:pt x="1847721" y="47935"/>
                    </a:cubicBezTo>
                    <a:cubicBezTo>
                      <a:pt x="1863335" y="46505"/>
                      <a:pt x="1856899" y="39473"/>
                      <a:pt x="1837828" y="36612"/>
                    </a:cubicBezTo>
                    <a:cubicBezTo>
                      <a:pt x="1818757" y="33752"/>
                      <a:pt x="1826504" y="17541"/>
                      <a:pt x="1820068" y="11820"/>
                    </a:cubicBezTo>
                    <a:cubicBezTo>
                      <a:pt x="1813632" y="6099"/>
                      <a:pt x="1810175" y="18853"/>
                      <a:pt x="1785384" y="23739"/>
                    </a:cubicBezTo>
                    <a:cubicBezTo>
                      <a:pt x="1760591" y="28626"/>
                      <a:pt x="1748553" y="35063"/>
                      <a:pt x="1758446" y="40069"/>
                    </a:cubicBezTo>
                    <a:cubicBezTo>
                      <a:pt x="1768339" y="45075"/>
                      <a:pt x="1758446" y="56994"/>
                      <a:pt x="1747838" y="56398"/>
                    </a:cubicBezTo>
                    <a:cubicBezTo>
                      <a:pt x="1737229" y="55802"/>
                      <a:pt x="1734965" y="67364"/>
                      <a:pt x="1748434" y="72727"/>
                    </a:cubicBezTo>
                    <a:close/>
                    <a:moveTo>
                      <a:pt x="1786099" y="92633"/>
                    </a:moveTo>
                    <a:cubicBezTo>
                      <a:pt x="1786099" y="100380"/>
                      <a:pt x="1763213" y="108128"/>
                      <a:pt x="1769769" y="113849"/>
                    </a:cubicBezTo>
                    <a:cubicBezTo>
                      <a:pt x="1776325" y="119570"/>
                      <a:pt x="1780377" y="117425"/>
                      <a:pt x="1787529" y="118855"/>
                    </a:cubicBezTo>
                    <a:cubicBezTo>
                      <a:pt x="1794680" y="120285"/>
                      <a:pt x="1798137" y="137926"/>
                      <a:pt x="1811368" y="135065"/>
                    </a:cubicBezTo>
                    <a:cubicBezTo>
                      <a:pt x="1824598" y="132204"/>
                      <a:pt x="1859045" y="149249"/>
                      <a:pt x="1879307" y="149249"/>
                    </a:cubicBezTo>
                    <a:cubicBezTo>
                      <a:pt x="1899569" y="149249"/>
                      <a:pt x="1902073" y="132324"/>
                      <a:pt x="1895637" y="131609"/>
                    </a:cubicBezTo>
                    <a:cubicBezTo>
                      <a:pt x="1889200" y="130893"/>
                      <a:pt x="1894921" y="120881"/>
                      <a:pt x="1906244" y="104671"/>
                    </a:cubicBezTo>
                    <a:cubicBezTo>
                      <a:pt x="1917568" y="88461"/>
                      <a:pt x="1870487" y="76303"/>
                      <a:pt x="1870487" y="89057"/>
                    </a:cubicBezTo>
                    <a:cubicBezTo>
                      <a:pt x="1870487" y="101810"/>
                      <a:pt x="1857018" y="86196"/>
                      <a:pt x="1852727" y="78449"/>
                    </a:cubicBezTo>
                    <a:cubicBezTo>
                      <a:pt x="1848436" y="70701"/>
                      <a:pt x="1785979" y="84766"/>
                      <a:pt x="1785979" y="92633"/>
                    </a:cubicBezTo>
                    <a:close/>
                    <a:moveTo>
                      <a:pt x="1431739" y="445442"/>
                    </a:moveTo>
                    <a:cubicBezTo>
                      <a:pt x="1443063" y="451163"/>
                      <a:pt x="1451645" y="449018"/>
                      <a:pt x="1450214" y="437694"/>
                    </a:cubicBezTo>
                    <a:cubicBezTo>
                      <a:pt x="1448784" y="426371"/>
                      <a:pt x="1422681" y="441032"/>
                      <a:pt x="1431620" y="445442"/>
                    </a:cubicBezTo>
                    <a:close/>
                    <a:moveTo>
                      <a:pt x="1729720" y="22428"/>
                    </a:moveTo>
                    <a:cubicBezTo>
                      <a:pt x="1732581" y="11820"/>
                      <a:pt x="1685500" y="16469"/>
                      <a:pt x="1697777" y="26719"/>
                    </a:cubicBezTo>
                    <a:cubicBezTo>
                      <a:pt x="1702306" y="30295"/>
                      <a:pt x="1727098" y="33036"/>
                      <a:pt x="1729959" y="22428"/>
                    </a:cubicBezTo>
                    <a:close/>
                    <a:moveTo>
                      <a:pt x="3815588" y="536147"/>
                    </a:moveTo>
                    <a:cubicBezTo>
                      <a:pt x="3829772" y="543299"/>
                      <a:pt x="3838234" y="527685"/>
                      <a:pt x="3849558" y="535432"/>
                    </a:cubicBezTo>
                    <a:cubicBezTo>
                      <a:pt x="3860881" y="543180"/>
                      <a:pt x="3888533" y="531976"/>
                      <a:pt x="3899857" y="529830"/>
                    </a:cubicBezTo>
                    <a:cubicBezTo>
                      <a:pt x="3911180" y="527685"/>
                      <a:pt x="3905578" y="513501"/>
                      <a:pt x="3873634" y="509210"/>
                    </a:cubicBezTo>
                    <a:cubicBezTo>
                      <a:pt x="3841691" y="504919"/>
                      <a:pt x="3800093" y="528519"/>
                      <a:pt x="3815350" y="536147"/>
                    </a:cubicBezTo>
                    <a:close/>
                    <a:moveTo>
                      <a:pt x="1895755" y="192516"/>
                    </a:moveTo>
                    <a:cubicBezTo>
                      <a:pt x="1905648" y="198118"/>
                      <a:pt x="1937592" y="185483"/>
                      <a:pt x="1958808" y="186079"/>
                    </a:cubicBezTo>
                    <a:cubicBezTo>
                      <a:pt x="1980024" y="186675"/>
                      <a:pt x="2039621" y="169869"/>
                      <a:pt x="2042243" y="158546"/>
                    </a:cubicBezTo>
                    <a:cubicBezTo>
                      <a:pt x="2044865" y="147223"/>
                      <a:pt x="2020311" y="147819"/>
                      <a:pt x="2011015" y="137926"/>
                    </a:cubicBezTo>
                    <a:cubicBezTo>
                      <a:pt x="2001717" y="128033"/>
                      <a:pt x="1981335" y="136495"/>
                      <a:pt x="1976329" y="145077"/>
                    </a:cubicBezTo>
                    <a:cubicBezTo>
                      <a:pt x="1971324" y="153659"/>
                      <a:pt x="1965721" y="145792"/>
                      <a:pt x="1979190" y="132324"/>
                    </a:cubicBezTo>
                    <a:cubicBezTo>
                      <a:pt x="1992659" y="118855"/>
                      <a:pt x="1965721" y="108485"/>
                      <a:pt x="1965006" y="116709"/>
                    </a:cubicBezTo>
                    <a:cubicBezTo>
                      <a:pt x="1964291" y="124934"/>
                      <a:pt x="1939499" y="118140"/>
                      <a:pt x="1939499" y="125887"/>
                    </a:cubicBezTo>
                    <a:cubicBezTo>
                      <a:pt x="1939499" y="133635"/>
                      <a:pt x="1930321" y="137807"/>
                      <a:pt x="1930917" y="145077"/>
                    </a:cubicBezTo>
                    <a:cubicBezTo>
                      <a:pt x="1931513" y="152348"/>
                      <a:pt x="1913992" y="140786"/>
                      <a:pt x="1913277" y="158546"/>
                    </a:cubicBezTo>
                    <a:cubicBezTo>
                      <a:pt x="1912562" y="176306"/>
                      <a:pt x="1885266" y="186556"/>
                      <a:pt x="1895755" y="192516"/>
                    </a:cubicBezTo>
                    <a:close/>
                    <a:moveTo>
                      <a:pt x="2810081" y="338526"/>
                    </a:moveTo>
                    <a:cubicBezTo>
                      <a:pt x="2817411" y="342364"/>
                      <a:pt x="2823895" y="347633"/>
                      <a:pt x="2829151" y="354022"/>
                    </a:cubicBezTo>
                    <a:cubicBezTo>
                      <a:pt x="2834873" y="359743"/>
                      <a:pt x="2856089" y="351280"/>
                      <a:pt x="2864909" y="348419"/>
                    </a:cubicBezTo>
                    <a:cubicBezTo>
                      <a:pt x="2873730" y="345559"/>
                      <a:pt x="2874087" y="361173"/>
                      <a:pt x="2887556" y="352591"/>
                    </a:cubicBezTo>
                    <a:cubicBezTo>
                      <a:pt x="2901024" y="344009"/>
                      <a:pt x="2914493" y="348419"/>
                      <a:pt x="2930107" y="348419"/>
                    </a:cubicBezTo>
                    <a:cubicBezTo>
                      <a:pt x="2945722" y="348419"/>
                      <a:pt x="2927247" y="329229"/>
                      <a:pt x="2927962" y="320767"/>
                    </a:cubicBezTo>
                    <a:cubicBezTo>
                      <a:pt x="2928677" y="312304"/>
                      <a:pt x="2946317" y="317906"/>
                      <a:pt x="2940716" y="325058"/>
                    </a:cubicBezTo>
                    <a:cubicBezTo>
                      <a:pt x="2935113" y="332209"/>
                      <a:pt x="2949178" y="348896"/>
                      <a:pt x="2971825" y="346989"/>
                    </a:cubicBezTo>
                    <a:cubicBezTo>
                      <a:pt x="2994471" y="345082"/>
                      <a:pt x="2977546" y="331375"/>
                      <a:pt x="2988869" y="326488"/>
                    </a:cubicBezTo>
                    <a:cubicBezTo>
                      <a:pt x="3000193" y="321601"/>
                      <a:pt x="2998762" y="315761"/>
                      <a:pt x="2982552" y="305868"/>
                    </a:cubicBezTo>
                    <a:cubicBezTo>
                      <a:pt x="2966342" y="295975"/>
                      <a:pt x="2945006" y="302292"/>
                      <a:pt x="2930823" y="295975"/>
                    </a:cubicBezTo>
                    <a:cubicBezTo>
                      <a:pt x="2916639" y="289658"/>
                      <a:pt x="2897449" y="288823"/>
                      <a:pt x="2896734" y="304437"/>
                    </a:cubicBezTo>
                    <a:cubicBezTo>
                      <a:pt x="2896019" y="320052"/>
                      <a:pt x="2866339" y="287512"/>
                      <a:pt x="2850725" y="282506"/>
                    </a:cubicBezTo>
                    <a:cubicBezTo>
                      <a:pt x="2835111" y="277500"/>
                      <a:pt x="2786242" y="326726"/>
                      <a:pt x="2810081" y="338526"/>
                    </a:cubicBezTo>
                    <a:close/>
                    <a:moveTo>
                      <a:pt x="2958117" y="429113"/>
                    </a:moveTo>
                    <a:cubicBezTo>
                      <a:pt x="2970871" y="426371"/>
                      <a:pt x="2948940" y="403010"/>
                      <a:pt x="2927008" y="399434"/>
                    </a:cubicBezTo>
                    <a:cubicBezTo>
                      <a:pt x="2905077" y="395858"/>
                      <a:pt x="2884576" y="413975"/>
                      <a:pt x="2887317" y="417789"/>
                    </a:cubicBezTo>
                    <a:cubicBezTo>
                      <a:pt x="2893515" y="427086"/>
                      <a:pt x="2945126" y="431973"/>
                      <a:pt x="2957879" y="429113"/>
                    </a:cubicBezTo>
                    <a:close/>
                    <a:moveTo>
                      <a:pt x="2901501" y="382389"/>
                    </a:moveTo>
                    <a:cubicBezTo>
                      <a:pt x="2901501" y="371781"/>
                      <a:pt x="2862883" y="386323"/>
                      <a:pt x="2878855" y="391567"/>
                    </a:cubicBezTo>
                    <a:cubicBezTo>
                      <a:pt x="2887079" y="394428"/>
                      <a:pt x="2901263" y="392997"/>
                      <a:pt x="2901263" y="382389"/>
                    </a:cubicBezTo>
                    <a:close/>
                    <a:moveTo>
                      <a:pt x="3024627" y="337811"/>
                    </a:moveTo>
                    <a:cubicBezTo>
                      <a:pt x="3041671" y="339242"/>
                      <a:pt x="3050134" y="355452"/>
                      <a:pt x="3082793" y="357597"/>
                    </a:cubicBezTo>
                    <a:cubicBezTo>
                      <a:pt x="3115451" y="359743"/>
                      <a:pt x="3139409" y="353306"/>
                      <a:pt x="3140124" y="346274"/>
                    </a:cubicBezTo>
                    <a:cubicBezTo>
                      <a:pt x="3140840" y="339242"/>
                      <a:pt x="3110446" y="328514"/>
                      <a:pt x="3101148" y="334355"/>
                    </a:cubicBezTo>
                    <a:cubicBezTo>
                      <a:pt x="3091852" y="340195"/>
                      <a:pt x="3084938" y="325177"/>
                      <a:pt x="3073615" y="328633"/>
                    </a:cubicBezTo>
                    <a:cubicBezTo>
                      <a:pt x="3062291" y="332090"/>
                      <a:pt x="3046677" y="331494"/>
                      <a:pt x="3040956" y="321601"/>
                    </a:cubicBezTo>
                    <a:cubicBezTo>
                      <a:pt x="3035235" y="311708"/>
                      <a:pt x="3016045" y="337096"/>
                      <a:pt x="3024627" y="337811"/>
                    </a:cubicBezTo>
                    <a:close/>
                    <a:moveTo>
                      <a:pt x="657108" y="50081"/>
                    </a:moveTo>
                    <a:cubicBezTo>
                      <a:pt x="673437" y="35182"/>
                      <a:pt x="694773" y="49366"/>
                      <a:pt x="697514" y="42333"/>
                    </a:cubicBezTo>
                    <a:cubicBezTo>
                      <a:pt x="700255" y="35301"/>
                      <a:pt x="667120" y="33036"/>
                      <a:pt x="655082" y="39473"/>
                    </a:cubicBezTo>
                    <a:cubicBezTo>
                      <a:pt x="643043" y="45909"/>
                      <a:pt x="614795" y="40665"/>
                      <a:pt x="618251" y="48651"/>
                    </a:cubicBezTo>
                    <a:cubicBezTo>
                      <a:pt x="628430" y="59770"/>
                      <a:pt x="645701" y="60532"/>
                      <a:pt x="656810" y="50354"/>
                    </a:cubicBezTo>
                    <a:cubicBezTo>
                      <a:pt x="656917" y="50263"/>
                      <a:pt x="657013" y="50173"/>
                      <a:pt x="657108" y="50081"/>
                    </a:cubicBezTo>
                    <a:close/>
                    <a:moveTo>
                      <a:pt x="2952277" y="1247368"/>
                    </a:moveTo>
                    <a:cubicBezTo>
                      <a:pt x="2944530" y="1226748"/>
                      <a:pt x="2964196" y="1206962"/>
                      <a:pt x="2949417" y="1196354"/>
                    </a:cubicBezTo>
                    <a:cubicBezTo>
                      <a:pt x="2934637" y="1185746"/>
                      <a:pt x="2940954" y="1163695"/>
                      <a:pt x="2933802" y="1167986"/>
                    </a:cubicBezTo>
                    <a:cubicBezTo>
                      <a:pt x="2926651" y="1172277"/>
                      <a:pt x="2933802" y="1191825"/>
                      <a:pt x="2921883" y="1192778"/>
                    </a:cubicBezTo>
                    <a:cubicBezTo>
                      <a:pt x="2909964" y="1193732"/>
                      <a:pt x="2921168" y="1204697"/>
                      <a:pt x="2916996" y="1219000"/>
                    </a:cubicBezTo>
                    <a:cubicBezTo>
                      <a:pt x="2914469" y="1235318"/>
                      <a:pt x="2917187" y="1252005"/>
                      <a:pt x="2924744" y="1266677"/>
                    </a:cubicBezTo>
                    <a:cubicBezTo>
                      <a:pt x="2930465" y="1279431"/>
                      <a:pt x="2916996" y="1347490"/>
                      <a:pt x="2922598" y="1358813"/>
                    </a:cubicBezTo>
                    <a:cubicBezTo>
                      <a:pt x="2928200" y="1370136"/>
                      <a:pt x="2913420" y="1420316"/>
                      <a:pt x="2918427" y="1426157"/>
                    </a:cubicBezTo>
                    <a:cubicBezTo>
                      <a:pt x="2926889" y="1436050"/>
                      <a:pt x="2921168" y="1412688"/>
                      <a:pt x="2933922" y="1410543"/>
                    </a:cubicBezTo>
                    <a:cubicBezTo>
                      <a:pt x="2946675" y="1408397"/>
                      <a:pt x="2946675" y="1424727"/>
                      <a:pt x="2954542" y="1428302"/>
                    </a:cubicBezTo>
                    <a:cubicBezTo>
                      <a:pt x="2962409" y="1431878"/>
                      <a:pt x="2957283" y="1405537"/>
                      <a:pt x="2950251" y="1406967"/>
                    </a:cubicBezTo>
                    <a:cubicBezTo>
                      <a:pt x="2943218" y="1408397"/>
                      <a:pt x="2937497" y="1390042"/>
                      <a:pt x="2933922" y="1378718"/>
                    </a:cubicBezTo>
                    <a:cubicBezTo>
                      <a:pt x="2930346" y="1367395"/>
                      <a:pt x="2941073" y="1353807"/>
                      <a:pt x="2941073" y="1339742"/>
                    </a:cubicBezTo>
                    <a:cubicBezTo>
                      <a:pt x="2941073" y="1325678"/>
                      <a:pt x="2958713" y="1326274"/>
                      <a:pt x="2969441" y="1336882"/>
                    </a:cubicBezTo>
                    <a:cubicBezTo>
                      <a:pt x="2980168" y="1347490"/>
                      <a:pt x="2981360" y="1340457"/>
                      <a:pt x="2977189" y="1332591"/>
                    </a:cubicBezTo>
                    <a:cubicBezTo>
                      <a:pt x="2973016" y="1324724"/>
                      <a:pt x="2960025" y="1268108"/>
                      <a:pt x="2952277" y="1247368"/>
                    </a:cubicBezTo>
                    <a:close/>
                    <a:moveTo>
                      <a:pt x="724213" y="43525"/>
                    </a:moveTo>
                    <a:cubicBezTo>
                      <a:pt x="734106" y="50558"/>
                      <a:pt x="696561" y="48412"/>
                      <a:pt x="691674" y="55445"/>
                    </a:cubicBezTo>
                    <a:cubicBezTo>
                      <a:pt x="686787" y="62477"/>
                      <a:pt x="664855" y="59855"/>
                      <a:pt x="669027" y="68198"/>
                    </a:cubicBezTo>
                    <a:cubicBezTo>
                      <a:pt x="673199" y="76542"/>
                      <a:pt x="708599" y="77376"/>
                      <a:pt x="708599" y="70224"/>
                    </a:cubicBezTo>
                    <a:cubicBezTo>
                      <a:pt x="708599" y="63073"/>
                      <a:pt x="727074" y="69509"/>
                      <a:pt x="727789" y="63192"/>
                    </a:cubicBezTo>
                    <a:cubicBezTo>
                      <a:pt x="728504" y="56875"/>
                      <a:pt x="736252" y="49723"/>
                      <a:pt x="756157" y="48293"/>
                    </a:cubicBezTo>
                    <a:cubicBezTo>
                      <a:pt x="776062" y="46863"/>
                      <a:pt x="775943" y="39830"/>
                      <a:pt x="757587" y="31249"/>
                    </a:cubicBezTo>
                    <a:cubicBezTo>
                      <a:pt x="739232" y="22667"/>
                      <a:pt x="713844" y="36612"/>
                      <a:pt x="724213" y="43525"/>
                    </a:cubicBezTo>
                    <a:close/>
                    <a:moveTo>
                      <a:pt x="693819" y="615649"/>
                    </a:moveTo>
                    <a:cubicBezTo>
                      <a:pt x="712890" y="633408"/>
                      <a:pt x="729577" y="607901"/>
                      <a:pt x="738397" y="606471"/>
                    </a:cubicBezTo>
                    <a:cubicBezTo>
                      <a:pt x="747217" y="605041"/>
                      <a:pt x="732795" y="594552"/>
                      <a:pt x="717181" y="590857"/>
                    </a:cubicBezTo>
                    <a:cubicBezTo>
                      <a:pt x="701567" y="587162"/>
                      <a:pt x="678801" y="602895"/>
                      <a:pt x="693342" y="616245"/>
                    </a:cubicBezTo>
                    <a:close/>
                    <a:moveTo>
                      <a:pt x="4087823" y="737106"/>
                    </a:moveTo>
                    <a:cubicBezTo>
                      <a:pt x="4074438" y="731027"/>
                      <a:pt x="4062316" y="722493"/>
                      <a:pt x="4052066" y="711956"/>
                    </a:cubicBezTo>
                    <a:cubicBezTo>
                      <a:pt x="4046463" y="703732"/>
                      <a:pt x="4019168" y="700037"/>
                      <a:pt x="4019168" y="704089"/>
                    </a:cubicBezTo>
                    <a:cubicBezTo>
                      <a:pt x="4019168" y="708142"/>
                      <a:pt x="4010348" y="703017"/>
                      <a:pt x="4008203" y="698487"/>
                    </a:cubicBezTo>
                    <a:cubicBezTo>
                      <a:pt x="4006058" y="693958"/>
                      <a:pt x="3977332" y="693124"/>
                      <a:pt x="3976975" y="698487"/>
                    </a:cubicBezTo>
                    <a:cubicBezTo>
                      <a:pt x="3976617" y="703851"/>
                      <a:pt x="3983768" y="703732"/>
                      <a:pt x="3987940" y="709453"/>
                    </a:cubicBezTo>
                    <a:cubicBezTo>
                      <a:pt x="3992112" y="715174"/>
                      <a:pt x="3982338" y="718273"/>
                      <a:pt x="3984364" y="724710"/>
                    </a:cubicBezTo>
                    <a:cubicBezTo>
                      <a:pt x="3986391" y="731146"/>
                      <a:pt x="3973756" y="721491"/>
                      <a:pt x="3969227" y="717916"/>
                    </a:cubicBezTo>
                    <a:cubicBezTo>
                      <a:pt x="3964697" y="714340"/>
                      <a:pt x="3966723" y="700514"/>
                      <a:pt x="3968154" y="694077"/>
                    </a:cubicBezTo>
                    <a:cubicBezTo>
                      <a:pt x="3969585" y="687641"/>
                      <a:pt x="3959929" y="688356"/>
                      <a:pt x="3958857" y="681324"/>
                    </a:cubicBezTo>
                    <a:cubicBezTo>
                      <a:pt x="3957784" y="674291"/>
                      <a:pt x="3925960" y="659750"/>
                      <a:pt x="3912491" y="654029"/>
                    </a:cubicBezTo>
                    <a:cubicBezTo>
                      <a:pt x="3899022" y="648307"/>
                      <a:pt x="3881739" y="643421"/>
                      <a:pt x="3876733" y="636269"/>
                    </a:cubicBezTo>
                    <a:cubicBezTo>
                      <a:pt x="3871727" y="629117"/>
                      <a:pt x="3848008" y="628522"/>
                      <a:pt x="3838830" y="618986"/>
                    </a:cubicBezTo>
                    <a:cubicBezTo>
                      <a:pt x="3818890" y="604813"/>
                      <a:pt x="3795981" y="595357"/>
                      <a:pt x="3771844" y="591333"/>
                    </a:cubicBezTo>
                    <a:cubicBezTo>
                      <a:pt x="3754561" y="590261"/>
                      <a:pt x="3758375" y="580725"/>
                      <a:pt x="3749912" y="582156"/>
                    </a:cubicBezTo>
                    <a:cubicBezTo>
                      <a:pt x="3731092" y="582998"/>
                      <a:pt x="3712236" y="582281"/>
                      <a:pt x="3693535" y="580010"/>
                    </a:cubicBezTo>
                    <a:cubicBezTo>
                      <a:pt x="3682211" y="578222"/>
                      <a:pt x="3679709" y="586685"/>
                      <a:pt x="3671604" y="583586"/>
                    </a:cubicBezTo>
                    <a:cubicBezTo>
                      <a:pt x="3663498" y="580487"/>
                      <a:pt x="3621304" y="565111"/>
                      <a:pt x="3616298" y="570832"/>
                    </a:cubicBezTo>
                    <a:cubicBezTo>
                      <a:pt x="3611292" y="576554"/>
                      <a:pt x="3613438" y="584659"/>
                      <a:pt x="3608550" y="585970"/>
                    </a:cubicBezTo>
                    <a:cubicBezTo>
                      <a:pt x="3603664" y="587281"/>
                      <a:pt x="3608550" y="594552"/>
                      <a:pt x="3620470" y="605160"/>
                    </a:cubicBezTo>
                    <a:cubicBezTo>
                      <a:pt x="3632389" y="615768"/>
                      <a:pt x="3624999" y="623992"/>
                      <a:pt x="3614391" y="628998"/>
                    </a:cubicBezTo>
                    <a:cubicBezTo>
                      <a:pt x="3602042" y="631791"/>
                      <a:pt x="3589194" y="627136"/>
                      <a:pt x="3581494" y="617079"/>
                    </a:cubicBezTo>
                    <a:cubicBezTo>
                      <a:pt x="3576130" y="608974"/>
                      <a:pt x="3561708" y="612431"/>
                      <a:pt x="3557655" y="601822"/>
                    </a:cubicBezTo>
                    <a:cubicBezTo>
                      <a:pt x="3553603" y="591214"/>
                      <a:pt x="3561827" y="589903"/>
                      <a:pt x="3569574" y="595505"/>
                    </a:cubicBezTo>
                    <a:cubicBezTo>
                      <a:pt x="3574140" y="599379"/>
                      <a:pt x="3580993" y="598815"/>
                      <a:pt x="3584867" y="594247"/>
                    </a:cubicBezTo>
                    <a:cubicBezTo>
                      <a:pt x="3586190" y="592674"/>
                      <a:pt x="3587048" y="590754"/>
                      <a:pt x="3587335" y="588711"/>
                    </a:cubicBezTo>
                    <a:cubicBezTo>
                      <a:pt x="3588407" y="580964"/>
                      <a:pt x="3568144" y="575600"/>
                      <a:pt x="3557179" y="576792"/>
                    </a:cubicBezTo>
                    <a:cubicBezTo>
                      <a:pt x="3546213" y="577984"/>
                      <a:pt x="3540134" y="592764"/>
                      <a:pt x="3528811" y="599200"/>
                    </a:cubicBezTo>
                    <a:cubicBezTo>
                      <a:pt x="3517487" y="605637"/>
                      <a:pt x="3473505" y="596697"/>
                      <a:pt x="3469214" y="592406"/>
                    </a:cubicBezTo>
                    <a:cubicBezTo>
                      <a:pt x="3464924" y="588115"/>
                      <a:pt x="3403301" y="592406"/>
                      <a:pt x="3396865" y="596697"/>
                    </a:cubicBezTo>
                    <a:cubicBezTo>
                      <a:pt x="3390428" y="600988"/>
                      <a:pt x="3395077" y="617556"/>
                      <a:pt x="3391978" y="618986"/>
                    </a:cubicBezTo>
                    <a:cubicBezTo>
                      <a:pt x="3388879" y="620416"/>
                      <a:pt x="3385542" y="599796"/>
                      <a:pt x="3385542" y="595982"/>
                    </a:cubicBezTo>
                    <a:cubicBezTo>
                      <a:pt x="3385542" y="592168"/>
                      <a:pt x="3378151" y="589188"/>
                      <a:pt x="3367186" y="589188"/>
                    </a:cubicBezTo>
                    <a:cubicBezTo>
                      <a:pt x="3356220" y="589188"/>
                      <a:pt x="3349784" y="589188"/>
                      <a:pt x="3354432" y="584301"/>
                    </a:cubicBezTo>
                    <a:cubicBezTo>
                      <a:pt x="3359081" y="579414"/>
                      <a:pt x="3350141" y="575004"/>
                      <a:pt x="3358604" y="569044"/>
                    </a:cubicBezTo>
                    <a:cubicBezTo>
                      <a:pt x="3367066" y="563085"/>
                      <a:pt x="3343109" y="544253"/>
                      <a:pt x="3319628" y="535075"/>
                    </a:cubicBezTo>
                    <a:cubicBezTo>
                      <a:pt x="3296148" y="525897"/>
                      <a:pt x="3243107" y="531141"/>
                      <a:pt x="3228923" y="535075"/>
                    </a:cubicBezTo>
                    <a:cubicBezTo>
                      <a:pt x="3210448" y="538084"/>
                      <a:pt x="3191711" y="539163"/>
                      <a:pt x="3173022" y="538293"/>
                    </a:cubicBezTo>
                    <a:cubicBezTo>
                      <a:pt x="3159553" y="538293"/>
                      <a:pt x="3170518" y="533048"/>
                      <a:pt x="3166585" y="526374"/>
                    </a:cubicBezTo>
                    <a:cubicBezTo>
                      <a:pt x="3162652" y="519699"/>
                      <a:pt x="3139648" y="512190"/>
                      <a:pt x="3136549" y="517553"/>
                    </a:cubicBezTo>
                    <a:cubicBezTo>
                      <a:pt x="3133450" y="522917"/>
                      <a:pt x="3127251" y="517553"/>
                      <a:pt x="3127251" y="513620"/>
                    </a:cubicBezTo>
                    <a:cubicBezTo>
                      <a:pt x="3127251" y="509687"/>
                      <a:pt x="3105678" y="501701"/>
                      <a:pt x="3097215" y="503727"/>
                    </a:cubicBezTo>
                    <a:cubicBezTo>
                      <a:pt x="3088752" y="505753"/>
                      <a:pt x="3085296" y="495860"/>
                      <a:pt x="3094712" y="495860"/>
                    </a:cubicBezTo>
                    <a:cubicBezTo>
                      <a:pt x="3104128" y="495860"/>
                      <a:pt x="3121650" y="498006"/>
                      <a:pt x="3114141" y="486683"/>
                    </a:cubicBezTo>
                    <a:cubicBezTo>
                      <a:pt x="3106631" y="475359"/>
                      <a:pt x="3042625" y="471784"/>
                      <a:pt x="3036904" y="473929"/>
                    </a:cubicBezTo>
                    <a:cubicBezTo>
                      <a:pt x="3031182" y="476074"/>
                      <a:pt x="3036904" y="484180"/>
                      <a:pt x="3022720" y="497767"/>
                    </a:cubicBezTo>
                    <a:cubicBezTo>
                      <a:pt x="3008536" y="511355"/>
                      <a:pt x="2995544" y="502058"/>
                      <a:pt x="2997213" y="495741"/>
                    </a:cubicBezTo>
                    <a:cubicBezTo>
                      <a:pt x="2998882" y="489424"/>
                      <a:pt x="3016045" y="490377"/>
                      <a:pt x="3016045" y="483822"/>
                    </a:cubicBezTo>
                    <a:cubicBezTo>
                      <a:pt x="3016045" y="477266"/>
                      <a:pt x="2992207" y="480961"/>
                      <a:pt x="2989108" y="475598"/>
                    </a:cubicBezTo>
                    <a:cubicBezTo>
                      <a:pt x="2986009" y="470234"/>
                      <a:pt x="2994114" y="466777"/>
                      <a:pt x="3002577" y="469280"/>
                    </a:cubicBezTo>
                    <a:cubicBezTo>
                      <a:pt x="3011039" y="471784"/>
                      <a:pt x="3026415" y="473095"/>
                      <a:pt x="3026415" y="469280"/>
                    </a:cubicBezTo>
                    <a:cubicBezTo>
                      <a:pt x="3026415" y="465466"/>
                      <a:pt x="3017594" y="464632"/>
                      <a:pt x="3003410" y="462129"/>
                    </a:cubicBezTo>
                    <a:cubicBezTo>
                      <a:pt x="2981575" y="456830"/>
                      <a:pt x="2959238" y="453872"/>
                      <a:pt x="2936782" y="453309"/>
                    </a:cubicBezTo>
                    <a:cubicBezTo>
                      <a:pt x="2918784" y="455097"/>
                      <a:pt x="2910560" y="446515"/>
                      <a:pt x="2901024" y="445800"/>
                    </a:cubicBezTo>
                    <a:cubicBezTo>
                      <a:pt x="2891489" y="445084"/>
                      <a:pt x="2891131" y="451163"/>
                      <a:pt x="2895661" y="456765"/>
                    </a:cubicBezTo>
                    <a:cubicBezTo>
                      <a:pt x="2900190" y="462367"/>
                      <a:pt x="2886125" y="466062"/>
                      <a:pt x="2874445" y="464274"/>
                    </a:cubicBezTo>
                    <a:cubicBezTo>
                      <a:pt x="2862763" y="462487"/>
                      <a:pt x="2845719" y="470592"/>
                      <a:pt x="2852513" y="479173"/>
                    </a:cubicBezTo>
                    <a:cubicBezTo>
                      <a:pt x="2859307" y="487755"/>
                      <a:pt x="2865982" y="476670"/>
                      <a:pt x="2871584" y="479173"/>
                    </a:cubicBezTo>
                    <a:cubicBezTo>
                      <a:pt x="2877186" y="481677"/>
                      <a:pt x="2856684" y="487994"/>
                      <a:pt x="2865267" y="491927"/>
                    </a:cubicBezTo>
                    <a:cubicBezTo>
                      <a:pt x="2873848" y="495860"/>
                      <a:pt x="2872299" y="503846"/>
                      <a:pt x="2872657" y="508256"/>
                    </a:cubicBezTo>
                    <a:cubicBezTo>
                      <a:pt x="2873015" y="512667"/>
                      <a:pt x="2858473" y="514574"/>
                      <a:pt x="2853228" y="508256"/>
                    </a:cubicBezTo>
                    <a:cubicBezTo>
                      <a:pt x="2847984" y="501939"/>
                      <a:pt x="2840474" y="507541"/>
                      <a:pt x="2830463" y="506826"/>
                    </a:cubicBezTo>
                    <a:cubicBezTo>
                      <a:pt x="2820450" y="506111"/>
                      <a:pt x="2813180" y="510640"/>
                      <a:pt x="2823788" y="512071"/>
                    </a:cubicBezTo>
                    <a:cubicBezTo>
                      <a:pt x="2834396" y="513501"/>
                      <a:pt x="2837972" y="520295"/>
                      <a:pt x="2823788" y="521725"/>
                    </a:cubicBezTo>
                    <a:cubicBezTo>
                      <a:pt x="2809604" y="523155"/>
                      <a:pt x="2813180" y="508495"/>
                      <a:pt x="2804597" y="509806"/>
                    </a:cubicBezTo>
                    <a:cubicBezTo>
                      <a:pt x="2796016" y="511117"/>
                      <a:pt x="2777779" y="503131"/>
                      <a:pt x="2767767" y="503489"/>
                    </a:cubicBezTo>
                    <a:cubicBezTo>
                      <a:pt x="2757755" y="503846"/>
                      <a:pt x="2753226" y="511594"/>
                      <a:pt x="2740115" y="512667"/>
                    </a:cubicBezTo>
                    <a:cubicBezTo>
                      <a:pt x="2726825" y="513066"/>
                      <a:pt x="2713928" y="508080"/>
                      <a:pt x="2704357" y="498840"/>
                    </a:cubicBezTo>
                    <a:cubicBezTo>
                      <a:pt x="2699112" y="491808"/>
                      <a:pt x="2697324" y="489662"/>
                      <a:pt x="2690888" y="497767"/>
                    </a:cubicBezTo>
                    <a:cubicBezTo>
                      <a:pt x="2684452" y="505873"/>
                      <a:pt x="2684213" y="521606"/>
                      <a:pt x="2677777" y="522559"/>
                    </a:cubicBezTo>
                    <a:cubicBezTo>
                      <a:pt x="2671340" y="523513"/>
                      <a:pt x="2668956" y="537459"/>
                      <a:pt x="2662640" y="541034"/>
                    </a:cubicBezTo>
                    <a:cubicBezTo>
                      <a:pt x="2656322" y="544610"/>
                      <a:pt x="2655846" y="535671"/>
                      <a:pt x="2647741" y="536386"/>
                    </a:cubicBezTo>
                    <a:cubicBezTo>
                      <a:pt x="2639636" y="537101"/>
                      <a:pt x="2613294" y="511594"/>
                      <a:pt x="2611983" y="504204"/>
                    </a:cubicBezTo>
                    <a:cubicBezTo>
                      <a:pt x="2610672" y="496814"/>
                      <a:pt x="2594343" y="482511"/>
                      <a:pt x="2590051" y="479769"/>
                    </a:cubicBezTo>
                    <a:cubicBezTo>
                      <a:pt x="2585760" y="477028"/>
                      <a:pt x="2594343" y="475478"/>
                      <a:pt x="2599587" y="479769"/>
                    </a:cubicBezTo>
                    <a:cubicBezTo>
                      <a:pt x="2604462" y="483896"/>
                      <a:pt x="2611375" y="484606"/>
                      <a:pt x="2616989" y="481557"/>
                    </a:cubicBezTo>
                    <a:cubicBezTo>
                      <a:pt x="2620922" y="478260"/>
                      <a:pt x="2621447" y="472396"/>
                      <a:pt x="2618145" y="468460"/>
                    </a:cubicBezTo>
                    <a:cubicBezTo>
                      <a:pt x="2616679" y="466705"/>
                      <a:pt x="2614605" y="465553"/>
                      <a:pt x="2612340" y="465228"/>
                    </a:cubicBezTo>
                    <a:cubicBezTo>
                      <a:pt x="2603163" y="465228"/>
                      <a:pt x="2606738" y="457004"/>
                      <a:pt x="2611387" y="455573"/>
                    </a:cubicBezTo>
                    <a:cubicBezTo>
                      <a:pt x="2616035" y="454143"/>
                      <a:pt x="2600659" y="440436"/>
                      <a:pt x="2606380" y="439006"/>
                    </a:cubicBezTo>
                    <a:cubicBezTo>
                      <a:pt x="2612102" y="437575"/>
                      <a:pt x="2609599" y="431497"/>
                      <a:pt x="2601732" y="430543"/>
                    </a:cubicBezTo>
                    <a:cubicBezTo>
                      <a:pt x="2593865" y="429589"/>
                      <a:pt x="2585880" y="423034"/>
                      <a:pt x="2585403" y="418624"/>
                    </a:cubicBezTo>
                    <a:cubicBezTo>
                      <a:pt x="2584926" y="414214"/>
                      <a:pt x="2552148" y="413379"/>
                      <a:pt x="2553578" y="418624"/>
                    </a:cubicBezTo>
                    <a:cubicBezTo>
                      <a:pt x="2555009" y="423868"/>
                      <a:pt x="2542971" y="422557"/>
                      <a:pt x="2544758" y="417909"/>
                    </a:cubicBezTo>
                    <a:cubicBezTo>
                      <a:pt x="2546546" y="413260"/>
                      <a:pt x="2532839" y="414810"/>
                      <a:pt x="2517463" y="410519"/>
                    </a:cubicBezTo>
                    <a:cubicBezTo>
                      <a:pt x="2502087" y="406228"/>
                      <a:pt x="2501491" y="395262"/>
                      <a:pt x="2496127" y="394547"/>
                    </a:cubicBezTo>
                    <a:cubicBezTo>
                      <a:pt x="2490764" y="393832"/>
                      <a:pt x="2492671" y="409804"/>
                      <a:pt x="2484208" y="406466"/>
                    </a:cubicBezTo>
                    <a:cubicBezTo>
                      <a:pt x="2479751" y="404339"/>
                      <a:pt x="2474423" y="406225"/>
                      <a:pt x="2472289" y="410681"/>
                    </a:cubicBezTo>
                    <a:cubicBezTo>
                      <a:pt x="2471121" y="413117"/>
                      <a:pt x="2471121" y="415949"/>
                      <a:pt x="2472289" y="418385"/>
                    </a:cubicBezTo>
                    <a:cubicBezTo>
                      <a:pt x="2476580" y="427682"/>
                      <a:pt x="2472289" y="428993"/>
                      <a:pt x="2472289" y="436503"/>
                    </a:cubicBezTo>
                    <a:cubicBezTo>
                      <a:pt x="2472289" y="444012"/>
                      <a:pt x="2467402" y="440794"/>
                      <a:pt x="2458105" y="437575"/>
                    </a:cubicBezTo>
                    <a:cubicBezTo>
                      <a:pt x="2448808" y="434357"/>
                      <a:pt x="2448928" y="445323"/>
                      <a:pt x="2429141" y="440436"/>
                    </a:cubicBezTo>
                    <a:cubicBezTo>
                      <a:pt x="2409356" y="435549"/>
                      <a:pt x="2400416" y="440436"/>
                      <a:pt x="2396841" y="434357"/>
                    </a:cubicBezTo>
                    <a:cubicBezTo>
                      <a:pt x="2393265" y="428278"/>
                      <a:pt x="2387305" y="427325"/>
                      <a:pt x="2386590" y="432569"/>
                    </a:cubicBezTo>
                    <a:cubicBezTo>
                      <a:pt x="2385874" y="437814"/>
                      <a:pt x="2355361" y="435787"/>
                      <a:pt x="2352978" y="428040"/>
                    </a:cubicBezTo>
                    <a:cubicBezTo>
                      <a:pt x="2350594" y="420292"/>
                      <a:pt x="2358222" y="418743"/>
                      <a:pt x="2362870" y="416121"/>
                    </a:cubicBezTo>
                    <a:cubicBezTo>
                      <a:pt x="2367519" y="413498"/>
                      <a:pt x="2357865" y="410757"/>
                      <a:pt x="2341297" y="411830"/>
                    </a:cubicBezTo>
                    <a:cubicBezTo>
                      <a:pt x="2324729" y="412902"/>
                      <a:pt x="2314002" y="403367"/>
                      <a:pt x="2296957" y="405036"/>
                    </a:cubicBezTo>
                    <a:cubicBezTo>
                      <a:pt x="2276956" y="406545"/>
                      <a:pt x="2257064" y="409172"/>
                      <a:pt x="2237361" y="412902"/>
                    </a:cubicBezTo>
                    <a:cubicBezTo>
                      <a:pt x="2231997" y="415405"/>
                      <a:pt x="2242248" y="424822"/>
                      <a:pt x="2234143" y="425656"/>
                    </a:cubicBezTo>
                    <a:cubicBezTo>
                      <a:pt x="2226038" y="426490"/>
                      <a:pt x="2231639" y="410042"/>
                      <a:pt x="2230209" y="401818"/>
                    </a:cubicBezTo>
                    <a:cubicBezTo>
                      <a:pt x="2228779" y="393593"/>
                      <a:pt x="2216383" y="392878"/>
                      <a:pt x="2218290" y="398957"/>
                    </a:cubicBezTo>
                    <a:cubicBezTo>
                      <a:pt x="2220197" y="405036"/>
                      <a:pt x="2198862" y="407062"/>
                      <a:pt x="2193498" y="402414"/>
                    </a:cubicBezTo>
                    <a:cubicBezTo>
                      <a:pt x="2185119" y="395695"/>
                      <a:pt x="2175214" y="391150"/>
                      <a:pt x="2164653" y="389183"/>
                    </a:cubicBezTo>
                    <a:cubicBezTo>
                      <a:pt x="2150827" y="385607"/>
                      <a:pt x="2133902" y="401102"/>
                      <a:pt x="2137716" y="404678"/>
                    </a:cubicBezTo>
                    <a:cubicBezTo>
                      <a:pt x="2141530" y="408254"/>
                      <a:pt x="2151900" y="405751"/>
                      <a:pt x="2152258" y="408612"/>
                    </a:cubicBezTo>
                    <a:cubicBezTo>
                      <a:pt x="2152973" y="414452"/>
                      <a:pt x="2122936" y="412187"/>
                      <a:pt x="2122936" y="417074"/>
                    </a:cubicBezTo>
                    <a:cubicBezTo>
                      <a:pt x="2122936" y="421961"/>
                      <a:pt x="2094926" y="428993"/>
                      <a:pt x="2086345" y="429828"/>
                    </a:cubicBezTo>
                    <a:cubicBezTo>
                      <a:pt x="2063102" y="432808"/>
                      <a:pt x="2057977" y="432688"/>
                      <a:pt x="2047010" y="441747"/>
                    </a:cubicBezTo>
                    <a:cubicBezTo>
                      <a:pt x="2036045" y="450806"/>
                      <a:pt x="2044627" y="433523"/>
                      <a:pt x="2053089" y="425060"/>
                    </a:cubicBezTo>
                    <a:cubicBezTo>
                      <a:pt x="2061552" y="416597"/>
                      <a:pt x="2070492" y="420054"/>
                      <a:pt x="2075378" y="413141"/>
                    </a:cubicBezTo>
                    <a:cubicBezTo>
                      <a:pt x="2080266" y="406228"/>
                      <a:pt x="2088132" y="407062"/>
                      <a:pt x="2101601" y="404917"/>
                    </a:cubicBezTo>
                    <a:cubicBezTo>
                      <a:pt x="2115070" y="402771"/>
                      <a:pt x="2114355" y="395024"/>
                      <a:pt x="2120791" y="392163"/>
                    </a:cubicBezTo>
                    <a:cubicBezTo>
                      <a:pt x="2127227" y="389302"/>
                      <a:pt x="2142722" y="383343"/>
                      <a:pt x="2145583" y="377026"/>
                    </a:cubicBezTo>
                    <a:cubicBezTo>
                      <a:pt x="2148443" y="370708"/>
                      <a:pt x="2180268" y="359981"/>
                      <a:pt x="2186704" y="360339"/>
                    </a:cubicBezTo>
                    <a:cubicBezTo>
                      <a:pt x="2193141" y="360696"/>
                      <a:pt x="2194451" y="347585"/>
                      <a:pt x="2198028" y="347585"/>
                    </a:cubicBezTo>
                    <a:cubicBezTo>
                      <a:pt x="2207980" y="344369"/>
                      <a:pt x="2217658" y="340385"/>
                      <a:pt x="2226991" y="335666"/>
                    </a:cubicBezTo>
                    <a:cubicBezTo>
                      <a:pt x="2232951" y="333058"/>
                      <a:pt x="2237135" y="327561"/>
                      <a:pt x="2238076" y="321124"/>
                    </a:cubicBezTo>
                    <a:cubicBezTo>
                      <a:pt x="2238076" y="316476"/>
                      <a:pt x="2228422" y="317191"/>
                      <a:pt x="2227349" y="312900"/>
                    </a:cubicBezTo>
                    <a:cubicBezTo>
                      <a:pt x="2226276" y="308609"/>
                      <a:pt x="2231997" y="311589"/>
                      <a:pt x="2239268" y="308728"/>
                    </a:cubicBezTo>
                    <a:cubicBezTo>
                      <a:pt x="2246538" y="305868"/>
                      <a:pt x="2239268" y="295975"/>
                      <a:pt x="2233308" y="297763"/>
                    </a:cubicBezTo>
                    <a:cubicBezTo>
                      <a:pt x="2227349" y="299551"/>
                      <a:pt x="2236527" y="292399"/>
                      <a:pt x="2231163" y="285843"/>
                    </a:cubicBezTo>
                    <a:cubicBezTo>
                      <a:pt x="2225799" y="279288"/>
                      <a:pt x="2215192" y="289658"/>
                      <a:pt x="2215549" y="282983"/>
                    </a:cubicBezTo>
                    <a:cubicBezTo>
                      <a:pt x="2216407" y="276085"/>
                      <a:pt x="2214667" y="269115"/>
                      <a:pt x="2210662" y="263435"/>
                    </a:cubicBezTo>
                    <a:cubicBezTo>
                      <a:pt x="2206371" y="259264"/>
                      <a:pt x="2198743" y="270944"/>
                      <a:pt x="2189684" y="264150"/>
                    </a:cubicBezTo>
                    <a:cubicBezTo>
                      <a:pt x="2180625" y="257356"/>
                      <a:pt x="2154999" y="253185"/>
                      <a:pt x="2154999" y="256045"/>
                    </a:cubicBezTo>
                    <a:cubicBezTo>
                      <a:pt x="2154999" y="258906"/>
                      <a:pt x="2143080" y="251754"/>
                      <a:pt x="2140100" y="254615"/>
                    </a:cubicBezTo>
                    <a:cubicBezTo>
                      <a:pt x="2130493" y="257243"/>
                      <a:pt x="2120385" y="257489"/>
                      <a:pt x="2110660" y="255330"/>
                    </a:cubicBezTo>
                    <a:cubicBezTo>
                      <a:pt x="2104342" y="253542"/>
                      <a:pt x="2095522" y="257833"/>
                      <a:pt x="2095165" y="264150"/>
                    </a:cubicBezTo>
                    <a:cubicBezTo>
                      <a:pt x="2094807" y="270468"/>
                      <a:pt x="2069657" y="268084"/>
                      <a:pt x="2065009" y="267011"/>
                    </a:cubicBezTo>
                    <a:cubicBezTo>
                      <a:pt x="2060360" y="265938"/>
                      <a:pt x="2083007" y="249490"/>
                      <a:pt x="2083007" y="246152"/>
                    </a:cubicBezTo>
                    <a:cubicBezTo>
                      <a:pt x="2083007" y="242815"/>
                      <a:pt x="2045819" y="246867"/>
                      <a:pt x="2043673" y="243292"/>
                    </a:cubicBezTo>
                    <a:cubicBezTo>
                      <a:pt x="2041528" y="239716"/>
                      <a:pt x="2023411" y="238643"/>
                      <a:pt x="2015306" y="239001"/>
                    </a:cubicBezTo>
                    <a:cubicBezTo>
                      <a:pt x="2007201" y="239358"/>
                      <a:pt x="2015306" y="236855"/>
                      <a:pt x="2022338" y="236259"/>
                    </a:cubicBezTo>
                    <a:cubicBezTo>
                      <a:pt x="2029370" y="235663"/>
                      <a:pt x="2036521" y="229108"/>
                      <a:pt x="2044746" y="227678"/>
                    </a:cubicBezTo>
                    <a:cubicBezTo>
                      <a:pt x="2052970" y="226247"/>
                      <a:pt x="2051063" y="223506"/>
                      <a:pt x="2047488" y="218500"/>
                    </a:cubicBezTo>
                    <a:cubicBezTo>
                      <a:pt x="2043911" y="213494"/>
                      <a:pt x="2035568" y="215997"/>
                      <a:pt x="2027344" y="213494"/>
                    </a:cubicBezTo>
                    <a:cubicBezTo>
                      <a:pt x="2019191" y="210562"/>
                      <a:pt x="2010765" y="208446"/>
                      <a:pt x="2002194" y="207176"/>
                    </a:cubicBezTo>
                    <a:cubicBezTo>
                      <a:pt x="1991527" y="208669"/>
                      <a:pt x="1980966" y="210900"/>
                      <a:pt x="1970608" y="213851"/>
                    </a:cubicBezTo>
                    <a:cubicBezTo>
                      <a:pt x="1954041" y="217069"/>
                      <a:pt x="1952610" y="229823"/>
                      <a:pt x="1944029" y="233756"/>
                    </a:cubicBezTo>
                    <a:cubicBezTo>
                      <a:pt x="1935447" y="237690"/>
                      <a:pt x="1920190" y="253185"/>
                      <a:pt x="1927818" y="254615"/>
                    </a:cubicBezTo>
                    <a:cubicBezTo>
                      <a:pt x="1935447" y="256045"/>
                      <a:pt x="1931275" y="260336"/>
                      <a:pt x="1932347" y="264866"/>
                    </a:cubicBezTo>
                    <a:cubicBezTo>
                      <a:pt x="1933420" y="269395"/>
                      <a:pt x="1927103" y="270587"/>
                      <a:pt x="1918879" y="269157"/>
                    </a:cubicBezTo>
                    <a:cubicBezTo>
                      <a:pt x="1910654" y="267726"/>
                      <a:pt x="1882049" y="268084"/>
                      <a:pt x="1882406" y="274163"/>
                    </a:cubicBezTo>
                    <a:cubicBezTo>
                      <a:pt x="1882764" y="280241"/>
                      <a:pt x="1899093" y="282983"/>
                      <a:pt x="1898020" y="286082"/>
                    </a:cubicBezTo>
                    <a:cubicBezTo>
                      <a:pt x="1896948" y="289181"/>
                      <a:pt x="1886101" y="286082"/>
                      <a:pt x="1879903" y="282506"/>
                    </a:cubicBezTo>
                    <a:cubicBezTo>
                      <a:pt x="1873705" y="278930"/>
                      <a:pt x="1861547" y="281076"/>
                      <a:pt x="1859045" y="287155"/>
                    </a:cubicBezTo>
                    <a:cubicBezTo>
                      <a:pt x="1856541" y="293233"/>
                      <a:pt x="1847125" y="291684"/>
                      <a:pt x="1843430" y="290254"/>
                    </a:cubicBezTo>
                    <a:cubicBezTo>
                      <a:pt x="1839735" y="288823"/>
                      <a:pt x="1833179" y="293114"/>
                      <a:pt x="1827935" y="291326"/>
                    </a:cubicBezTo>
                    <a:cubicBezTo>
                      <a:pt x="1822690" y="289538"/>
                      <a:pt x="1838543" y="281791"/>
                      <a:pt x="1834609" y="277858"/>
                    </a:cubicBezTo>
                    <a:cubicBezTo>
                      <a:pt x="1830677" y="273924"/>
                      <a:pt x="1813751" y="277858"/>
                      <a:pt x="1811963" y="283936"/>
                    </a:cubicBezTo>
                    <a:cubicBezTo>
                      <a:pt x="1810175" y="290015"/>
                      <a:pt x="1800044" y="279288"/>
                      <a:pt x="1795991" y="281433"/>
                    </a:cubicBezTo>
                    <a:cubicBezTo>
                      <a:pt x="1790961" y="284351"/>
                      <a:pt x="1785741" y="286939"/>
                      <a:pt x="1780377" y="289181"/>
                    </a:cubicBezTo>
                    <a:cubicBezTo>
                      <a:pt x="1772987" y="292399"/>
                      <a:pt x="1760234" y="285724"/>
                      <a:pt x="1757373" y="291326"/>
                    </a:cubicBezTo>
                    <a:cubicBezTo>
                      <a:pt x="1754513" y="296928"/>
                      <a:pt x="1771557" y="298835"/>
                      <a:pt x="1771915" y="301219"/>
                    </a:cubicBezTo>
                    <a:cubicBezTo>
                      <a:pt x="1772272" y="303603"/>
                      <a:pt x="1733296" y="303365"/>
                      <a:pt x="1732224" y="307298"/>
                    </a:cubicBezTo>
                    <a:cubicBezTo>
                      <a:pt x="1731151" y="311231"/>
                      <a:pt x="1718040" y="311231"/>
                      <a:pt x="1702068" y="311589"/>
                    </a:cubicBezTo>
                    <a:cubicBezTo>
                      <a:pt x="1686096" y="311947"/>
                      <a:pt x="1692532" y="319694"/>
                      <a:pt x="1679779" y="322197"/>
                    </a:cubicBezTo>
                    <a:cubicBezTo>
                      <a:pt x="1667025" y="324700"/>
                      <a:pt x="1661304" y="325058"/>
                      <a:pt x="1657133" y="331375"/>
                    </a:cubicBezTo>
                    <a:cubicBezTo>
                      <a:pt x="1653759" y="337027"/>
                      <a:pt x="1646441" y="338874"/>
                      <a:pt x="1640791" y="335500"/>
                    </a:cubicBezTo>
                    <a:cubicBezTo>
                      <a:pt x="1640016" y="335041"/>
                      <a:pt x="1639301" y="334497"/>
                      <a:pt x="1638657" y="333878"/>
                    </a:cubicBezTo>
                    <a:cubicBezTo>
                      <a:pt x="1634366" y="328872"/>
                      <a:pt x="1622686" y="336381"/>
                      <a:pt x="1629122" y="337096"/>
                    </a:cubicBezTo>
                    <a:cubicBezTo>
                      <a:pt x="1635559" y="337811"/>
                      <a:pt x="1629122" y="344129"/>
                      <a:pt x="1625546" y="342698"/>
                    </a:cubicBezTo>
                    <a:cubicBezTo>
                      <a:pt x="1621971" y="341268"/>
                      <a:pt x="1610290" y="349492"/>
                      <a:pt x="1616726" y="348777"/>
                    </a:cubicBezTo>
                    <a:cubicBezTo>
                      <a:pt x="1623162" y="348062"/>
                      <a:pt x="1626261" y="353306"/>
                      <a:pt x="1623043" y="357240"/>
                    </a:cubicBezTo>
                    <a:cubicBezTo>
                      <a:pt x="1619825" y="361173"/>
                      <a:pt x="1606118" y="352710"/>
                      <a:pt x="1602542" y="356167"/>
                    </a:cubicBezTo>
                    <a:cubicBezTo>
                      <a:pt x="1598967" y="359623"/>
                      <a:pt x="1609217" y="364391"/>
                      <a:pt x="1615653" y="363676"/>
                    </a:cubicBezTo>
                    <a:cubicBezTo>
                      <a:pt x="1620660" y="362858"/>
                      <a:pt x="1625367" y="366252"/>
                      <a:pt x="1626190" y="371254"/>
                    </a:cubicBezTo>
                    <a:cubicBezTo>
                      <a:pt x="1626214" y="371429"/>
                      <a:pt x="1626237" y="371605"/>
                      <a:pt x="1626261" y="371781"/>
                    </a:cubicBezTo>
                    <a:cubicBezTo>
                      <a:pt x="1626976" y="376430"/>
                      <a:pt x="1611362" y="368921"/>
                      <a:pt x="1608263" y="372854"/>
                    </a:cubicBezTo>
                    <a:cubicBezTo>
                      <a:pt x="1605164" y="376787"/>
                      <a:pt x="1610647" y="378456"/>
                      <a:pt x="1617441" y="379171"/>
                    </a:cubicBezTo>
                    <a:cubicBezTo>
                      <a:pt x="1624235" y="379886"/>
                      <a:pt x="1619229" y="382389"/>
                      <a:pt x="1625189" y="387753"/>
                    </a:cubicBezTo>
                    <a:cubicBezTo>
                      <a:pt x="1625642" y="388088"/>
                      <a:pt x="1626047" y="388490"/>
                      <a:pt x="1626381" y="388945"/>
                    </a:cubicBezTo>
                    <a:cubicBezTo>
                      <a:pt x="1630076" y="393236"/>
                      <a:pt x="1623162" y="394785"/>
                      <a:pt x="1623758" y="399076"/>
                    </a:cubicBezTo>
                    <a:cubicBezTo>
                      <a:pt x="1624355" y="403367"/>
                      <a:pt x="1617083" y="405393"/>
                      <a:pt x="1617083" y="401222"/>
                    </a:cubicBezTo>
                    <a:cubicBezTo>
                      <a:pt x="1617083" y="397050"/>
                      <a:pt x="1598251" y="395500"/>
                      <a:pt x="1594437" y="400149"/>
                    </a:cubicBezTo>
                    <a:cubicBezTo>
                      <a:pt x="1590623" y="404797"/>
                      <a:pt x="1587643" y="408254"/>
                      <a:pt x="1582518" y="403963"/>
                    </a:cubicBezTo>
                    <a:cubicBezTo>
                      <a:pt x="1577393" y="399672"/>
                      <a:pt x="1564520" y="405036"/>
                      <a:pt x="1546760" y="405751"/>
                    </a:cubicBezTo>
                    <a:cubicBezTo>
                      <a:pt x="1525997" y="405914"/>
                      <a:pt x="1505269" y="407708"/>
                      <a:pt x="1484780" y="411115"/>
                    </a:cubicBezTo>
                    <a:cubicBezTo>
                      <a:pt x="1475960" y="414333"/>
                      <a:pt x="1468451" y="426729"/>
                      <a:pt x="1476675" y="434953"/>
                    </a:cubicBezTo>
                    <a:cubicBezTo>
                      <a:pt x="1484899" y="443177"/>
                      <a:pt x="1476675" y="446872"/>
                      <a:pt x="1476675" y="451998"/>
                    </a:cubicBezTo>
                    <a:cubicBezTo>
                      <a:pt x="1476675" y="457123"/>
                      <a:pt x="1497891" y="468208"/>
                      <a:pt x="1509214" y="469280"/>
                    </a:cubicBezTo>
                    <a:cubicBezTo>
                      <a:pt x="1520538" y="470353"/>
                      <a:pt x="1529835" y="484180"/>
                      <a:pt x="1523041" y="493119"/>
                    </a:cubicBezTo>
                    <a:cubicBezTo>
                      <a:pt x="1516247" y="502058"/>
                      <a:pt x="1495746" y="490616"/>
                      <a:pt x="1482277" y="480008"/>
                    </a:cubicBezTo>
                    <a:cubicBezTo>
                      <a:pt x="1465638" y="470365"/>
                      <a:pt x="1446674" y="465459"/>
                      <a:pt x="1427449" y="465824"/>
                    </a:cubicBezTo>
                    <a:cubicBezTo>
                      <a:pt x="1417079" y="466539"/>
                      <a:pt x="1423158" y="456527"/>
                      <a:pt x="1410046" y="456884"/>
                    </a:cubicBezTo>
                    <a:cubicBezTo>
                      <a:pt x="1396935" y="457242"/>
                      <a:pt x="1386208" y="468804"/>
                      <a:pt x="1394790" y="468804"/>
                    </a:cubicBezTo>
                    <a:cubicBezTo>
                      <a:pt x="1403371" y="468804"/>
                      <a:pt x="1409331" y="468208"/>
                      <a:pt x="1404683" y="472380"/>
                    </a:cubicBezTo>
                    <a:cubicBezTo>
                      <a:pt x="1400034" y="476551"/>
                      <a:pt x="1407186" y="475598"/>
                      <a:pt x="1417794" y="480246"/>
                    </a:cubicBezTo>
                    <a:cubicBezTo>
                      <a:pt x="1428402" y="484895"/>
                      <a:pt x="1408974" y="491212"/>
                      <a:pt x="1398008" y="483703"/>
                    </a:cubicBezTo>
                    <a:cubicBezTo>
                      <a:pt x="1389450" y="478028"/>
                      <a:pt x="1377912" y="480367"/>
                      <a:pt x="1372238" y="488926"/>
                    </a:cubicBezTo>
                    <a:cubicBezTo>
                      <a:pt x="1372203" y="488972"/>
                      <a:pt x="1372179" y="489019"/>
                      <a:pt x="1372143" y="489066"/>
                    </a:cubicBezTo>
                    <a:cubicBezTo>
                      <a:pt x="1368925" y="494668"/>
                      <a:pt x="1384897" y="510998"/>
                      <a:pt x="1403968" y="513858"/>
                    </a:cubicBezTo>
                    <a:cubicBezTo>
                      <a:pt x="1423038" y="516719"/>
                      <a:pt x="1416721" y="522679"/>
                      <a:pt x="1425660" y="525778"/>
                    </a:cubicBezTo>
                    <a:cubicBezTo>
                      <a:pt x="1434600" y="528877"/>
                      <a:pt x="1428164" y="532572"/>
                      <a:pt x="1422085" y="532810"/>
                    </a:cubicBezTo>
                    <a:cubicBezTo>
                      <a:pt x="1416006" y="533048"/>
                      <a:pt x="1403968" y="523632"/>
                      <a:pt x="1394432" y="518745"/>
                    </a:cubicBezTo>
                    <a:cubicBezTo>
                      <a:pt x="1384897" y="513858"/>
                      <a:pt x="1358674" y="520772"/>
                      <a:pt x="1353668" y="515170"/>
                    </a:cubicBezTo>
                    <a:cubicBezTo>
                      <a:pt x="1348663" y="509567"/>
                      <a:pt x="1357244" y="503250"/>
                      <a:pt x="1352238" y="499555"/>
                    </a:cubicBezTo>
                    <a:cubicBezTo>
                      <a:pt x="1347232" y="495860"/>
                      <a:pt x="1352238" y="485729"/>
                      <a:pt x="1357959" y="475717"/>
                    </a:cubicBezTo>
                    <a:cubicBezTo>
                      <a:pt x="1363144" y="464645"/>
                      <a:pt x="1358603" y="451456"/>
                      <a:pt x="1347709" y="445919"/>
                    </a:cubicBezTo>
                    <a:cubicBezTo>
                      <a:pt x="1338412" y="443177"/>
                      <a:pt x="1339127" y="452713"/>
                      <a:pt x="1341273" y="455454"/>
                    </a:cubicBezTo>
                    <a:cubicBezTo>
                      <a:pt x="1343251" y="464345"/>
                      <a:pt x="1341058" y="473654"/>
                      <a:pt x="1335313" y="480723"/>
                    </a:cubicBezTo>
                    <a:cubicBezTo>
                      <a:pt x="1328161" y="489543"/>
                      <a:pt x="1306587" y="489543"/>
                      <a:pt x="1306587" y="495503"/>
                    </a:cubicBezTo>
                    <a:cubicBezTo>
                      <a:pt x="1306587" y="501462"/>
                      <a:pt x="1292046" y="506230"/>
                      <a:pt x="1297052" y="510402"/>
                    </a:cubicBezTo>
                    <a:cubicBezTo>
                      <a:pt x="1307636" y="520553"/>
                      <a:pt x="1317029" y="531870"/>
                      <a:pt x="1325062" y="544133"/>
                    </a:cubicBezTo>
                    <a:cubicBezTo>
                      <a:pt x="1327804" y="550808"/>
                      <a:pt x="1307660" y="572024"/>
                      <a:pt x="1310878" y="584420"/>
                    </a:cubicBezTo>
                    <a:cubicBezTo>
                      <a:pt x="1314096" y="596816"/>
                      <a:pt x="1308017" y="602538"/>
                      <a:pt x="1311832" y="608259"/>
                    </a:cubicBezTo>
                    <a:cubicBezTo>
                      <a:pt x="1315646" y="613980"/>
                      <a:pt x="1324585" y="608974"/>
                      <a:pt x="1330306" y="611358"/>
                    </a:cubicBezTo>
                    <a:cubicBezTo>
                      <a:pt x="1336028" y="613742"/>
                      <a:pt x="1345205" y="607901"/>
                      <a:pt x="1358317" y="605398"/>
                    </a:cubicBezTo>
                    <a:cubicBezTo>
                      <a:pt x="1371428" y="602895"/>
                      <a:pt x="1395505" y="617317"/>
                      <a:pt x="1404325" y="621012"/>
                    </a:cubicBezTo>
                    <a:cubicBezTo>
                      <a:pt x="1413145" y="624707"/>
                      <a:pt x="1408616" y="632932"/>
                      <a:pt x="1413265" y="639368"/>
                    </a:cubicBezTo>
                    <a:cubicBezTo>
                      <a:pt x="1417913" y="645804"/>
                      <a:pt x="1402537" y="646519"/>
                      <a:pt x="1402180" y="657128"/>
                    </a:cubicBezTo>
                    <a:cubicBezTo>
                      <a:pt x="1401822" y="667736"/>
                      <a:pt x="1428759" y="672384"/>
                      <a:pt x="1429833" y="675483"/>
                    </a:cubicBezTo>
                    <a:cubicBezTo>
                      <a:pt x="1430905" y="678582"/>
                      <a:pt x="1410761" y="676198"/>
                      <a:pt x="1402895" y="673457"/>
                    </a:cubicBezTo>
                    <a:cubicBezTo>
                      <a:pt x="1395029" y="670716"/>
                      <a:pt x="1394432" y="660346"/>
                      <a:pt x="1391929" y="658200"/>
                    </a:cubicBezTo>
                    <a:cubicBezTo>
                      <a:pt x="1389426" y="656055"/>
                      <a:pt x="1397292" y="647592"/>
                      <a:pt x="1398008" y="640798"/>
                    </a:cubicBezTo>
                    <a:cubicBezTo>
                      <a:pt x="1398723" y="634004"/>
                      <a:pt x="1389187" y="630190"/>
                      <a:pt x="1386089" y="625542"/>
                    </a:cubicBezTo>
                    <a:cubicBezTo>
                      <a:pt x="1382990" y="620893"/>
                      <a:pt x="1377268" y="614218"/>
                      <a:pt x="1370832" y="615649"/>
                    </a:cubicBezTo>
                    <a:cubicBezTo>
                      <a:pt x="1364396" y="617079"/>
                      <a:pt x="1341034" y="619225"/>
                      <a:pt x="1334001" y="625542"/>
                    </a:cubicBezTo>
                    <a:cubicBezTo>
                      <a:pt x="1326969" y="631859"/>
                      <a:pt x="1335074" y="649976"/>
                      <a:pt x="1339008" y="658916"/>
                    </a:cubicBezTo>
                    <a:cubicBezTo>
                      <a:pt x="1342941" y="667855"/>
                      <a:pt x="1318387" y="680132"/>
                      <a:pt x="1319102" y="687164"/>
                    </a:cubicBezTo>
                    <a:cubicBezTo>
                      <a:pt x="1319817" y="694196"/>
                      <a:pt x="1311712" y="697534"/>
                      <a:pt x="1300986" y="703136"/>
                    </a:cubicBezTo>
                    <a:cubicBezTo>
                      <a:pt x="1290258" y="708738"/>
                      <a:pt x="1278696" y="713029"/>
                      <a:pt x="1279054" y="722326"/>
                    </a:cubicBezTo>
                    <a:cubicBezTo>
                      <a:pt x="1279411" y="731623"/>
                      <a:pt x="1264870" y="726498"/>
                      <a:pt x="1257480" y="722326"/>
                    </a:cubicBezTo>
                    <a:cubicBezTo>
                      <a:pt x="1250090" y="718154"/>
                      <a:pt x="1240436" y="724710"/>
                      <a:pt x="1229828" y="724471"/>
                    </a:cubicBezTo>
                    <a:cubicBezTo>
                      <a:pt x="1219219" y="724233"/>
                      <a:pt x="1219219" y="715174"/>
                      <a:pt x="1210637" y="718393"/>
                    </a:cubicBezTo>
                    <a:cubicBezTo>
                      <a:pt x="1206633" y="720681"/>
                      <a:pt x="1201543" y="719286"/>
                      <a:pt x="1199255" y="715282"/>
                    </a:cubicBezTo>
                    <a:cubicBezTo>
                      <a:pt x="1198015" y="713100"/>
                      <a:pt x="1197813" y="710478"/>
                      <a:pt x="1198718" y="708142"/>
                    </a:cubicBezTo>
                    <a:cubicBezTo>
                      <a:pt x="1201221" y="701706"/>
                      <a:pt x="1210637" y="706712"/>
                      <a:pt x="1211472" y="711360"/>
                    </a:cubicBezTo>
                    <a:cubicBezTo>
                      <a:pt x="1212306" y="716009"/>
                      <a:pt x="1218266" y="713744"/>
                      <a:pt x="1225298" y="709930"/>
                    </a:cubicBezTo>
                    <a:cubicBezTo>
                      <a:pt x="1232331" y="706116"/>
                      <a:pt x="1228874" y="714817"/>
                      <a:pt x="1239125" y="715532"/>
                    </a:cubicBezTo>
                    <a:cubicBezTo>
                      <a:pt x="1249375" y="716247"/>
                      <a:pt x="1243773" y="710287"/>
                      <a:pt x="1251044" y="711003"/>
                    </a:cubicBezTo>
                    <a:cubicBezTo>
                      <a:pt x="1258314" y="711718"/>
                      <a:pt x="1259268" y="709215"/>
                      <a:pt x="1256765" y="705281"/>
                    </a:cubicBezTo>
                    <a:cubicBezTo>
                      <a:pt x="1254262" y="701348"/>
                      <a:pt x="1262367" y="698607"/>
                      <a:pt x="1267373" y="696461"/>
                    </a:cubicBezTo>
                    <a:cubicBezTo>
                      <a:pt x="1272379" y="694316"/>
                      <a:pt x="1270234" y="686211"/>
                      <a:pt x="1274763" y="683708"/>
                    </a:cubicBezTo>
                    <a:cubicBezTo>
                      <a:pt x="1279292" y="681205"/>
                      <a:pt x="1276193" y="676198"/>
                      <a:pt x="1281200" y="675841"/>
                    </a:cubicBezTo>
                    <a:cubicBezTo>
                      <a:pt x="1286206" y="675483"/>
                      <a:pt x="1288232" y="668093"/>
                      <a:pt x="1293118" y="668093"/>
                    </a:cubicBezTo>
                    <a:cubicBezTo>
                      <a:pt x="1298006" y="668093"/>
                      <a:pt x="1300151" y="660584"/>
                      <a:pt x="1297410" y="656174"/>
                    </a:cubicBezTo>
                    <a:cubicBezTo>
                      <a:pt x="1294668" y="651764"/>
                      <a:pt x="1299197" y="641633"/>
                      <a:pt x="1303727" y="640202"/>
                    </a:cubicBezTo>
                    <a:cubicBezTo>
                      <a:pt x="1308256" y="638772"/>
                      <a:pt x="1308733" y="634600"/>
                      <a:pt x="1304442" y="631382"/>
                    </a:cubicBezTo>
                    <a:cubicBezTo>
                      <a:pt x="1300151" y="628164"/>
                      <a:pt x="1284656" y="617556"/>
                      <a:pt x="1285729" y="610762"/>
                    </a:cubicBezTo>
                    <a:cubicBezTo>
                      <a:pt x="1286802" y="603968"/>
                      <a:pt x="1282868" y="591691"/>
                      <a:pt x="1284894" y="586923"/>
                    </a:cubicBezTo>
                    <a:cubicBezTo>
                      <a:pt x="1286324" y="579442"/>
                      <a:pt x="1286324" y="571759"/>
                      <a:pt x="1284894" y="564277"/>
                    </a:cubicBezTo>
                    <a:cubicBezTo>
                      <a:pt x="1286086" y="555725"/>
                      <a:pt x="1288089" y="547305"/>
                      <a:pt x="1290854" y="539127"/>
                    </a:cubicBezTo>
                    <a:cubicBezTo>
                      <a:pt x="1292999" y="527208"/>
                      <a:pt x="1278935" y="515289"/>
                      <a:pt x="1271426" y="511832"/>
                    </a:cubicBezTo>
                    <a:cubicBezTo>
                      <a:pt x="1263917" y="508376"/>
                      <a:pt x="1268923" y="502297"/>
                      <a:pt x="1279173" y="493715"/>
                    </a:cubicBezTo>
                    <a:cubicBezTo>
                      <a:pt x="1289423" y="485133"/>
                      <a:pt x="1290139" y="458672"/>
                      <a:pt x="1289423" y="453070"/>
                    </a:cubicBezTo>
                    <a:cubicBezTo>
                      <a:pt x="1288708" y="447468"/>
                      <a:pt x="1267850" y="442462"/>
                      <a:pt x="1259745" y="443058"/>
                    </a:cubicBezTo>
                    <a:cubicBezTo>
                      <a:pt x="1244464" y="443471"/>
                      <a:pt x="1229160" y="442794"/>
                      <a:pt x="1213975" y="441032"/>
                    </a:cubicBezTo>
                    <a:cubicBezTo>
                      <a:pt x="1206585" y="439602"/>
                      <a:pt x="1204082" y="447349"/>
                      <a:pt x="1200506" y="454501"/>
                    </a:cubicBezTo>
                    <a:cubicBezTo>
                      <a:pt x="1193927" y="465191"/>
                      <a:pt x="1188575" y="476586"/>
                      <a:pt x="1184534" y="488470"/>
                    </a:cubicBezTo>
                    <a:cubicBezTo>
                      <a:pt x="1180005" y="504442"/>
                      <a:pt x="1160696" y="509329"/>
                      <a:pt x="1152710" y="512905"/>
                    </a:cubicBezTo>
                    <a:cubicBezTo>
                      <a:pt x="1144724" y="516481"/>
                      <a:pt x="1138884" y="528162"/>
                      <a:pt x="1142817" y="533764"/>
                    </a:cubicBezTo>
                    <a:cubicBezTo>
                      <a:pt x="1146751" y="539366"/>
                      <a:pt x="1152353" y="534836"/>
                      <a:pt x="1156286" y="536982"/>
                    </a:cubicBezTo>
                    <a:cubicBezTo>
                      <a:pt x="1160219" y="539127"/>
                      <a:pt x="1156286" y="554026"/>
                      <a:pt x="1153425" y="556172"/>
                    </a:cubicBezTo>
                    <a:cubicBezTo>
                      <a:pt x="1150564" y="558317"/>
                      <a:pt x="1157955" y="563562"/>
                      <a:pt x="1151995" y="568091"/>
                    </a:cubicBezTo>
                    <a:cubicBezTo>
                      <a:pt x="1146035" y="572620"/>
                      <a:pt x="1140076" y="580010"/>
                      <a:pt x="1143890" y="584420"/>
                    </a:cubicBezTo>
                    <a:cubicBezTo>
                      <a:pt x="1147704" y="588830"/>
                      <a:pt x="1164748" y="590738"/>
                      <a:pt x="1172138" y="595028"/>
                    </a:cubicBezTo>
                    <a:cubicBezTo>
                      <a:pt x="1179528" y="599319"/>
                      <a:pt x="1176787" y="606948"/>
                      <a:pt x="1182508" y="614457"/>
                    </a:cubicBezTo>
                    <a:cubicBezTo>
                      <a:pt x="1188229" y="621966"/>
                      <a:pt x="1194427" y="617317"/>
                      <a:pt x="1196930" y="621966"/>
                    </a:cubicBezTo>
                    <a:cubicBezTo>
                      <a:pt x="1199433" y="626614"/>
                      <a:pt x="1186680" y="644970"/>
                      <a:pt x="1182151" y="645804"/>
                    </a:cubicBezTo>
                    <a:cubicBezTo>
                      <a:pt x="1177621" y="646639"/>
                      <a:pt x="1158312" y="626972"/>
                      <a:pt x="1153068" y="622800"/>
                    </a:cubicBezTo>
                    <a:cubicBezTo>
                      <a:pt x="1147823" y="618629"/>
                      <a:pt x="1125415" y="611715"/>
                      <a:pt x="1114449" y="606113"/>
                    </a:cubicBezTo>
                    <a:cubicBezTo>
                      <a:pt x="1103472" y="602583"/>
                      <a:pt x="1092792" y="598199"/>
                      <a:pt x="1082506" y="593002"/>
                    </a:cubicBezTo>
                    <a:cubicBezTo>
                      <a:pt x="1069681" y="583842"/>
                      <a:pt x="1053983" y="579611"/>
                      <a:pt x="1038285" y="581083"/>
                    </a:cubicBezTo>
                    <a:cubicBezTo>
                      <a:pt x="1016235" y="581083"/>
                      <a:pt x="1002528" y="576077"/>
                      <a:pt x="994661" y="577150"/>
                    </a:cubicBezTo>
                    <a:cubicBezTo>
                      <a:pt x="986794" y="578222"/>
                      <a:pt x="990131" y="569760"/>
                      <a:pt x="977020" y="564038"/>
                    </a:cubicBezTo>
                    <a:cubicBezTo>
                      <a:pt x="963909" y="558317"/>
                      <a:pt x="955328" y="550570"/>
                      <a:pt x="947937" y="554503"/>
                    </a:cubicBezTo>
                    <a:cubicBezTo>
                      <a:pt x="940547" y="558436"/>
                      <a:pt x="943289" y="572501"/>
                      <a:pt x="954612" y="574289"/>
                    </a:cubicBezTo>
                    <a:cubicBezTo>
                      <a:pt x="965935" y="576077"/>
                      <a:pt x="960333" y="582156"/>
                      <a:pt x="972372" y="581440"/>
                    </a:cubicBezTo>
                    <a:cubicBezTo>
                      <a:pt x="984410" y="580725"/>
                      <a:pt x="987986" y="584897"/>
                      <a:pt x="987629" y="592406"/>
                    </a:cubicBezTo>
                    <a:cubicBezTo>
                      <a:pt x="988415" y="600228"/>
                      <a:pt x="992372" y="607384"/>
                      <a:pt x="998594" y="612192"/>
                    </a:cubicBezTo>
                    <a:cubicBezTo>
                      <a:pt x="1003958" y="617198"/>
                      <a:pt x="1000740" y="625303"/>
                      <a:pt x="991085" y="625303"/>
                    </a:cubicBezTo>
                    <a:cubicBezTo>
                      <a:pt x="981430" y="625303"/>
                      <a:pt x="970584" y="626734"/>
                      <a:pt x="974875" y="633528"/>
                    </a:cubicBezTo>
                    <a:cubicBezTo>
                      <a:pt x="979166" y="640322"/>
                      <a:pt x="972014" y="641990"/>
                      <a:pt x="962956" y="638414"/>
                    </a:cubicBezTo>
                    <a:cubicBezTo>
                      <a:pt x="953897" y="634839"/>
                      <a:pt x="959022" y="628164"/>
                      <a:pt x="962956" y="624231"/>
                    </a:cubicBezTo>
                    <a:cubicBezTo>
                      <a:pt x="966889" y="620297"/>
                      <a:pt x="954374" y="615410"/>
                      <a:pt x="948414" y="613265"/>
                    </a:cubicBezTo>
                    <a:cubicBezTo>
                      <a:pt x="942455" y="611119"/>
                      <a:pt x="918258" y="628879"/>
                      <a:pt x="911584" y="631740"/>
                    </a:cubicBezTo>
                    <a:cubicBezTo>
                      <a:pt x="904909" y="634600"/>
                      <a:pt x="887745" y="627449"/>
                      <a:pt x="871177" y="631740"/>
                    </a:cubicBezTo>
                    <a:cubicBezTo>
                      <a:pt x="854610" y="636031"/>
                      <a:pt x="855206" y="649380"/>
                      <a:pt x="848888" y="648069"/>
                    </a:cubicBezTo>
                    <a:cubicBezTo>
                      <a:pt x="842571" y="646758"/>
                      <a:pt x="823739" y="649738"/>
                      <a:pt x="816587" y="645566"/>
                    </a:cubicBezTo>
                    <a:cubicBezTo>
                      <a:pt x="809436" y="641394"/>
                      <a:pt x="815157" y="638772"/>
                      <a:pt x="822666" y="639130"/>
                    </a:cubicBezTo>
                    <a:cubicBezTo>
                      <a:pt x="830175" y="639487"/>
                      <a:pt x="832559" y="636984"/>
                      <a:pt x="828268" y="632097"/>
                    </a:cubicBezTo>
                    <a:cubicBezTo>
                      <a:pt x="823977" y="627210"/>
                      <a:pt x="833989" y="619344"/>
                      <a:pt x="833632" y="615768"/>
                    </a:cubicBezTo>
                    <a:cubicBezTo>
                      <a:pt x="833274" y="612192"/>
                      <a:pt x="805622" y="621489"/>
                      <a:pt x="800973" y="625303"/>
                    </a:cubicBezTo>
                    <a:cubicBezTo>
                      <a:pt x="796325" y="629117"/>
                      <a:pt x="800973" y="636388"/>
                      <a:pt x="796444" y="638772"/>
                    </a:cubicBezTo>
                    <a:cubicBezTo>
                      <a:pt x="791914" y="641156"/>
                      <a:pt x="791438" y="634600"/>
                      <a:pt x="785717" y="632455"/>
                    </a:cubicBezTo>
                    <a:cubicBezTo>
                      <a:pt x="779995" y="630309"/>
                      <a:pt x="738635" y="639845"/>
                      <a:pt x="730888" y="648665"/>
                    </a:cubicBezTo>
                    <a:cubicBezTo>
                      <a:pt x="723141" y="657485"/>
                      <a:pt x="707884" y="657962"/>
                      <a:pt x="707884" y="662849"/>
                    </a:cubicBezTo>
                    <a:cubicBezTo>
                      <a:pt x="707884" y="667736"/>
                      <a:pt x="689051" y="667497"/>
                      <a:pt x="681661" y="671073"/>
                    </a:cubicBezTo>
                    <a:cubicBezTo>
                      <a:pt x="674272" y="674649"/>
                      <a:pt x="679159" y="689071"/>
                      <a:pt x="676298" y="696223"/>
                    </a:cubicBezTo>
                    <a:cubicBezTo>
                      <a:pt x="673437" y="703374"/>
                      <a:pt x="644473" y="701110"/>
                      <a:pt x="635534" y="701467"/>
                    </a:cubicBezTo>
                    <a:cubicBezTo>
                      <a:pt x="626595" y="701825"/>
                      <a:pt x="623615" y="684542"/>
                      <a:pt x="616463" y="683469"/>
                    </a:cubicBezTo>
                    <a:cubicBezTo>
                      <a:pt x="609312" y="682396"/>
                      <a:pt x="613603" y="672503"/>
                      <a:pt x="615748" y="668213"/>
                    </a:cubicBezTo>
                    <a:cubicBezTo>
                      <a:pt x="617893" y="663922"/>
                      <a:pt x="623496" y="667497"/>
                      <a:pt x="632316" y="661895"/>
                    </a:cubicBezTo>
                    <a:cubicBezTo>
                      <a:pt x="641136" y="656293"/>
                      <a:pt x="650076" y="664637"/>
                      <a:pt x="653651" y="660823"/>
                    </a:cubicBezTo>
                    <a:cubicBezTo>
                      <a:pt x="657227" y="657008"/>
                      <a:pt x="640183" y="646639"/>
                      <a:pt x="639110" y="637699"/>
                    </a:cubicBezTo>
                    <a:cubicBezTo>
                      <a:pt x="638037" y="628760"/>
                      <a:pt x="619205" y="625780"/>
                      <a:pt x="608596" y="629237"/>
                    </a:cubicBezTo>
                    <a:cubicBezTo>
                      <a:pt x="598620" y="631559"/>
                      <a:pt x="588155" y="630424"/>
                      <a:pt x="578918" y="626018"/>
                    </a:cubicBezTo>
                    <a:cubicBezTo>
                      <a:pt x="571408" y="622562"/>
                      <a:pt x="572124" y="632455"/>
                      <a:pt x="583089" y="635315"/>
                    </a:cubicBezTo>
                    <a:cubicBezTo>
                      <a:pt x="594055" y="638176"/>
                      <a:pt x="588453" y="647235"/>
                      <a:pt x="590241" y="651883"/>
                    </a:cubicBezTo>
                    <a:cubicBezTo>
                      <a:pt x="590396" y="661566"/>
                      <a:pt x="587106" y="670989"/>
                      <a:pt x="580944" y="678463"/>
                    </a:cubicBezTo>
                    <a:cubicBezTo>
                      <a:pt x="574627" y="687641"/>
                      <a:pt x="579275" y="687402"/>
                      <a:pt x="588811" y="686926"/>
                    </a:cubicBezTo>
                    <a:cubicBezTo>
                      <a:pt x="598346" y="686449"/>
                      <a:pt x="597631" y="698845"/>
                      <a:pt x="597631" y="708261"/>
                    </a:cubicBezTo>
                    <a:cubicBezTo>
                      <a:pt x="597631" y="717677"/>
                      <a:pt x="590241" y="720180"/>
                      <a:pt x="590241" y="726617"/>
                    </a:cubicBezTo>
                    <a:cubicBezTo>
                      <a:pt x="590241" y="733053"/>
                      <a:pt x="582374" y="723518"/>
                      <a:pt x="579871" y="726617"/>
                    </a:cubicBezTo>
                    <a:cubicBezTo>
                      <a:pt x="577368" y="729716"/>
                      <a:pt x="574269" y="725306"/>
                      <a:pt x="572839" y="719584"/>
                    </a:cubicBezTo>
                    <a:cubicBezTo>
                      <a:pt x="571408" y="713863"/>
                      <a:pt x="556867" y="717081"/>
                      <a:pt x="549000" y="714936"/>
                    </a:cubicBezTo>
                    <a:cubicBezTo>
                      <a:pt x="541134" y="712791"/>
                      <a:pt x="537677" y="716366"/>
                      <a:pt x="533744" y="722445"/>
                    </a:cubicBezTo>
                    <a:cubicBezTo>
                      <a:pt x="528023" y="727976"/>
                      <a:pt x="520478" y="731241"/>
                      <a:pt x="512527" y="731623"/>
                    </a:cubicBezTo>
                    <a:cubicBezTo>
                      <a:pt x="505853" y="732457"/>
                      <a:pt x="495841" y="743542"/>
                      <a:pt x="489523" y="748310"/>
                    </a:cubicBezTo>
                    <a:cubicBezTo>
                      <a:pt x="483206" y="753077"/>
                      <a:pt x="482014" y="760229"/>
                      <a:pt x="490835" y="769168"/>
                    </a:cubicBezTo>
                    <a:cubicBezTo>
                      <a:pt x="499655" y="778108"/>
                      <a:pt x="501562" y="783352"/>
                      <a:pt x="500847" y="788001"/>
                    </a:cubicBezTo>
                    <a:cubicBezTo>
                      <a:pt x="500132" y="792649"/>
                      <a:pt x="476055" y="791100"/>
                      <a:pt x="472121" y="786213"/>
                    </a:cubicBezTo>
                    <a:cubicBezTo>
                      <a:pt x="464839" y="781326"/>
                      <a:pt x="456018" y="779300"/>
                      <a:pt x="447329" y="780492"/>
                    </a:cubicBezTo>
                    <a:cubicBezTo>
                      <a:pt x="441966" y="781564"/>
                      <a:pt x="427424" y="764639"/>
                      <a:pt x="420034" y="764282"/>
                    </a:cubicBezTo>
                    <a:cubicBezTo>
                      <a:pt x="412644" y="763924"/>
                      <a:pt x="408115" y="773102"/>
                      <a:pt x="405493" y="777631"/>
                    </a:cubicBezTo>
                    <a:cubicBezTo>
                      <a:pt x="402871" y="782160"/>
                      <a:pt x="409068" y="783710"/>
                      <a:pt x="412644" y="791457"/>
                    </a:cubicBezTo>
                    <a:cubicBezTo>
                      <a:pt x="416220" y="799205"/>
                      <a:pt x="429212" y="799682"/>
                      <a:pt x="436483" y="799682"/>
                    </a:cubicBezTo>
                    <a:cubicBezTo>
                      <a:pt x="443753" y="799682"/>
                      <a:pt x="440654" y="809932"/>
                      <a:pt x="438628" y="814223"/>
                    </a:cubicBezTo>
                    <a:cubicBezTo>
                      <a:pt x="436602" y="818514"/>
                      <a:pt x="424087" y="821613"/>
                      <a:pt x="420511" y="816965"/>
                    </a:cubicBezTo>
                    <a:cubicBezTo>
                      <a:pt x="416935" y="812316"/>
                      <a:pt x="402036" y="816965"/>
                      <a:pt x="401679" y="811363"/>
                    </a:cubicBezTo>
                    <a:cubicBezTo>
                      <a:pt x="398115" y="802697"/>
                      <a:pt x="388961" y="797727"/>
                      <a:pt x="379747" y="799443"/>
                    </a:cubicBezTo>
                    <a:cubicBezTo>
                      <a:pt x="368781" y="801231"/>
                      <a:pt x="366636" y="794080"/>
                      <a:pt x="367828" y="785617"/>
                    </a:cubicBezTo>
                    <a:cubicBezTo>
                      <a:pt x="369020" y="777154"/>
                      <a:pt x="361868" y="772148"/>
                      <a:pt x="362107" y="768215"/>
                    </a:cubicBezTo>
                    <a:cubicBezTo>
                      <a:pt x="362345" y="764282"/>
                      <a:pt x="357220" y="756296"/>
                      <a:pt x="362822" y="752601"/>
                    </a:cubicBezTo>
                    <a:cubicBezTo>
                      <a:pt x="368424" y="748906"/>
                      <a:pt x="364252" y="742708"/>
                      <a:pt x="364610" y="737463"/>
                    </a:cubicBezTo>
                    <a:cubicBezTo>
                      <a:pt x="364967" y="732219"/>
                      <a:pt x="355074" y="723995"/>
                      <a:pt x="346254" y="723995"/>
                    </a:cubicBezTo>
                    <a:cubicBezTo>
                      <a:pt x="337434" y="723995"/>
                      <a:pt x="339103" y="715055"/>
                      <a:pt x="331713" y="713386"/>
                    </a:cubicBezTo>
                    <a:cubicBezTo>
                      <a:pt x="321784" y="709763"/>
                      <a:pt x="313369" y="702874"/>
                      <a:pt x="307874" y="693839"/>
                    </a:cubicBezTo>
                    <a:cubicBezTo>
                      <a:pt x="306802" y="688475"/>
                      <a:pt x="295955" y="687760"/>
                      <a:pt x="299292" y="686091"/>
                    </a:cubicBezTo>
                    <a:cubicBezTo>
                      <a:pt x="306468" y="684995"/>
                      <a:pt x="313715" y="687653"/>
                      <a:pt x="318482" y="693124"/>
                    </a:cubicBezTo>
                    <a:cubicBezTo>
                      <a:pt x="327648" y="701479"/>
                      <a:pt x="339365" y="706473"/>
                      <a:pt x="351737" y="707308"/>
                    </a:cubicBezTo>
                    <a:cubicBezTo>
                      <a:pt x="368424" y="709453"/>
                      <a:pt x="375575" y="717201"/>
                      <a:pt x="393574" y="720419"/>
                    </a:cubicBezTo>
                    <a:cubicBezTo>
                      <a:pt x="411571" y="723637"/>
                      <a:pt x="423014" y="725782"/>
                      <a:pt x="449594" y="729597"/>
                    </a:cubicBezTo>
                    <a:cubicBezTo>
                      <a:pt x="476174" y="733411"/>
                      <a:pt x="511574" y="706592"/>
                      <a:pt x="518964" y="699203"/>
                    </a:cubicBezTo>
                    <a:cubicBezTo>
                      <a:pt x="526354" y="691813"/>
                      <a:pt x="516937" y="676437"/>
                      <a:pt x="516937" y="670835"/>
                    </a:cubicBezTo>
                    <a:cubicBezTo>
                      <a:pt x="516937" y="665233"/>
                      <a:pt x="505018" y="664398"/>
                      <a:pt x="503111" y="660227"/>
                    </a:cubicBezTo>
                    <a:cubicBezTo>
                      <a:pt x="498987" y="653075"/>
                      <a:pt x="491454" y="648566"/>
                      <a:pt x="483206" y="648307"/>
                    </a:cubicBezTo>
                    <a:cubicBezTo>
                      <a:pt x="472956" y="648307"/>
                      <a:pt x="471287" y="636388"/>
                      <a:pt x="463420" y="637342"/>
                    </a:cubicBezTo>
                    <a:cubicBezTo>
                      <a:pt x="455553" y="638295"/>
                      <a:pt x="449594" y="633766"/>
                      <a:pt x="428259" y="619582"/>
                    </a:cubicBezTo>
                    <a:cubicBezTo>
                      <a:pt x="406923" y="605398"/>
                      <a:pt x="377602" y="595744"/>
                      <a:pt x="372357" y="597532"/>
                    </a:cubicBezTo>
                    <a:cubicBezTo>
                      <a:pt x="367113" y="599319"/>
                      <a:pt x="363418" y="601465"/>
                      <a:pt x="360438" y="596220"/>
                    </a:cubicBezTo>
                    <a:cubicBezTo>
                      <a:pt x="355944" y="591414"/>
                      <a:pt x="348400" y="591167"/>
                      <a:pt x="343596" y="595665"/>
                    </a:cubicBezTo>
                    <a:cubicBezTo>
                      <a:pt x="343405" y="595844"/>
                      <a:pt x="343215" y="596030"/>
                      <a:pt x="343036" y="596220"/>
                    </a:cubicBezTo>
                    <a:cubicBezTo>
                      <a:pt x="337315" y="600392"/>
                      <a:pt x="331713" y="592287"/>
                      <a:pt x="321104" y="594790"/>
                    </a:cubicBezTo>
                    <a:cubicBezTo>
                      <a:pt x="310496" y="597293"/>
                      <a:pt x="304775" y="590142"/>
                      <a:pt x="307636" y="586923"/>
                    </a:cubicBezTo>
                    <a:cubicBezTo>
                      <a:pt x="310496" y="583705"/>
                      <a:pt x="325991" y="586923"/>
                      <a:pt x="325276" y="581321"/>
                    </a:cubicBezTo>
                    <a:cubicBezTo>
                      <a:pt x="324561" y="575719"/>
                      <a:pt x="318959" y="581321"/>
                      <a:pt x="309424" y="574885"/>
                    </a:cubicBezTo>
                    <a:cubicBezTo>
                      <a:pt x="299888" y="568449"/>
                      <a:pt x="294525" y="572859"/>
                      <a:pt x="292379" y="578103"/>
                    </a:cubicBezTo>
                    <a:cubicBezTo>
                      <a:pt x="290234" y="583348"/>
                      <a:pt x="282844" y="582036"/>
                      <a:pt x="277838" y="577388"/>
                    </a:cubicBezTo>
                    <a:cubicBezTo>
                      <a:pt x="277325" y="576962"/>
                      <a:pt x="276765" y="576602"/>
                      <a:pt x="276169" y="576315"/>
                    </a:cubicBezTo>
                    <a:cubicBezTo>
                      <a:pt x="274619" y="585135"/>
                      <a:pt x="269375" y="585970"/>
                      <a:pt x="264250" y="584897"/>
                    </a:cubicBezTo>
                    <a:cubicBezTo>
                      <a:pt x="259125" y="583824"/>
                      <a:pt x="251496" y="594075"/>
                      <a:pt x="244464" y="594075"/>
                    </a:cubicBezTo>
                    <a:cubicBezTo>
                      <a:pt x="236680" y="595117"/>
                      <a:pt x="230256" y="600694"/>
                      <a:pt x="228134" y="608259"/>
                    </a:cubicBezTo>
                    <a:cubicBezTo>
                      <a:pt x="226704" y="614576"/>
                      <a:pt x="218956" y="611119"/>
                      <a:pt x="218956" y="615291"/>
                    </a:cubicBezTo>
                    <a:cubicBezTo>
                      <a:pt x="219493" y="619848"/>
                      <a:pt x="218206" y="624431"/>
                      <a:pt x="215381" y="628045"/>
                    </a:cubicBezTo>
                    <a:cubicBezTo>
                      <a:pt x="211805" y="632336"/>
                      <a:pt x="215381" y="634481"/>
                      <a:pt x="218956" y="641513"/>
                    </a:cubicBezTo>
                    <a:cubicBezTo>
                      <a:pt x="222532" y="648546"/>
                      <a:pt x="230876" y="647950"/>
                      <a:pt x="233855" y="649976"/>
                    </a:cubicBezTo>
                    <a:cubicBezTo>
                      <a:pt x="236835" y="652002"/>
                      <a:pt x="250781" y="663445"/>
                      <a:pt x="250781" y="667736"/>
                    </a:cubicBezTo>
                    <a:cubicBezTo>
                      <a:pt x="250781" y="672027"/>
                      <a:pt x="240173" y="682635"/>
                      <a:pt x="236001" y="685495"/>
                    </a:cubicBezTo>
                    <a:cubicBezTo>
                      <a:pt x="231829" y="688356"/>
                      <a:pt x="225989" y="695388"/>
                      <a:pt x="228850" y="699679"/>
                    </a:cubicBezTo>
                    <a:cubicBezTo>
                      <a:pt x="231710" y="703970"/>
                      <a:pt x="243749" y="721611"/>
                      <a:pt x="251496" y="735437"/>
                    </a:cubicBezTo>
                    <a:cubicBezTo>
                      <a:pt x="259244" y="749263"/>
                      <a:pt x="248755" y="743184"/>
                      <a:pt x="243749" y="749621"/>
                    </a:cubicBezTo>
                    <a:cubicBezTo>
                      <a:pt x="238742" y="756057"/>
                      <a:pt x="245894" y="763805"/>
                      <a:pt x="247205" y="767977"/>
                    </a:cubicBezTo>
                    <a:cubicBezTo>
                      <a:pt x="248516" y="772148"/>
                      <a:pt x="240888" y="771552"/>
                      <a:pt x="241603" y="775128"/>
                    </a:cubicBezTo>
                    <a:cubicBezTo>
                      <a:pt x="242318" y="778704"/>
                      <a:pt x="252926" y="780015"/>
                      <a:pt x="253523" y="782876"/>
                    </a:cubicBezTo>
                    <a:cubicBezTo>
                      <a:pt x="254118" y="785736"/>
                      <a:pt x="246490" y="789312"/>
                      <a:pt x="249947" y="794795"/>
                    </a:cubicBezTo>
                    <a:cubicBezTo>
                      <a:pt x="253403" y="800278"/>
                      <a:pt x="261866" y="800516"/>
                      <a:pt x="262700" y="807548"/>
                    </a:cubicBezTo>
                    <a:cubicBezTo>
                      <a:pt x="263535" y="814581"/>
                      <a:pt x="247086" y="815415"/>
                      <a:pt x="247920" y="821017"/>
                    </a:cubicBezTo>
                    <a:cubicBezTo>
                      <a:pt x="248755" y="826619"/>
                      <a:pt x="269137" y="833771"/>
                      <a:pt x="278314" y="844856"/>
                    </a:cubicBezTo>
                    <a:cubicBezTo>
                      <a:pt x="287492" y="855941"/>
                      <a:pt x="286777" y="858324"/>
                      <a:pt x="284751" y="864046"/>
                    </a:cubicBezTo>
                    <a:cubicBezTo>
                      <a:pt x="280460" y="875965"/>
                      <a:pt x="254953" y="885262"/>
                      <a:pt x="248993" y="898015"/>
                    </a:cubicBezTo>
                    <a:cubicBezTo>
                      <a:pt x="243034" y="910769"/>
                      <a:pt x="222175" y="917921"/>
                      <a:pt x="212163" y="927814"/>
                    </a:cubicBezTo>
                    <a:cubicBezTo>
                      <a:pt x="207776" y="932307"/>
                      <a:pt x="203783" y="937170"/>
                      <a:pt x="200243" y="942355"/>
                    </a:cubicBezTo>
                    <a:cubicBezTo>
                      <a:pt x="203700" y="941533"/>
                      <a:pt x="207061" y="940329"/>
                      <a:pt x="210256" y="938779"/>
                    </a:cubicBezTo>
                    <a:cubicBezTo>
                      <a:pt x="215977" y="935919"/>
                      <a:pt x="219910" y="949745"/>
                      <a:pt x="225512" y="954393"/>
                    </a:cubicBezTo>
                    <a:cubicBezTo>
                      <a:pt x="231114" y="959042"/>
                      <a:pt x="242557" y="954393"/>
                      <a:pt x="246371" y="958923"/>
                    </a:cubicBezTo>
                    <a:cubicBezTo>
                      <a:pt x="250185" y="963452"/>
                      <a:pt x="243272" y="963571"/>
                      <a:pt x="235167" y="962141"/>
                    </a:cubicBezTo>
                    <a:cubicBezTo>
                      <a:pt x="227062" y="960711"/>
                      <a:pt x="224797" y="965717"/>
                      <a:pt x="212043" y="969888"/>
                    </a:cubicBezTo>
                    <a:cubicBezTo>
                      <a:pt x="202508" y="973107"/>
                      <a:pt x="203462" y="976563"/>
                      <a:pt x="200124" y="979185"/>
                    </a:cubicBezTo>
                    <a:cubicBezTo>
                      <a:pt x="205964" y="987529"/>
                      <a:pt x="198217" y="988602"/>
                      <a:pt x="195357" y="994919"/>
                    </a:cubicBezTo>
                    <a:cubicBezTo>
                      <a:pt x="192496" y="1001236"/>
                      <a:pt x="187847" y="1002905"/>
                      <a:pt x="187370" y="1006838"/>
                    </a:cubicBezTo>
                    <a:cubicBezTo>
                      <a:pt x="187466" y="1011439"/>
                      <a:pt x="187990" y="1016028"/>
                      <a:pt x="188920" y="1020545"/>
                    </a:cubicBezTo>
                    <a:cubicBezTo>
                      <a:pt x="189027" y="1025360"/>
                      <a:pt x="190946" y="1029949"/>
                      <a:pt x="194284" y="1033418"/>
                    </a:cubicBezTo>
                    <a:cubicBezTo>
                      <a:pt x="197979" y="1038662"/>
                      <a:pt x="191065" y="1038662"/>
                      <a:pt x="187847" y="1041285"/>
                    </a:cubicBezTo>
                    <a:cubicBezTo>
                      <a:pt x="184629" y="1043907"/>
                      <a:pt x="186775" y="1049866"/>
                      <a:pt x="191065" y="1054038"/>
                    </a:cubicBezTo>
                    <a:cubicBezTo>
                      <a:pt x="194641" y="1057507"/>
                      <a:pt x="195690" y="1062823"/>
                      <a:pt x="193688" y="1067388"/>
                    </a:cubicBezTo>
                    <a:cubicBezTo>
                      <a:pt x="192138" y="1071083"/>
                      <a:pt x="197383" y="1077519"/>
                      <a:pt x="201197" y="1081214"/>
                    </a:cubicBezTo>
                    <a:cubicBezTo>
                      <a:pt x="205011" y="1084909"/>
                      <a:pt x="204296" y="1095040"/>
                      <a:pt x="207514" y="1097663"/>
                    </a:cubicBezTo>
                    <a:cubicBezTo>
                      <a:pt x="210768" y="1101143"/>
                      <a:pt x="215655" y="1102550"/>
                      <a:pt x="220268" y="1101358"/>
                    </a:cubicBezTo>
                    <a:cubicBezTo>
                      <a:pt x="225143" y="1100070"/>
                      <a:pt x="230220" y="1102561"/>
                      <a:pt x="232187" y="1107198"/>
                    </a:cubicBezTo>
                    <a:cubicBezTo>
                      <a:pt x="234809" y="1111966"/>
                      <a:pt x="239100" y="1109939"/>
                      <a:pt x="244941" y="1107198"/>
                    </a:cubicBezTo>
                    <a:cubicBezTo>
                      <a:pt x="250781" y="1104457"/>
                      <a:pt x="264012" y="1111966"/>
                      <a:pt x="267230" y="1113634"/>
                    </a:cubicBezTo>
                    <a:cubicBezTo>
                      <a:pt x="270448" y="1115303"/>
                      <a:pt x="268779" y="1124243"/>
                      <a:pt x="269375" y="1130083"/>
                    </a:cubicBezTo>
                    <a:cubicBezTo>
                      <a:pt x="269971" y="1135923"/>
                      <a:pt x="266157" y="1143313"/>
                      <a:pt x="271997" y="1147127"/>
                    </a:cubicBezTo>
                    <a:cubicBezTo>
                      <a:pt x="277838" y="1150942"/>
                      <a:pt x="276288" y="1159047"/>
                      <a:pt x="283201" y="1162026"/>
                    </a:cubicBezTo>
                    <a:cubicBezTo>
                      <a:pt x="290114" y="1165006"/>
                      <a:pt x="292737" y="1173946"/>
                      <a:pt x="297028" y="1175257"/>
                    </a:cubicBezTo>
                    <a:cubicBezTo>
                      <a:pt x="302856" y="1177295"/>
                      <a:pt x="307624" y="1181586"/>
                      <a:pt x="310258" y="1187176"/>
                    </a:cubicBezTo>
                    <a:cubicBezTo>
                      <a:pt x="311331" y="1191944"/>
                      <a:pt x="302868" y="1196115"/>
                      <a:pt x="298339" y="1198261"/>
                    </a:cubicBezTo>
                    <a:cubicBezTo>
                      <a:pt x="293810" y="1200406"/>
                      <a:pt x="284632" y="1191944"/>
                      <a:pt x="281413" y="1195639"/>
                    </a:cubicBezTo>
                    <a:cubicBezTo>
                      <a:pt x="278195" y="1199334"/>
                      <a:pt x="282486" y="1206247"/>
                      <a:pt x="285108" y="1217928"/>
                    </a:cubicBezTo>
                    <a:cubicBezTo>
                      <a:pt x="287731" y="1229609"/>
                      <a:pt x="289876" y="1230681"/>
                      <a:pt x="295240" y="1230681"/>
                    </a:cubicBezTo>
                    <a:cubicBezTo>
                      <a:pt x="300603" y="1230681"/>
                      <a:pt x="302630" y="1226986"/>
                      <a:pt x="306325" y="1224841"/>
                    </a:cubicBezTo>
                    <a:cubicBezTo>
                      <a:pt x="310020" y="1222695"/>
                      <a:pt x="318244" y="1225914"/>
                      <a:pt x="322296" y="1224841"/>
                    </a:cubicBezTo>
                    <a:cubicBezTo>
                      <a:pt x="326349" y="1223768"/>
                      <a:pt x="339341" y="1222695"/>
                      <a:pt x="341963" y="1226867"/>
                    </a:cubicBezTo>
                    <a:cubicBezTo>
                      <a:pt x="345265" y="1232290"/>
                      <a:pt x="346409" y="1238751"/>
                      <a:pt x="345182" y="1244984"/>
                    </a:cubicBezTo>
                    <a:cubicBezTo>
                      <a:pt x="343036" y="1248679"/>
                      <a:pt x="347804" y="1252970"/>
                      <a:pt x="350426" y="1258334"/>
                    </a:cubicBezTo>
                    <a:cubicBezTo>
                      <a:pt x="353048" y="1263698"/>
                      <a:pt x="364252" y="1260956"/>
                      <a:pt x="368066" y="1262506"/>
                    </a:cubicBezTo>
                    <a:cubicBezTo>
                      <a:pt x="371880" y="1264055"/>
                      <a:pt x="379985" y="1275855"/>
                      <a:pt x="378675" y="1281100"/>
                    </a:cubicBezTo>
                    <a:cubicBezTo>
                      <a:pt x="377363" y="1286344"/>
                      <a:pt x="383919" y="1287536"/>
                      <a:pt x="387733" y="1285867"/>
                    </a:cubicBezTo>
                    <a:cubicBezTo>
                      <a:pt x="391547" y="1284199"/>
                      <a:pt x="395123" y="1288609"/>
                      <a:pt x="399652" y="1291231"/>
                    </a:cubicBezTo>
                    <a:cubicBezTo>
                      <a:pt x="403454" y="1293400"/>
                      <a:pt x="408210" y="1292971"/>
                      <a:pt x="411571" y="1290158"/>
                    </a:cubicBezTo>
                    <a:cubicBezTo>
                      <a:pt x="415863" y="1287536"/>
                      <a:pt x="422776" y="1285391"/>
                      <a:pt x="424921" y="1289086"/>
                    </a:cubicBezTo>
                    <a:cubicBezTo>
                      <a:pt x="427067" y="1292781"/>
                      <a:pt x="435529" y="1299694"/>
                      <a:pt x="435529" y="1301839"/>
                    </a:cubicBezTo>
                    <a:cubicBezTo>
                      <a:pt x="435529" y="1303985"/>
                      <a:pt x="448760" y="1301839"/>
                      <a:pt x="455196" y="1305057"/>
                    </a:cubicBezTo>
                    <a:cubicBezTo>
                      <a:pt x="461632" y="1308276"/>
                      <a:pt x="468426" y="1306607"/>
                      <a:pt x="475339" y="1310421"/>
                    </a:cubicBezTo>
                    <a:cubicBezTo>
                      <a:pt x="482253" y="1314235"/>
                      <a:pt x="488689" y="1314593"/>
                      <a:pt x="489166" y="1318884"/>
                    </a:cubicBezTo>
                    <a:cubicBezTo>
                      <a:pt x="489643" y="1323175"/>
                      <a:pt x="482253" y="1326870"/>
                      <a:pt x="482253" y="1329015"/>
                    </a:cubicBezTo>
                    <a:cubicBezTo>
                      <a:pt x="482253" y="1331160"/>
                      <a:pt x="488093" y="1332710"/>
                      <a:pt x="488093" y="1335928"/>
                    </a:cubicBezTo>
                    <a:cubicBezTo>
                      <a:pt x="488093" y="1339146"/>
                      <a:pt x="480703" y="1339027"/>
                      <a:pt x="479631" y="1341769"/>
                    </a:cubicBezTo>
                    <a:cubicBezTo>
                      <a:pt x="478558" y="1344510"/>
                      <a:pt x="483921" y="1348086"/>
                      <a:pt x="484875" y="1350708"/>
                    </a:cubicBezTo>
                    <a:cubicBezTo>
                      <a:pt x="485828" y="1353330"/>
                      <a:pt x="480703" y="1362627"/>
                      <a:pt x="480703" y="1365130"/>
                    </a:cubicBezTo>
                    <a:cubicBezTo>
                      <a:pt x="480703" y="1367633"/>
                      <a:pt x="464731" y="1364534"/>
                      <a:pt x="461037" y="1364534"/>
                    </a:cubicBezTo>
                    <a:cubicBezTo>
                      <a:pt x="457341" y="1364534"/>
                      <a:pt x="446137" y="1376454"/>
                      <a:pt x="442442" y="1377288"/>
                    </a:cubicBezTo>
                    <a:cubicBezTo>
                      <a:pt x="438747" y="1378122"/>
                      <a:pt x="440774" y="1383724"/>
                      <a:pt x="441846" y="1389207"/>
                    </a:cubicBezTo>
                    <a:cubicBezTo>
                      <a:pt x="453766" y="1386943"/>
                      <a:pt x="465089" y="1386108"/>
                      <a:pt x="466281" y="1388611"/>
                    </a:cubicBezTo>
                    <a:cubicBezTo>
                      <a:pt x="468426" y="1392902"/>
                      <a:pt x="441489" y="1404225"/>
                      <a:pt x="436602" y="1406013"/>
                    </a:cubicBezTo>
                    <a:cubicBezTo>
                      <a:pt x="431715" y="1407801"/>
                      <a:pt x="446137" y="1415191"/>
                      <a:pt x="445780" y="1419482"/>
                    </a:cubicBezTo>
                    <a:cubicBezTo>
                      <a:pt x="445422" y="1423773"/>
                      <a:pt x="430165" y="1424727"/>
                      <a:pt x="431596" y="1433189"/>
                    </a:cubicBezTo>
                    <a:cubicBezTo>
                      <a:pt x="433026" y="1441652"/>
                      <a:pt x="426709" y="1443559"/>
                      <a:pt x="418485" y="1443559"/>
                    </a:cubicBezTo>
                    <a:cubicBezTo>
                      <a:pt x="410260" y="1443559"/>
                      <a:pt x="408234" y="1448446"/>
                      <a:pt x="412168" y="1449161"/>
                    </a:cubicBezTo>
                    <a:cubicBezTo>
                      <a:pt x="416101" y="1449876"/>
                      <a:pt x="415624" y="1460484"/>
                      <a:pt x="430881" y="1464418"/>
                    </a:cubicBezTo>
                    <a:cubicBezTo>
                      <a:pt x="448343" y="1471104"/>
                      <a:pt x="463754" y="1482237"/>
                      <a:pt x="475578" y="1496719"/>
                    </a:cubicBezTo>
                    <a:cubicBezTo>
                      <a:pt x="477426" y="1498602"/>
                      <a:pt x="479511" y="1500247"/>
                      <a:pt x="481776" y="1501606"/>
                    </a:cubicBezTo>
                    <a:cubicBezTo>
                      <a:pt x="484505" y="1499734"/>
                      <a:pt x="487533" y="1498328"/>
                      <a:pt x="490715" y="1497434"/>
                    </a:cubicBezTo>
                    <a:cubicBezTo>
                      <a:pt x="500942" y="1497207"/>
                      <a:pt x="510978" y="1500163"/>
                      <a:pt x="519441" y="1505897"/>
                    </a:cubicBezTo>
                    <a:cubicBezTo>
                      <a:pt x="526950" y="1511141"/>
                      <a:pt x="553530" y="1504824"/>
                      <a:pt x="556629" y="1509115"/>
                    </a:cubicBezTo>
                    <a:cubicBezTo>
                      <a:pt x="560193" y="1514085"/>
                      <a:pt x="565521" y="1517506"/>
                      <a:pt x="571528" y="1518650"/>
                    </a:cubicBezTo>
                    <a:cubicBezTo>
                      <a:pt x="576892" y="1518650"/>
                      <a:pt x="582136" y="1529258"/>
                      <a:pt x="586427" y="1526040"/>
                    </a:cubicBezTo>
                    <a:cubicBezTo>
                      <a:pt x="594282" y="1523394"/>
                      <a:pt x="602589" y="1522297"/>
                      <a:pt x="610861" y="1522822"/>
                    </a:cubicBezTo>
                    <a:cubicBezTo>
                      <a:pt x="615152" y="1522822"/>
                      <a:pt x="615152" y="1526040"/>
                      <a:pt x="619324" y="1526040"/>
                    </a:cubicBezTo>
                    <a:cubicBezTo>
                      <a:pt x="623496" y="1526040"/>
                      <a:pt x="623615" y="1542012"/>
                      <a:pt x="626833" y="1540939"/>
                    </a:cubicBezTo>
                    <a:cubicBezTo>
                      <a:pt x="630051" y="1539866"/>
                      <a:pt x="641732" y="1550474"/>
                      <a:pt x="649122" y="1551547"/>
                    </a:cubicBezTo>
                    <a:cubicBezTo>
                      <a:pt x="656512" y="1552620"/>
                      <a:pt x="664021" y="1565373"/>
                      <a:pt x="667239" y="1564301"/>
                    </a:cubicBezTo>
                    <a:cubicBezTo>
                      <a:pt x="670457" y="1563228"/>
                      <a:pt x="675702" y="1569664"/>
                      <a:pt x="677847" y="1564301"/>
                    </a:cubicBezTo>
                    <a:cubicBezTo>
                      <a:pt x="679993" y="1558937"/>
                      <a:pt x="689766" y="1561798"/>
                      <a:pt x="693342" y="1552977"/>
                    </a:cubicBezTo>
                    <a:cubicBezTo>
                      <a:pt x="679874" y="1536529"/>
                      <a:pt x="665332" y="1518292"/>
                      <a:pt x="665809" y="1511141"/>
                    </a:cubicBezTo>
                    <a:cubicBezTo>
                      <a:pt x="666524" y="1499222"/>
                      <a:pt x="671411" y="1491355"/>
                      <a:pt x="656631" y="1478601"/>
                    </a:cubicBezTo>
                    <a:cubicBezTo>
                      <a:pt x="641851" y="1465848"/>
                      <a:pt x="658062" y="1457385"/>
                      <a:pt x="668550" y="1443917"/>
                    </a:cubicBezTo>
                    <a:cubicBezTo>
                      <a:pt x="679039" y="1430448"/>
                      <a:pt x="698229" y="1426633"/>
                      <a:pt x="710983" y="1418052"/>
                    </a:cubicBezTo>
                    <a:cubicBezTo>
                      <a:pt x="708599" y="1416204"/>
                      <a:pt x="705989" y="1414643"/>
                      <a:pt x="703235" y="1413403"/>
                    </a:cubicBezTo>
                    <a:cubicBezTo>
                      <a:pt x="693700" y="1409112"/>
                      <a:pt x="690482" y="1404941"/>
                      <a:pt x="697872" y="1402795"/>
                    </a:cubicBezTo>
                    <a:cubicBezTo>
                      <a:pt x="705262" y="1400650"/>
                      <a:pt x="702163" y="1396359"/>
                      <a:pt x="694773" y="1387896"/>
                    </a:cubicBezTo>
                    <a:cubicBezTo>
                      <a:pt x="687383" y="1379433"/>
                      <a:pt x="684045" y="1370852"/>
                      <a:pt x="679874" y="1370852"/>
                    </a:cubicBezTo>
                    <a:cubicBezTo>
                      <a:pt x="674176" y="1370196"/>
                      <a:pt x="668407" y="1370554"/>
                      <a:pt x="662829" y="1371924"/>
                    </a:cubicBezTo>
                    <a:cubicBezTo>
                      <a:pt x="656512" y="1374070"/>
                      <a:pt x="657585" y="1366680"/>
                      <a:pt x="658538" y="1359171"/>
                    </a:cubicBezTo>
                    <a:cubicBezTo>
                      <a:pt x="659492" y="1351662"/>
                      <a:pt x="646619" y="1352854"/>
                      <a:pt x="644831" y="1349635"/>
                    </a:cubicBezTo>
                    <a:cubicBezTo>
                      <a:pt x="643043" y="1346417"/>
                      <a:pt x="647930" y="1335809"/>
                      <a:pt x="650076" y="1334736"/>
                    </a:cubicBezTo>
                    <a:cubicBezTo>
                      <a:pt x="652221" y="1333664"/>
                      <a:pt x="658538" y="1330564"/>
                      <a:pt x="658538" y="1327346"/>
                    </a:cubicBezTo>
                    <a:cubicBezTo>
                      <a:pt x="658538" y="1324128"/>
                      <a:pt x="646619" y="1323055"/>
                      <a:pt x="651148" y="1315427"/>
                    </a:cubicBezTo>
                    <a:cubicBezTo>
                      <a:pt x="655678" y="1307799"/>
                      <a:pt x="663902" y="1307918"/>
                      <a:pt x="663902" y="1300528"/>
                    </a:cubicBezTo>
                    <a:cubicBezTo>
                      <a:pt x="663902" y="1293138"/>
                      <a:pt x="670219" y="1286702"/>
                      <a:pt x="677728" y="1291946"/>
                    </a:cubicBezTo>
                    <a:cubicBezTo>
                      <a:pt x="685237" y="1297191"/>
                      <a:pt x="688336" y="1311136"/>
                      <a:pt x="696799" y="1307918"/>
                    </a:cubicBezTo>
                    <a:cubicBezTo>
                      <a:pt x="705262" y="1304700"/>
                      <a:pt x="700017" y="1297310"/>
                      <a:pt x="698945" y="1293019"/>
                    </a:cubicBezTo>
                    <a:cubicBezTo>
                      <a:pt x="697872" y="1288728"/>
                      <a:pt x="695845" y="1282411"/>
                      <a:pt x="705381" y="1280265"/>
                    </a:cubicBezTo>
                    <a:cubicBezTo>
                      <a:pt x="714916" y="1278120"/>
                      <a:pt x="710625" y="1268346"/>
                      <a:pt x="718134" y="1268346"/>
                    </a:cubicBezTo>
                    <a:cubicBezTo>
                      <a:pt x="727265" y="1265891"/>
                      <a:pt x="735894" y="1261850"/>
                      <a:pt x="743642" y="1256427"/>
                    </a:cubicBezTo>
                    <a:cubicBezTo>
                      <a:pt x="747932" y="1254281"/>
                      <a:pt x="757468" y="1249037"/>
                      <a:pt x="761640" y="1251182"/>
                    </a:cubicBezTo>
                    <a:cubicBezTo>
                      <a:pt x="765811" y="1253328"/>
                      <a:pt x="771294" y="1258572"/>
                      <a:pt x="774393" y="1251182"/>
                    </a:cubicBezTo>
                    <a:cubicBezTo>
                      <a:pt x="777492" y="1243792"/>
                      <a:pt x="790365" y="1246892"/>
                      <a:pt x="791438" y="1251182"/>
                    </a:cubicBezTo>
                    <a:cubicBezTo>
                      <a:pt x="792511" y="1255473"/>
                      <a:pt x="812654" y="1255354"/>
                      <a:pt x="819090" y="1259645"/>
                    </a:cubicBezTo>
                    <a:cubicBezTo>
                      <a:pt x="825527" y="1263936"/>
                      <a:pt x="839234" y="1272399"/>
                      <a:pt x="839234" y="1276690"/>
                    </a:cubicBezTo>
                    <a:cubicBezTo>
                      <a:pt x="839234" y="1280981"/>
                      <a:pt x="845670" y="1287298"/>
                      <a:pt x="845670" y="1279789"/>
                    </a:cubicBezTo>
                    <a:cubicBezTo>
                      <a:pt x="845670" y="1272279"/>
                      <a:pt x="850915" y="1274544"/>
                      <a:pt x="859497" y="1279789"/>
                    </a:cubicBezTo>
                    <a:cubicBezTo>
                      <a:pt x="868079" y="1285033"/>
                      <a:pt x="879640" y="1283007"/>
                      <a:pt x="881786" y="1277762"/>
                    </a:cubicBezTo>
                    <a:cubicBezTo>
                      <a:pt x="883931" y="1272518"/>
                      <a:pt x="899903" y="1265843"/>
                      <a:pt x="905624" y="1270253"/>
                    </a:cubicBezTo>
                    <a:cubicBezTo>
                      <a:pt x="911345" y="1274663"/>
                      <a:pt x="913133" y="1277762"/>
                      <a:pt x="919450" y="1271326"/>
                    </a:cubicBezTo>
                    <a:cubicBezTo>
                      <a:pt x="925768" y="1264890"/>
                      <a:pt x="940786" y="1265962"/>
                      <a:pt x="943289" y="1272399"/>
                    </a:cubicBezTo>
                    <a:cubicBezTo>
                      <a:pt x="945792" y="1278835"/>
                      <a:pt x="952944" y="1279789"/>
                      <a:pt x="959261" y="1279789"/>
                    </a:cubicBezTo>
                    <a:cubicBezTo>
                      <a:pt x="965578" y="1279789"/>
                      <a:pt x="966770" y="1289443"/>
                      <a:pt x="971180" y="1287298"/>
                    </a:cubicBezTo>
                    <a:cubicBezTo>
                      <a:pt x="975590" y="1285152"/>
                      <a:pt x="974398" y="1274544"/>
                      <a:pt x="979762" y="1275379"/>
                    </a:cubicBezTo>
                    <a:cubicBezTo>
                      <a:pt x="985126" y="1276213"/>
                      <a:pt x="989297" y="1282768"/>
                      <a:pt x="997760" y="1282768"/>
                    </a:cubicBezTo>
                    <a:cubicBezTo>
                      <a:pt x="1006223" y="1282768"/>
                      <a:pt x="1012659" y="1280623"/>
                      <a:pt x="1012659" y="1274306"/>
                    </a:cubicBezTo>
                    <a:cubicBezTo>
                      <a:pt x="1012659" y="1267988"/>
                      <a:pt x="1011586" y="1257261"/>
                      <a:pt x="1006223" y="1257261"/>
                    </a:cubicBezTo>
                    <a:cubicBezTo>
                      <a:pt x="1000859" y="1257261"/>
                      <a:pt x="995614" y="1252017"/>
                      <a:pt x="989297" y="1252017"/>
                    </a:cubicBezTo>
                    <a:cubicBezTo>
                      <a:pt x="982980" y="1252017"/>
                      <a:pt x="976544" y="1241290"/>
                      <a:pt x="982861" y="1239263"/>
                    </a:cubicBezTo>
                    <a:cubicBezTo>
                      <a:pt x="989178" y="1237237"/>
                      <a:pt x="999905" y="1231754"/>
                      <a:pt x="997760" y="1226390"/>
                    </a:cubicBezTo>
                    <a:cubicBezTo>
                      <a:pt x="995614" y="1221027"/>
                      <a:pt x="993588" y="1210538"/>
                      <a:pt x="1002051" y="1209465"/>
                    </a:cubicBezTo>
                    <a:cubicBezTo>
                      <a:pt x="1010513" y="1208392"/>
                      <a:pt x="1028631" y="1208392"/>
                      <a:pt x="1027558" y="1205174"/>
                    </a:cubicBezTo>
                    <a:cubicBezTo>
                      <a:pt x="1026485" y="1201956"/>
                      <a:pt x="1009441" y="1199930"/>
                      <a:pt x="1006223" y="1194566"/>
                    </a:cubicBezTo>
                    <a:cubicBezTo>
                      <a:pt x="1003004" y="1189202"/>
                      <a:pt x="1002051" y="1176449"/>
                      <a:pt x="1005150" y="1174423"/>
                    </a:cubicBezTo>
                    <a:cubicBezTo>
                      <a:pt x="1008249" y="1172396"/>
                      <a:pt x="1018976" y="1175376"/>
                      <a:pt x="1025412" y="1173350"/>
                    </a:cubicBezTo>
                    <a:cubicBezTo>
                      <a:pt x="1031849" y="1171323"/>
                      <a:pt x="1045556" y="1176449"/>
                      <a:pt x="1054138" y="1170132"/>
                    </a:cubicBezTo>
                    <a:cubicBezTo>
                      <a:pt x="1065199" y="1164541"/>
                      <a:pt x="1077523" y="1161955"/>
                      <a:pt x="1089896" y="1162622"/>
                    </a:cubicBezTo>
                    <a:cubicBezTo>
                      <a:pt x="1099431" y="1162622"/>
                      <a:pt x="1106940" y="1156305"/>
                      <a:pt x="1114330" y="1155233"/>
                    </a:cubicBezTo>
                    <a:cubicBezTo>
                      <a:pt x="1125761" y="1153778"/>
                      <a:pt x="1137108" y="1151669"/>
                      <a:pt x="1148300" y="1148915"/>
                    </a:cubicBezTo>
                    <a:cubicBezTo>
                      <a:pt x="1153664" y="1146770"/>
                      <a:pt x="1182389" y="1142479"/>
                      <a:pt x="1183462" y="1136996"/>
                    </a:cubicBezTo>
                    <a:cubicBezTo>
                      <a:pt x="1184534" y="1131513"/>
                      <a:pt x="1207300" y="1127461"/>
                      <a:pt x="1213140" y="1130202"/>
                    </a:cubicBezTo>
                    <a:cubicBezTo>
                      <a:pt x="1218802" y="1133349"/>
                      <a:pt x="1225429" y="1134290"/>
                      <a:pt x="1231734" y="1132824"/>
                    </a:cubicBezTo>
                    <a:cubicBezTo>
                      <a:pt x="1237098" y="1130679"/>
                      <a:pt x="1248302" y="1136519"/>
                      <a:pt x="1247230" y="1142360"/>
                    </a:cubicBezTo>
                    <a:cubicBezTo>
                      <a:pt x="1246157" y="1148200"/>
                      <a:pt x="1251997" y="1154279"/>
                      <a:pt x="1251401" y="1159404"/>
                    </a:cubicBezTo>
                    <a:cubicBezTo>
                      <a:pt x="1250805" y="1164530"/>
                      <a:pt x="1245561" y="1165721"/>
                      <a:pt x="1248779" y="1169417"/>
                    </a:cubicBezTo>
                    <a:cubicBezTo>
                      <a:pt x="1251997" y="1173111"/>
                      <a:pt x="1266301" y="1170489"/>
                      <a:pt x="1270591" y="1165721"/>
                    </a:cubicBezTo>
                    <a:cubicBezTo>
                      <a:pt x="1274882" y="1160954"/>
                      <a:pt x="1279650" y="1167867"/>
                      <a:pt x="1279650" y="1171562"/>
                    </a:cubicBezTo>
                    <a:cubicBezTo>
                      <a:pt x="1279650" y="1175257"/>
                      <a:pt x="1286563" y="1177998"/>
                      <a:pt x="1286563" y="1173231"/>
                    </a:cubicBezTo>
                    <a:cubicBezTo>
                      <a:pt x="1286563" y="1168463"/>
                      <a:pt x="1295026" y="1171562"/>
                      <a:pt x="1297648" y="1174780"/>
                    </a:cubicBezTo>
                    <a:cubicBezTo>
                      <a:pt x="1300270" y="1177998"/>
                      <a:pt x="1310401" y="1171085"/>
                      <a:pt x="1310401" y="1176330"/>
                    </a:cubicBezTo>
                    <a:cubicBezTo>
                      <a:pt x="1310401" y="1181574"/>
                      <a:pt x="1295502" y="1185984"/>
                      <a:pt x="1301939" y="1191825"/>
                    </a:cubicBezTo>
                    <a:cubicBezTo>
                      <a:pt x="1308375" y="1197665"/>
                      <a:pt x="1312070" y="1184911"/>
                      <a:pt x="1320056" y="1187534"/>
                    </a:cubicBezTo>
                    <a:cubicBezTo>
                      <a:pt x="1328042" y="1190156"/>
                      <a:pt x="1338650" y="1178475"/>
                      <a:pt x="1346040" y="1176926"/>
                    </a:cubicBezTo>
                    <a:cubicBezTo>
                      <a:pt x="1353812" y="1173934"/>
                      <a:pt x="1361142" y="1169929"/>
                      <a:pt x="1367852" y="1165006"/>
                    </a:cubicBezTo>
                    <a:cubicBezTo>
                      <a:pt x="1374170" y="1161311"/>
                      <a:pt x="1387996" y="1162384"/>
                      <a:pt x="1383824" y="1166675"/>
                    </a:cubicBezTo>
                    <a:cubicBezTo>
                      <a:pt x="1379652" y="1170966"/>
                      <a:pt x="1374766" y="1178594"/>
                      <a:pt x="1390737" y="1184673"/>
                    </a:cubicBezTo>
                    <a:cubicBezTo>
                      <a:pt x="1406709" y="1190752"/>
                      <a:pt x="1424707" y="1221384"/>
                      <a:pt x="1434838" y="1236760"/>
                    </a:cubicBezTo>
                    <a:cubicBezTo>
                      <a:pt x="1444969" y="1252136"/>
                      <a:pt x="1454505" y="1279789"/>
                      <a:pt x="1459750" y="1279789"/>
                    </a:cubicBezTo>
                    <a:cubicBezTo>
                      <a:pt x="1464994" y="1279789"/>
                      <a:pt x="1466663" y="1265962"/>
                      <a:pt x="1473576" y="1264413"/>
                    </a:cubicBezTo>
                    <a:cubicBezTo>
                      <a:pt x="1480489" y="1262863"/>
                      <a:pt x="1484780" y="1276332"/>
                      <a:pt x="1492170" y="1277762"/>
                    </a:cubicBezTo>
                    <a:cubicBezTo>
                      <a:pt x="1499560" y="1279193"/>
                      <a:pt x="1509692" y="1283603"/>
                      <a:pt x="1516008" y="1281457"/>
                    </a:cubicBezTo>
                    <a:cubicBezTo>
                      <a:pt x="1522326" y="1279312"/>
                      <a:pt x="1535198" y="1271803"/>
                      <a:pt x="1539847" y="1274544"/>
                    </a:cubicBezTo>
                    <a:cubicBezTo>
                      <a:pt x="1544496" y="1277285"/>
                      <a:pt x="1551051" y="1277166"/>
                      <a:pt x="1555222" y="1287298"/>
                    </a:cubicBezTo>
                    <a:cubicBezTo>
                      <a:pt x="1559395" y="1297429"/>
                      <a:pt x="1565831" y="1299217"/>
                      <a:pt x="1570121" y="1299217"/>
                    </a:cubicBezTo>
                    <a:cubicBezTo>
                      <a:pt x="1574413" y="1299217"/>
                      <a:pt x="1575247" y="1303985"/>
                      <a:pt x="1575247" y="1308276"/>
                    </a:cubicBezTo>
                    <a:cubicBezTo>
                      <a:pt x="1575247" y="1312566"/>
                      <a:pt x="1583114" y="1318169"/>
                      <a:pt x="1587167" y="1318169"/>
                    </a:cubicBezTo>
                    <a:cubicBezTo>
                      <a:pt x="1593710" y="1318073"/>
                      <a:pt x="1600194" y="1316905"/>
                      <a:pt x="1606356" y="1314712"/>
                    </a:cubicBezTo>
                    <a:cubicBezTo>
                      <a:pt x="1609813" y="1312566"/>
                      <a:pt x="1614104" y="1310421"/>
                      <a:pt x="1614819" y="1315427"/>
                    </a:cubicBezTo>
                    <a:cubicBezTo>
                      <a:pt x="1615534" y="1320433"/>
                      <a:pt x="1621971" y="1328181"/>
                      <a:pt x="1626142" y="1328181"/>
                    </a:cubicBezTo>
                    <a:cubicBezTo>
                      <a:pt x="1630314" y="1328181"/>
                      <a:pt x="1638896" y="1331637"/>
                      <a:pt x="1639611" y="1328181"/>
                    </a:cubicBezTo>
                    <a:cubicBezTo>
                      <a:pt x="1640326" y="1324724"/>
                      <a:pt x="1651530" y="1322459"/>
                      <a:pt x="1655940" y="1321744"/>
                    </a:cubicBezTo>
                    <a:cubicBezTo>
                      <a:pt x="1660350" y="1321029"/>
                      <a:pt x="1675131" y="1318169"/>
                      <a:pt x="1677872" y="1311851"/>
                    </a:cubicBezTo>
                    <a:cubicBezTo>
                      <a:pt x="1680613" y="1305534"/>
                      <a:pt x="1692771" y="1305415"/>
                      <a:pt x="1696347" y="1301243"/>
                    </a:cubicBezTo>
                    <a:cubicBezTo>
                      <a:pt x="1699922" y="1297071"/>
                      <a:pt x="1709815" y="1294807"/>
                      <a:pt x="1711961" y="1290635"/>
                    </a:cubicBezTo>
                    <a:cubicBezTo>
                      <a:pt x="1714106" y="1286463"/>
                      <a:pt x="1726740" y="1287059"/>
                      <a:pt x="1728171" y="1283484"/>
                    </a:cubicBezTo>
                    <a:cubicBezTo>
                      <a:pt x="1729601" y="1279908"/>
                      <a:pt x="1740090" y="1279193"/>
                      <a:pt x="1745215" y="1280623"/>
                    </a:cubicBezTo>
                    <a:cubicBezTo>
                      <a:pt x="1756122" y="1283436"/>
                      <a:pt x="1767242" y="1285355"/>
                      <a:pt x="1778470" y="1286344"/>
                    </a:cubicBezTo>
                    <a:cubicBezTo>
                      <a:pt x="1782046" y="1285629"/>
                      <a:pt x="1782761" y="1299098"/>
                      <a:pt x="1786337" y="1299813"/>
                    </a:cubicBezTo>
                    <a:cubicBezTo>
                      <a:pt x="1789912" y="1300528"/>
                      <a:pt x="1802666" y="1310421"/>
                      <a:pt x="1806123" y="1307560"/>
                    </a:cubicBezTo>
                    <a:cubicBezTo>
                      <a:pt x="1811713" y="1303448"/>
                      <a:pt x="1819174" y="1302888"/>
                      <a:pt x="1825313" y="1306130"/>
                    </a:cubicBezTo>
                    <a:cubicBezTo>
                      <a:pt x="1832345" y="1310421"/>
                      <a:pt x="1839497" y="1316142"/>
                      <a:pt x="1842238" y="1311136"/>
                    </a:cubicBezTo>
                    <a:cubicBezTo>
                      <a:pt x="1844980" y="1306130"/>
                      <a:pt x="1859998" y="1303985"/>
                      <a:pt x="1862143" y="1301243"/>
                    </a:cubicBezTo>
                    <a:cubicBezTo>
                      <a:pt x="1864289" y="1298502"/>
                      <a:pt x="1866434" y="1289920"/>
                      <a:pt x="1862859" y="1287059"/>
                    </a:cubicBezTo>
                    <a:cubicBezTo>
                      <a:pt x="1858603" y="1281112"/>
                      <a:pt x="1855671" y="1274329"/>
                      <a:pt x="1854277" y="1267154"/>
                    </a:cubicBezTo>
                    <a:cubicBezTo>
                      <a:pt x="1852966" y="1261552"/>
                      <a:pt x="1862859" y="1260122"/>
                      <a:pt x="1864289" y="1255235"/>
                    </a:cubicBezTo>
                    <a:cubicBezTo>
                      <a:pt x="1865719" y="1250348"/>
                      <a:pt x="1874181" y="1249633"/>
                      <a:pt x="1877042" y="1246772"/>
                    </a:cubicBezTo>
                    <a:cubicBezTo>
                      <a:pt x="1879903" y="1243912"/>
                      <a:pt x="1880499" y="1237594"/>
                      <a:pt x="1885505" y="1239025"/>
                    </a:cubicBezTo>
                    <a:cubicBezTo>
                      <a:pt x="1891739" y="1240503"/>
                      <a:pt x="1897710" y="1242863"/>
                      <a:pt x="1903264" y="1246057"/>
                    </a:cubicBezTo>
                    <a:cubicBezTo>
                      <a:pt x="1907782" y="1248572"/>
                      <a:pt x="1912883" y="1249800"/>
                      <a:pt x="1918044" y="1249633"/>
                    </a:cubicBezTo>
                    <a:cubicBezTo>
                      <a:pt x="1924397" y="1250694"/>
                      <a:pt x="1930452" y="1253089"/>
                      <a:pt x="1935804" y="1256665"/>
                    </a:cubicBezTo>
                    <a:cubicBezTo>
                      <a:pt x="1940810" y="1259526"/>
                      <a:pt x="1956425" y="1259526"/>
                      <a:pt x="1959643" y="1263817"/>
                    </a:cubicBezTo>
                    <a:cubicBezTo>
                      <a:pt x="1962861" y="1268108"/>
                      <a:pt x="1958928" y="1280027"/>
                      <a:pt x="1962503" y="1284318"/>
                    </a:cubicBezTo>
                    <a:cubicBezTo>
                      <a:pt x="1966079" y="1288609"/>
                      <a:pt x="1974423" y="1297787"/>
                      <a:pt x="1977402" y="1295641"/>
                    </a:cubicBezTo>
                    <a:cubicBezTo>
                      <a:pt x="1980382" y="1293496"/>
                      <a:pt x="1993732" y="1302793"/>
                      <a:pt x="1998618" y="1302078"/>
                    </a:cubicBezTo>
                    <a:cubicBezTo>
                      <a:pt x="2003506" y="1301362"/>
                      <a:pt x="2011372" y="1293496"/>
                      <a:pt x="2015663" y="1293496"/>
                    </a:cubicBezTo>
                    <a:cubicBezTo>
                      <a:pt x="2019954" y="1293496"/>
                      <a:pt x="2033423" y="1290039"/>
                      <a:pt x="2037595" y="1290754"/>
                    </a:cubicBezTo>
                    <a:cubicBezTo>
                      <a:pt x="2041766" y="1291469"/>
                      <a:pt x="2057499" y="1297071"/>
                      <a:pt x="2059645" y="1295641"/>
                    </a:cubicBezTo>
                    <a:cubicBezTo>
                      <a:pt x="2061790" y="1294211"/>
                      <a:pt x="2075856" y="1296356"/>
                      <a:pt x="2078001" y="1300647"/>
                    </a:cubicBezTo>
                    <a:cubicBezTo>
                      <a:pt x="2080146" y="1304938"/>
                      <a:pt x="2097906" y="1304819"/>
                      <a:pt x="2097906" y="1309825"/>
                    </a:cubicBezTo>
                    <a:cubicBezTo>
                      <a:pt x="2097906" y="1314831"/>
                      <a:pt x="2107799" y="1317573"/>
                      <a:pt x="2110660" y="1323294"/>
                    </a:cubicBezTo>
                    <a:cubicBezTo>
                      <a:pt x="2113520" y="1329015"/>
                      <a:pt x="2136882" y="1325439"/>
                      <a:pt x="2141053" y="1329015"/>
                    </a:cubicBezTo>
                    <a:cubicBezTo>
                      <a:pt x="2151471" y="1332138"/>
                      <a:pt x="2162580" y="1332138"/>
                      <a:pt x="2172997" y="1329015"/>
                    </a:cubicBezTo>
                    <a:cubicBezTo>
                      <a:pt x="2173712" y="1326154"/>
                      <a:pt x="2199219" y="1324724"/>
                      <a:pt x="2204106" y="1321148"/>
                    </a:cubicBezTo>
                    <a:cubicBezTo>
                      <a:pt x="2208993" y="1317573"/>
                      <a:pt x="2222581" y="1319003"/>
                      <a:pt x="2223297" y="1314116"/>
                    </a:cubicBezTo>
                    <a:cubicBezTo>
                      <a:pt x="2224012" y="1309229"/>
                      <a:pt x="2236765" y="1305534"/>
                      <a:pt x="2242367" y="1301362"/>
                    </a:cubicBezTo>
                    <a:cubicBezTo>
                      <a:pt x="2247969" y="1297191"/>
                      <a:pt x="2270735" y="1297787"/>
                      <a:pt x="2272165" y="1302793"/>
                    </a:cubicBezTo>
                    <a:cubicBezTo>
                      <a:pt x="2273595" y="1307799"/>
                      <a:pt x="2287064" y="1309110"/>
                      <a:pt x="2292667" y="1306964"/>
                    </a:cubicBezTo>
                    <a:cubicBezTo>
                      <a:pt x="2298268" y="1304819"/>
                      <a:pt x="2313287" y="1307680"/>
                      <a:pt x="2315432" y="1312686"/>
                    </a:cubicBezTo>
                    <a:cubicBezTo>
                      <a:pt x="2317577" y="1317692"/>
                      <a:pt x="2334503" y="1320433"/>
                      <a:pt x="2339271" y="1319003"/>
                    </a:cubicBezTo>
                    <a:cubicBezTo>
                      <a:pt x="2346589" y="1314605"/>
                      <a:pt x="2354146" y="1310624"/>
                      <a:pt x="2361917" y="1307084"/>
                    </a:cubicBezTo>
                    <a:cubicBezTo>
                      <a:pt x="2366923" y="1306368"/>
                      <a:pt x="2373837" y="1301482"/>
                      <a:pt x="2372525" y="1296475"/>
                    </a:cubicBezTo>
                    <a:cubicBezTo>
                      <a:pt x="2371214" y="1291469"/>
                      <a:pt x="2382537" y="1277405"/>
                      <a:pt x="2384444" y="1271683"/>
                    </a:cubicBezTo>
                    <a:cubicBezTo>
                      <a:pt x="2387651" y="1263114"/>
                      <a:pt x="2392741" y="1255366"/>
                      <a:pt x="2399343" y="1249037"/>
                    </a:cubicBezTo>
                    <a:cubicBezTo>
                      <a:pt x="2402920" y="1247607"/>
                      <a:pt x="2411262" y="1241170"/>
                      <a:pt x="2409952" y="1237118"/>
                    </a:cubicBezTo>
                    <a:cubicBezTo>
                      <a:pt x="2408641" y="1233065"/>
                      <a:pt x="2407210" y="1220073"/>
                      <a:pt x="2402920" y="1220073"/>
                    </a:cubicBezTo>
                    <a:cubicBezTo>
                      <a:pt x="2398628" y="1220073"/>
                      <a:pt x="2391000" y="1220788"/>
                      <a:pt x="2400774" y="1207320"/>
                    </a:cubicBezTo>
                    <a:cubicBezTo>
                      <a:pt x="2408486" y="1198869"/>
                      <a:pt x="2420083" y="1195114"/>
                      <a:pt x="2431287" y="1197427"/>
                    </a:cubicBezTo>
                    <a:cubicBezTo>
                      <a:pt x="2442992" y="1194697"/>
                      <a:pt x="2455054" y="1193732"/>
                      <a:pt x="2467044" y="1194566"/>
                    </a:cubicBezTo>
                    <a:cubicBezTo>
                      <a:pt x="2476938" y="1197427"/>
                      <a:pt x="2483374" y="1193136"/>
                      <a:pt x="2493982" y="1198857"/>
                    </a:cubicBezTo>
                    <a:cubicBezTo>
                      <a:pt x="2504590" y="1204578"/>
                      <a:pt x="2519489" y="1202314"/>
                      <a:pt x="2523065" y="1207320"/>
                    </a:cubicBezTo>
                    <a:cubicBezTo>
                      <a:pt x="2526641" y="1212326"/>
                      <a:pt x="2540706" y="1216497"/>
                      <a:pt x="2538560" y="1225079"/>
                    </a:cubicBezTo>
                    <a:cubicBezTo>
                      <a:pt x="2536415" y="1233661"/>
                      <a:pt x="2546427" y="1228536"/>
                      <a:pt x="2550479" y="1247011"/>
                    </a:cubicBezTo>
                    <a:cubicBezTo>
                      <a:pt x="2554532" y="1265486"/>
                      <a:pt x="2562398" y="1266797"/>
                      <a:pt x="2564663" y="1275379"/>
                    </a:cubicBezTo>
                    <a:cubicBezTo>
                      <a:pt x="2566928" y="1283960"/>
                      <a:pt x="2578132" y="1299217"/>
                      <a:pt x="2576582" y="1304342"/>
                    </a:cubicBezTo>
                    <a:cubicBezTo>
                      <a:pt x="2575033" y="1309468"/>
                      <a:pt x="2573722" y="1317096"/>
                      <a:pt x="2585760" y="1317811"/>
                    </a:cubicBezTo>
                    <a:cubicBezTo>
                      <a:pt x="2597799" y="1318526"/>
                      <a:pt x="2606262" y="1327823"/>
                      <a:pt x="2609599" y="1326393"/>
                    </a:cubicBezTo>
                    <a:cubicBezTo>
                      <a:pt x="2618551" y="1326977"/>
                      <a:pt x="2627013" y="1330743"/>
                      <a:pt x="2633437" y="1337001"/>
                    </a:cubicBezTo>
                    <a:cubicBezTo>
                      <a:pt x="2640589" y="1344033"/>
                      <a:pt x="2651197" y="1340577"/>
                      <a:pt x="2650482" y="1348920"/>
                    </a:cubicBezTo>
                    <a:cubicBezTo>
                      <a:pt x="2649767" y="1357264"/>
                      <a:pt x="2656084" y="1363104"/>
                      <a:pt x="2655369" y="1369421"/>
                    </a:cubicBezTo>
                    <a:cubicBezTo>
                      <a:pt x="2654654" y="1375738"/>
                      <a:pt x="2668838" y="1380149"/>
                      <a:pt x="2679208" y="1378718"/>
                    </a:cubicBezTo>
                    <a:cubicBezTo>
                      <a:pt x="2689577" y="1377288"/>
                      <a:pt x="2696133" y="1382294"/>
                      <a:pt x="2700423" y="1373712"/>
                    </a:cubicBezTo>
                    <a:cubicBezTo>
                      <a:pt x="2704714" y="1365130"/>
                      <a:pt x="2718779" y="1368825"/>
                      <a:pt x="2724262" y="1365249"/>
                    </a:cubicBezTo>
                    <a:cubicBezTo>
                      <a:pt x="2729745" y="1361674"/>
                      <a:pt x="2744167" y="1357383"/>
                      <a:pt x="2743452" y="1370136"/>
                    </a:cubicBezTo>
                    <a:cubicBezTo>
                      <a:pt x="2742737" y="1382890"/>
                      <a:pt x="2751199" y="1385751"/>
                      <a:pt x="2743452" y="1390042"/>
                    </a:cubicBezTo>
                    <a:cubicBezTo>
                      <a:pt x="2735705" y="1394332"/>
                      <a:pt x="2732844" y="1412688"/>
                      <a:pt x="2730817" y="1420436"/>
                    </a:cubicBezTo>
                    <a:cubicBezTo>
                      <a:pt x="2728791" y="1428183"/>
                      <a:pt x="2717945" y="1430448"/>
                      <a:pt x="2716633" y="1438910"/>
                    </a:cubicBezTo>
                    <a:cubicBezTo>
                      <a:pt x="2715322" y="1447373"/>
                      <a:pt x="2704714" y="1448088"/>
                      <a:pt x="2704714" y="1454525"/>
                    </a:cubicBezTo>
                    <a:cubicBezTo>
                      <a:pt x="2704714" y="1460961"/>
                      <a:pt x="2690650" y="1459531"/>
                      <a:pt x="2683498" y="1454525"/>
                    </a:cubicBezTo>
                    <a:cubicBezTo>
                      <a:pt x="2676347" y="1449519"/>
                      <a:pt x="2669314" y="1463702"/>
                      <a:pt x="2663712" y="1463702"/>
                    </a:cubicBezTo>
                    <a:cubicBezTo>
                      <a:pt x="2658110" y="1463702"/>
                      <a:pt x="2658706" y="1475622"/>
                      <a:pt x="2660136" y="1480747"/>
                    </a:cubicBezTo>
                    <a:cubicBezTo>
                      <a:pt x="2661567" y="1485872"/>
                      <a:pt x="2657991" y="1492070"/>
                      <a:pt x="2661567" y="1500533"/>
                    </a:cubicBezTo>
                    <a:cubicBezTo>
                      <a:pt x="2662795" y="1508137"/>
                      <a:pt x="2663355" y="1515837"/>
                      <a:pt x="2663235" y="1523537"/>
                    </a:cubicBezTo>
                    <a:cubicBezTo>
                      <a:pt x="2669028" y="1518519"/>
                      <a:pt x="2675810" y="1514788"/>
                      <a:pt x="2683140" y="1512571"/>
                    </a:cubicBezTo>
                    <a:cubicBezTo>
                      <a:pt x="2692080" y="1512571"/>
                      <a:pt x="2700901" y="1527828"/>
                      <a:pt x="2710793" y="1528185"/>
                    </a:cubicBezTo>
                    <a:cubicBezTo>
                      <a:pt x="2720686" y="1528543"/>
                      <a:pt x="2765741" y="1498387"/>
                      <a:pt x="2766099" y="1493500"/>
                    </a:cubicBezTo>
                    <a:cubicBezTo>
                      <a:pt x="2766456" y="1488614"/>
                      <a:pt x="2792678" y="1463345"/>
                      <a:pt x="2805075" y="1450234"/>
                    </a:cubicBezTo>
                    <a:cubicBezTo>
                      <a:pt x="2819127" y="1436229"/>
                      <a:pt x="2830939" y="1420150"/>
                      <a:pt x="2840117" y="1402557"/>
                    </a:cubicBezTo>
                    <a:cubicBezTo>
                      <a:pt x="2847984" y="1390769"/>
                      <a:pt x="2856494" y="1379433"/>
                      <a:pt x="2865624" y="1368587"/>
                    </a:cubicBezTo>
                    <a:cubicBezTo>
                      <a:pt x="2871441" y="1360947"/>
                      <a:pt x="2876435" y="1352722"/>
                      <a:pt x="2880523" y="1344033"/>
                    </a:cubicBezTo>
                    <a:cubicBezTo>
                      <a:pt x="2888271" y="1327466"/>
                      <a:pt x="2888271" y="1284437"/>
                      <a:pt x="2890774" y="1280981"/>
                    </a:cubicBezTo>
                    <a:cubicBezTo>
                      <a:pt x="2893277" y="1277524"/>
                      <a:pt x="2891846" y="1270730"/>
                      <a:pt x="2895422" y="1266082"/>
                    </a:cubicBezTo>
                    <a:cubicBezTo>
                      <a:pt x="2898998" y="1261433"/>
                      <a:pt x="2897091" y="1255116"/>
                      <a:pt x="2904243" y="1249156"/>
                    </a:cubicBezTo>
                    <a:cubicBezTo>
                      <a:pt x="2909606" y="1245735"/>
                      <a:pt x="2911334" y="1238703"/>
                      <a:pt x="2908176" y="1233184"/>
                    </a:cubicBezTo>
                    <a:cubicBezTo>
                      <a:pt x="2906388" y="1228536"/>
                      <a:pt x="2908176" y="1218285"/>
                      <a:pt x="2906745" y="1215067"/>
                    </a:cubicBezTo>
                    <a:cubicBezTo>
                      <a:pt x="2905315" y="1211849"/>
                      <a:pt x="2905315" y="1210538"/>
                      <a:pt x="2909606" y="1208035"/>
                    </a:cubicBezTo>
                    <a:cubicBezTo>
                      <a:pt x="2913897" y="1205532"/>
                      <a:pt x="2906745" y="1199215"/>
                      <a:pt x="2900667" y="1196115"/>
                    </a:cubicBezTo>
                    <a:cubicBezTo>
                      <a:pt x="2894588" y="1193017"/>
                      <a:pt x="2886841" y="1190752"/>
                      <a:pt x="2886125" y="1184196"/>
                    </a:cubicBezTo>
                    <a:cubicBezTo>
                      <a:pt x="2883634" y="1175900"/>
                      <a:pt x="2876066" y="1170167"/>
                      <a:pt x="2867412" y="1170012"/>
                    </a:cubicBezTo>
                    <a:cubicBezTo>
                      <a:pt x="2859546" y="1170728"/>
                      <a:pt x="2845123" y="1165721"/>
                      <a:pt x="2846792" y="1170728"/>
                    </a:cubicBezTo>
                    <a:cubicBezTo>
                      <a:pt x="2848460" y="1175734"/>
                      <a:pt x="2846077" y="1179905"/>
                      <a:pt x="2842263" y="1178833"/>
                    </a:cubicBezTo>
                    <a:cubicBezTo>
                      <a:pt x="2838448" y="1177760"/>
                      <a:pt x="2836541" y="1180978"/>
                      <a:pt x="2832012" y="1188130"/>
                    </a:cubicBezTo>
                    <a:cubicBezTo>
                      <a:pt x="2827483" y="1195281"/>
                      <a:pt x="2811034" y="1195877"/>
                      <a:pt x="2818543" y="1189083"/>
                    </a:cubicBezTo>
                    <a:cubicBezTo>
                      <a:pt x="2826053" y="1182289"/>
                      <a:pt x="2816040" y="1182051"/>
                      <a:pt x="2817470" y="1175018"/>
                    </a:cubicBezTo>
                    <a:cubicBezTo>
                      <a:pt x="2818901" y="1167986"/>
                      <a:pt x="2824860" y="1160835"/>
                      <a:pt x="2816755" y="1165364"/>
                    </a:cubicBezTo>
                    <a:cubicBezTo>
                      <a:pt x="2808650" y="1169893"/>
                      <a:pt x="2808531" y="1180978"/>
                      <a:pt x="2801856" y="1182408"/>
                    </a:cubicBezTo>
                    <a:cubicBezTo>
                      <a:pt x="2795182" y="1183839"/>
                      <a:pt x="2797208" y="1163338"/>
                      <a:pt x="2798996" y="1157974"/>
                    </a:cubicBezTo>
                    <a:cubicBezTo>
                      <a:pt x="2800783" y="1152610"/>
                      <a:pt x="2787077" y="1157974"/>
                      <a:pt x="2771701" y="1157259"/>
                    </a:cubicBezTo>
                    <a:cubicBezTo>
                      <a:pt x="2756325" y="1156544"/>
                      <a:pt x="2760735" y="1145936"/>
                      <a:pt x="2772773" y="1139499"/>
                    </a:cubicBezTo>
                    <a:cubicBezTo>
                      <a:pt x="2784812" y="1133063"/>
                      <a:pt x="2782666" y="1127580"/>
                      <a:pt x="2788745" y="1124600"/>
                    </a:cubicBezTo>
                    <a:cubicBezTo>
                      <a:pt x="2794824" y="1121620"/>
                      <a:pt x="2810319" y="1111847"/>
                      <a:pt x="2819616" y="1106602"/>
                    </a:cubicBezTo>
                    <a:cubicBezTo>
                      <a:pt x="2826243" y="1102907"/>
                      <a:pt x="2830999" y="1096590"/>
                      <a:pt x="2832727" y="1089200"/>
                    </a:cubicBezTo>
                    <a:cubicBezTo>
                      <a:pt x="2834753" y="1083240"/>
                      <a:pt x="2851798" y="1075731"/>
                      <a:pt x="2867055" y="1063335"/>
                    </a:cubicBezTo>
                    <a:cubicBezTo>
                      <a:pt x="2877580" y="1056279"/>
                      <a:pt x="2886507" y="1047113"/>
                      <a:pt x="2893277" y="1036398"/>
                    </a:cubicBezTo>
                    <a:cubicBezTo>
                      <a:pt x="2896853" y="1029008"/>
                      <a:pt x="2919499" y="1019830"/>
                      <a:pt x="2919857" y="1014109"/>
                    </a:cubicBezTo>
                    <a:cubicBezTo>
                      <a:pt x="2920214" y="1008388"/>
                      <a:pt x="2946794" y="994323"/>
                      <a:pt x="2964792" y="990270"/>
                    </a:cubicBezTo>
                    <a:cubicBezTo>
                      <a:pt x="2982790" y="986218"/>
                      <a:pt x="3011635" y="991343"/>
                      <a:pt x="3016879" y="996587"/>
                    </a:cubicBezTo>
                    <a:cubicBezTo>
                      <a:pt x="3019287" y="999877"/>
                      <a:pt x="3023912" y="1000592"/>
                      <a:pt x="3027213" y="998173"/>
                    </a:cubicBezTo>
                    <a:cubicBezTo>
                      <a:pt x="3027821" y="997732"/>
                      <a:pt x="3028357" y="997195"/>
                      <a:pt x="3028798" y="996587"/>
                    </a:cubicBezTo>
                    <a:cubicBezTo>
                      <a:pt x="3032017" y="993131"/>
                      <a:pt x="3039049" y="994919"/>
                      <a:pt x="3051207" y="996587"/>
                    </a:cubicBezTo>
                    <a:cubicBezTo>
                      <a:pt x="3063364" y="998256"/>
                      <a:pt x="3065986" y="990985"/>
                      <a:pt x="3074211" y="993488"/>
                    </a:cubicBezTo>
                    <a:cubicBezTo>
                      <a:pt x="3082435" y="995992"/>
                      <a:pt x="3089110" y="997303"/>
                      <a:pt x="3093997" y="987767"/>
                    </a:cubicBezTo>
                    <a:cubicBezTo>
                      <a:pt x="3098884" y="978232"/>
                      <a:pt x="3122365" y="980020"/>
                      <a:pt x="3127729" y="983953"/>
                    </a:cubicBezTo>
                    <a:cubicBezTo>
                      <a:pt x="3133092" y="987886"/>
                      <a:pt x="3137264" y="993131"/>
                      <a:pt x="3145726" y="987410"/>
                    </a:cubicBezTo>
                    <a:cubicBezTo>
                      <a:pt x="3154189" y="981688"/>
                      <a:pt x="3154189" y="994919"/>
                      <a:pt x="3162413" y="995992"/>
                    </a:cubicBezTo>
                    <a:cubicBezTo>
                      <a:pt x="3170638" y="997064"/>
                      <a:pt x="3165274" y="1004097"/>
                      <a:pt x="3158123" y="1003381"/>
                    </a:cubicBezTo>
                    <a:cubicBezTo>
                      <a:pt x="3150971" y="1002666"/>
                      <a:pt x="3142150" y="1006957"/>
                      <a:pt x="3150375" y="1011487"/>
                    </a:cubicBezTo>
                    <a:cubicBezTo>
                      <a:pt x="3158599" y="1016016"/>
                      <a:pt x="3168134" y="1007315"/>
                      <a:pt x="3174213" y="1008030"/>
                    </a:cubicBezTo>
                    <a:cubicBezTo>
                      <a:pt x="3182843" y="1009544"/>
                      <a:pt x="3191723" y="1008018"/>
                      <a:pt x="3199363" y="1003739"/>
                    </a:cubicBezTo>
                    <a:cubicBezTo>
                      <a:pt x="3208184" y="998018"/>
                      <a:pt x="3211282" y="1008388"/>
                      <a:pt x="3216408" y="1003739"/>
                    </a:cubicBezTo>
                    <a:cubicBezTo>
                      <a:pt x="3223821" y="999138"/>
                      <a:pt x="3232499" y="997005"/>
                      <a:pt x="3241199" y="997660"/>
                    </a:cubicBezTo>
                    <a:cubicBezTo>
                      <a:pt x="3247517" y="997660"/>
                      <a:pt x="3242272" y="990270"/>
                      <a:pt x="3231664" y="990270"/>
                    </a:cubicBezTo>
                    <a:cubicBezTo>
                      <a:pt x="3221056" y="990270"/>
                      <a:pt x="3221294" y="984549"/>
                      <a:pt x="3229876" y="970008"/>
                    </a:cubicBezTo>
                    <a:cubicBezTo>
                      <a:pt x="3238458" y="955466"/>
                      <a:pt x="3254668" y="947719"/>
                      <a:pt x="3264918" y="938898"/>
                    </a:cubicBezTo>
                    <a:cubicBezTo>
                      <a:pt x="3275170" y="930078"/>
                      <a:pt x="3282559" y="934250"/>
                      <a:pt x="3282559" y="928648"/>
                    </a:cubicBezTo>
                    <a:cubicBezTo>
                      <a:pt x="3282559" y="923046"/>
                      <a:pt x="3287565" y="906955"/>
                      <a:pt x="3295432" y="906716"/>
                    </a:cubicBezTo>
                    <a:cubicBezTo>
                      <a:pt x="3303299" y="906478"/>
                      <a:pt x="3322608" y="909815"/>
                      <a:pt x="3334766" y="903141"/>
                    </a:cubicBezTo>
                    <a:cubicBezTo>
                      <a:pt x="3346923" y="896466"/>
                      <a:pt x="3345612" y="908028"/>
                      <a:pt x="3350618" y="909815"/>
                    </a:cubicBezTo>
                    <a:cubicBezTo>
                      <a:pt x="3355624" y="911603"/>
                      <a:pt x="3362537" y="899565"/>
                      <a:pt x="3368020" y="903141"/>
                    </a:cubicBezTo>
                    <a:cubicBezTo>
                      <a:pt x="3373503" y="906716"/>
                      <a:pt x="3359557" y="915060"/>
                      <a:pt x="3356101" y="925430"/>
                    </a:cubicBezTo>
                    <a:cubicBezTo>
                      <a:pt x="3352645" y="935799"/>
                      <a:pt x="3363491" y="931866"/>
                      <a:pt x="3369570" y="934607"/>
                    </a:cubicBezTo>
                    <a:cubicBezTo>
                      <a:pt x="3375649" y="937349"/>
                      <a:pt x="3361703" y="941759"/>
                      <a:pt x="3363134" y="944620"/>
                    </a:cubicBezTo>
                    <a:cubicBezTo>
                      <a:pt x="3364564" y="947480"/>
                      <a:pt x="3376602" y="947361"/>
                      <a:pt x="3392217" y="931866"/>
                    </a:cubicBezTo>
                    <a:cubicBezTo>
                      <a:pt x="3401954" y="919947"/>
                      <a:pt x="3416520" y="913034"/>
                      <a:pt x="3431907" y="913034"/>
                    </a:cubicBezTo>
                    <a:cubicBezTo>
                      <a:pt x="3441800" y="914106"/>
                      <a:pt x="3436079" y="904213"/>
                      <a:pt x="3436794" y="889195"/>
                    </a:cubicBezTo>
                    <a:cubicBezTo>
                      <a:pt x="3437510" y="874177"/>
                      <a:pt x="3468023" y="870363"/>
                      <a:pt x="3477916" y="874654"/>
                    </a:cubicBezTo>
                    <a:cubicBezTo>
                      <a:pt x="3487808" y="878945"/>
                      <a:pt x="3487213" y="882759"/>
                      <a:pt x="3477916" y="880256"/>
                    </a:cubicBezTo>
                    <a:cubicBezTo>
                      <a:pt x="3468619" y="877753"/>
                      <a:pt x="3459560" y="886335"/>
                      <a:pt x="3459918" y="898373"/>
                    </a:cubicBezTo>
                    <a:cubicBezTo>
                      <a:pt x="3460275" y="910411"/>
                      <a:pt x="3451336" y="914345"/>
                      <a:pt x="3455984" y="918993"/>
                    </a:cubicBezTo>
                    <a:cubicBezTo>
                      <a:pt x="3460633" y="923642"/>
                      <a:pt x="3449190" y="924595"/>
                      <a:pt x="3448952" y="929601"/>
                    </a:cubicBezTo>
                    <a:cubicBezTo>
                      <a:pt x="3448714" y="934607"/>
                      <a:pt x="3448952" y="938422"/>
                      <a:pt x="3441800" y="940567"/>
                    </a:cubicBezTo>
                    <a:cubicBezTo>
                      <a:pt x="3434649" y="942713"/>
                      <a:pt x="3410929" y="945096"/>
                      <a:pt x="3410333" y="954393"/>
                    </a:cubicBezTo>
                    <a:cubicBezTo>
                      <a:pt x="3409738" y="963690"/>
                      <a:pt x="3396865" y="964644"/>
                      <a:pt x="3390786" y="975967"/>
                    </a:cubicBezTo>
                    <a:cubicBezTo>
                      <a:pt x="3384707" y="987290"/>
                      <a:pt x="3361703" y="994084"/>
                      <a:pt x="3346566" y="1016731"/>
                    </a:cubicBezTo>
                    <a:cubicBezTo>
                      <a:pt x="3331428" y="1039378"/>
                      <a:pt x="3307232" y="1039378"/>
                      <a:pt x="3307232" y="1043669"/>
                    </a:cubicBezTo>
                    <a:cubicBezTo>
                      <a:pt x="3307232" y="1047959"/>
                      <a:pt x="3290545" y="1047602"/>
                      <a:pt x="3284824" y="1048198"/>
                    </a:cubicBezTo>
                    <a:cubicBezTo>
                      <a:pt x="3279102" y="1048794"/>
                      <a:pt x="3290188" y="1062739"/>
                      <a:pt x="3276719" y="1077281"/>
                    </a:cubicBezTo>
                    <a:cubicBezTo>
                      <a:pt x="3262726" y="1092168"/>
                      <a:pt x="3254894" y="1111799"/>
                      <a:pt x="3254787" y="1132228"/>
                    </a:cubicBezTo>
                    <a:cubicBezTo>
                      <a:pt x="3254787" y="1152372"/>
                      <a:pt x="3261820" y="1210538"/>
                      <a:pt x="3267898" y="1220788"/>
                    </a:cubicBezTo>
                    <a:cubicBezTo>
                      <a:pt x="3273977" y="1231039"/>
                      <a:pt x="3270282" y="1256546"/>
                      <a:pt x="3275289" y="1261552"/>
                    </a:cubicBezTo>
                    <a:cubicBezTo>
                      <a:pt x="3280295" y="1266558"/>
                      <a:pt x="3278507" y="1275736"/>
                      <a:pt x="3281725" y="1278835"/>
                    </a:cubicBezTo>
                    <a:cubicBezTo>
                      <a:pt x="3284943" y="1281934"/>
                      <a:pt x="3297935" y="1264770"/>
                      <a:pt x="3306874" y="1257261"/>
                    </a:cubicBezTo>
                    <a:cubicBezTo>
                      <a:pt x="3315814" y="1249752"/>
                      <a:pt x="3312834" y="1247368"/>
                      <a:pt x="3318794" y="1243435"/>
                    </a:cubicBezTo>
                    <a:cubicBezTo>
                      <a:pt x="3324753" y="1239502"/>
                      <a:pt x="3322250" y="1223291"/>
                      <a:pt x="3324038" y="1219596"/>
                    </a:cubicBezTo>
                    <a:cubicBezTo>
                      <a:pt x="3325826" y="1215901"/>
                      <a:pt x="3336792" y="1213279"/>
                      <a:pt x="3340367" y="1208631"/>
                    </a:cubicBezTo>
                    <a:cubicBezTo>
                      <a:pt x="3343943" y="1203982"/>
                      <a:pt x="3353121" y="1206843"/>
                      <a:pt x="3358127" y="1205055"/>
                    </a:cubicBezTo>
                    <a:cubicBezTo>
                      <a:pt x="3363134" y="1203267"/>
                      <a:pt x="3358127" y="1191586"/>
                      <a:pt x="3355982" y="1184911"/>
                    </a:cubicBezTo>
                    <a:cubicBezTo>
                      <a:pt x="3353836" y="1178237"/>
                      <a:pt x="3370524" y="1168940"/>
                      <a:pt x="3378986" y="1162980"/>
                    </a:cubicBezTo>
                    <a:cubicBezTo>
                      <a:pt x="3387449" y="1157020"/>
                      <a:pt x="3398176" y="1166794"/>
                      <a:pt x="3407712" y="1157974"/>
                    </a:cubicBezTo>
                    <a:cubicBezTo>
                      <a:pt x="3417247" y="1149154"/>
                      <a:pt x="3406996" y="1138784"/>
                      <a:pt x="3403421" y="1134136"/>
                    </a:cubicBezTo>
                    <a:cubicBezTo>
                      <a:pt x="3399844" y="1129487"/>
                      <a:pt x="3412956" y="1107198"/>
                      <a:pt x="3420465" y="1105053"/>
                    </a:cubicBezTo>
                    <a:cubicBezTo>
                      <a:pt x="3427974" y="1102907"/>
                      <a:pt x="3432384" y="1110416"/>
                      <a:pt x="3438821" y="1103980"/>
                    </a:cubicBezTo>
                    <a:cubicBezTo>
                      <a:pt x="3445257" y="1097543"/>
                      <a:pt x="3432503" y="1087293"/>
                      <a:pt x="3426901" y="1088008"/>
                    </a:cubicBezTo>
                    <a:cubicBezTo>
                      <a:pt x="3421300" y="1088723"/>
                      <a:pt x="3420227" y="1070010"/>
                      <a:pt x="3431907" y="1061190"/>
                    </a:cubicBezTo>
                    <a:cubicBezTo>
                      <a:pt x="3443589" y="1052370"/>
                      <a:pt x="3438940" y="1050462"/>
                      <a:pt x="3431192" y="1048436"/>
                    </a:cubicBezTo>
                    <a:cubicBezTo>
                      <a:pt x="3423445" y="1046410"/>
                      <a:pt x="3422015" y="1049032"/>
                      <a:pt x="3415936" y="1049390"/>
                    </a:cubicBezTo>
                    <a:cubicBezTo>
                      <a:pt x="3409857" y="1049747"/>
                      <a:pt x="3404017" y="1037470"/>
                      <a:pt x="3413075" y="1024598"/>
                    </a:cubicBezTo>
                    <a:cubicBezTo>
                      <a:pt x="3422133" y="1011725"/>
                      <a:pt x="3431192" y="1013632"/>
                      <a:pt x="3433337" y="1003381"/>
                    </a:cubicBezTo>
                    <a:cubicBezTo>
                      <a:pt x="3437867" y="992523"/>
                      <a:pt x="3443934" y="982368"/>
                      <a:pt x="3451336" y="973226"/>
                    </a:cubicBezTo>
                    <a:cubicBezTo>
                      <a:pt x="3454554" y="967981"/>
                      <a:pt x="3467308" y="973226"/>
                      <a:pt x="3472314" y="972153"/>
                    </a:cubicBezTo>
                    <a:cubicBezTo>
                      <a:pt x="3477319" y="971080"/>
                      <a:pt x="3475532" y="981808"/>
                      <a:pt x="3481492" y="976444"/>
                    </a:cubicBezTo>
                    <a:cubicBezTo>
                      <a:pt x="3487451" y="971080"/>
                      <a:pt x="3497463" y="953440"/>
                      <a:pt x="3505330" y="953440"/>
                    </a:cubicBezTo>
                    <a:cubicBezTo>
                      <a:pt x="3513196" y="953440"/>
                      <a:pt x="3508191" y="966551"/>
                      <a:pt x="3510336" y="974298"/>
                    </a:cubicBezTo>
                    <a:cubicBezTo>
                      <a:pt x="3512481" y="982046"/>
                      <a:pt x="3517011" y="972153"/>
                      <a:pt x="3532625" y="961545"/>
                    </a:cubicBezTo>
                    <a:cubicBezTo>
                      <a:pt x="3551195" y="952546"/>
                      <a:pt x="3572495" y="950925"/>
                      <a:pt x="3592221" y="957016"/>
                    </a:cubicBezTo>
                    <a:cubicBezTo>
                      <a:pt x="3602591" y="961903"/>
                      <a:pt x="3604140" y="973583"/>
                      <a:pt x="3609981" y="972153"/>
                    </a:cubicBezTo>
                    <a:cubicBezTo>
                      <a:pt x="3618563" y="970008"/>
                      <a:pt x="3611411" y="960234"/>
                      <a:pt x="3619874" y="957969"/>
                    </a:cubicBezTo>
                    <a:cubicBezTo>
                      <a:pt x="3632305" y="953106"/>
                      <a:pt x="3644022" y="946574"/>
                      <a:pt x="3654678" y="938541"/>
                    </a:cubicBezTo>
                    <a:cubicBezTo>
                      <a:pt x="3666597" y="930436"/>
                      <a:pt x="3662783" y="936395"/>
                      <a:pt x="3668742" y="929005"/>
                    </a:cubicBezTo>
                    <a:cubicBezTo>
                      <a:pt x="3674702" y="921615"/>
                      <a:pt x="3680662" y="924715"/>
                      <a:pt x="3682569" y="919828"/>
                    </a:cubicBezTo>
                    <a:cubicBezTo>
                      <a:pt x="3684476" y="914941"/>
                      <a:pt x="3700686" y="906716"/>
                      <a:pt x="3722976" y="901710"/>
                    </a:cubicBezTo>
                    <a:cubicBezTo>
                      <a:pt x="3745265" y="896704"/>
                      <a:pt x="3774347" y="881805"/>
                      <a:pt x="3772917" y="877872"/>
                    </a:cubicBezTo>
                    <a:cubicBezTo>
                      <a:pt x="3771486" y="873939"/>
                      <a:pt x="3781499" y="871078"/>
                      <a:pt x="3782572" y="875726"/>
                    </a:cubicBezTo>
                    <a:cubicBezTo>
                      <a:pt x="3783644" y="880375"/>
                      <a:pt x="3792107" y="878587"/>
                      <a:pt x="3803788" y="881090"/>
                    </a:cubicBezTo>
                    <a:cubicBezTo>
                      <a:pt x="3815468" y="883593"/>
                      <a:pt x="3820832" y="888122"/>
                      <a:pt x="3830010" y="878945"/>
                    </a:cubicBezTo>
                    <a:cubicBezTo>
                      <a:pt x="3839188" y="869767"/>
                      <a:pt x="3828937" y="867025"/>
                      <a:pt x="3829295" y="859397"/>
                    </a:cubicBezTo>
                    <a:cubicBezTo>
                      <a:pt x="3829652" y="851769"/>
                      <a:pt x="3813323" y="844856"/>
                      <a:pt x="3815468" y="837466"/>
                    </a:cubicBezTo>
                    <a:cubicBezTo>
                      <a:pt x="3817614" y="830076"/>
                      <a:pt x="3803549" y="810171"/>
                      <a:pt x="3799139" y="813627"/>
                    </a:cubicBezTo>
                    <a:cubicBezTo>
                      <a:pt x="3794729" y="817084"/>
                      <a:pt x="3784955" y="810409"/>
                      <a:pt x="3784955" y="804688"/>
                    </a:cubicBezTo>
                    <a:cubicBezTo>
                      <a:pt x="3784955" y="798967"/>
                      <a:pt x="3784240" y="792769"/>
                      <a:pt x="3777565" y="796583"/>
                    </a:cubicBezTo>
                    <a:cubicBezTo>
                      <a:pt x="3770890" y="800397"/>
                      <a:pt x="3759448" y="798728"/>
                      <a:pt x="3757302" y="792292"/>
                    </a:cubicBezTo>
                    <a:cubicBezTo>
                      <a:pt x="3755157" y="785855"/>
                      <a:pt x="3770533" y="781326"/>
                      <a:pt x="3781141" y="785617"/>
                    </a:cubicBezTo>
                    <a:cubicBezTo>
                      <a:pt x="3791749" y="789908"/>
                      <a:pt x="3788531" y="794080"/>
                      <a:pt x="3793894" y="797536"/>
                    </a:cubicBezTo>
                    <a:cubicBezTo>
                      <a:pt x="3802870" y="800290"/>
                      <a:pt x="3812536" y="799658"/>
                      <a:pt x="3821071" y="795748"/>
                    </a:cubicBezTo>
                    <a:cubicBezTo>
                      <a:pt x="3828580" y="792173"/>
                      <a:pt x="3849439" y="785498"/>
                      <a:pt x="3853014" y="779538"/>
                    </a:cubicBezTo>
                    <a:cubicBezTo>
                      <a:pt x="3856590" y="773579"/>
                      <a:pt x="3853014" y="770599"/>
                      <a:pt x="3859808" y="767619"/>
                    </a:cubicBezTo>
                    <a:cubicBezTo>
                      <a:pt x="3866602" y="764639"/>
                      <a:pt x="3861477" y="756653"/>
                      <a:pt x="3855517" y="753554"/>
                    </a:cubicBezTo>
                    <a:cubicBezTo>
                      <a:pt x="3852287" y="752625"/>
                      <a:pt x="3850428" y="749251"/>
                      <a:pt x="3851358" y="746033"/>
                    </a:cubicBezTo>
                    <a:cubicBezTo>
                      <a:pt x="3852120" y="743387"/>
                      <a:pt x="3854552" y="741587"/>
                      <a:pt x="3857305" y="741635"/>
                    </a:cubicBezTo>
                    <a:cubicBezTo>
                      <a:pt x="3863622" y="741635"/>
                      <a:pt x="3861834" y="734126"/>
                      <a:pt x="3866125" y="733768"/>
                    </a:cubicBezTo>
                    <a:cubicBezTo>
                      <a:pt x="3870417" y="733411"/>
                      <a:pt x="3871012" y="736987"/>
                      <a:pt x="3878879" y="733053"/>
                    </a:cubicBezTo>
                    <a:cubicBezTo>
                      <a:pt x="3886746" y="729120"/>
                      <a:pt x="3878879" y="739132"/>
                      <a:pt x="3875661" y="745807"/>
                    </a:cubicBezTo>
                    <a:cubicBezTo>
                      <a:pt x="3872443" y="752482"/>
                      <a:pt x="3883170" y="757726"/>
                      <a:pt x="3884243" y="762136"/>
                    </a:cubicBezTo>
                    <a:cubicBezTo>
                      <a:pt x="3885316" y="766546"/>
                      <a:pt x="3900453" y="767381"/>
                      <a:pt x="3909035" y="762851"/>
                    </a:cubicBezTo>
                    <a:cubicBezTo>
                      <a:pt x="3917616" y="758322"/>
                      <a:pt x="3944792" y="768453"/>
                      <a:pt x="3946580" y="774770"/>
                    </a:cubicBezTo>
                    <a:cubicBezTo>
                      <a:pt x="3948762" y="783853"/>
                      <a:pt x="3955007" y="791410"/>
                      <a:pt x="3963506" y="795272"/>
                    </a:cubicBezTo>
                    <a:cubicBezTo>
                      <a:pt x="3975425" y="800993"/>
                      <a:pt x="3985199" y="798490"/>
                      <a:pt x="3987344" y="803853"/>
                    </a:cubicBezTo>
                    <a:cubicBezTo>
                      <a:pt x="3988989" y="809205"/>
                      <a:pt x="3994662" y="812197"/>
                      <a:pt x="4000002" y="810552"/>
                    </a:cubicBezTo>
                    <a:cubicBezTo>
                      <a:pt x="4000038" y="810552"/>
                      <a:pt x="4000074" y="810540"/>
                      <a:pt x="4000098" y="810528"/>
                    </a:cubicBezTo>
                    <a:cubicBezTo>
                      <a:pt x="4006415" y="809098"/>
                      <a:pt x="4009990" y="816249"/>
                      <a:pt x="4014520" y="811959"/>
                    </a:cubicBezTo>
                    <a:cubicBezTo>
                      <a:pt x="4019049" y="807668"/>
                      <a:pt x="4021672" y="814462"/>
                      <a:pt x="4027631" y="809098"/>
                    </a:cubicBezTo>
                    <a:cubicBezTo>
                      <a:pt x="4033591" y="803734"/>
                      <a:pt x="4014520" y="800278"/>
                      <a:pt x="4017023" y="795987"/>
                    </a:cubicBezTo>
                    <a:cubicBezTo>
                      <a:pt x="4019526" y="791696"/>
                      <a:pt x="4023459" y="799205"/>
                      <a:pt x="4028942" y="798847"/>
                    </a:cubicBezTo>
                    <a:cubicBezTo>
                      <a:pt x="4034425" y="798490"/>
                      <a:pt x="4027512" y="788239"/>
                      <a:pt x="4031445" y="786928"/>
                    </a:cubicBezTo>
                    <a:cubicBezTo>
                      <a:pt x="4035378" y="785617"/>
                      <a:pt x="4032161" y="764639"/>
                      <a:pt x="4027869" y="763090"/>
                    </a:cubicBezTo>
                    <a:cubicBezTo>
                      <a:pt x="4023578" y="761540"/>
                      <a:pt x="4027154" y="754150"/>
                      <a:pt x="4035378" y="760229"/>
                    </a:cubicBezTo>
                    <a:cubicBezTo>
                      <a:pt x="4043615" y="764699"/>
                      <a:pt x="4052983" y="766653"/>
                      <a:pt x="4062316" y="765831"/>
                    </a:cubicBezTo>
                    <a:cubicBezTo>
                      <a:pt x="4068276" y="765831"/>
                      <a:pt x="4062316" y="760229"/>
                      <a:pt x="4056595" y="759156"/>
                    </a:cubicBezTo>
                    <a:cubicBezTo>
                      <a:pt x="4050873" y="758084"/>
                      <a:pt x="4057667" y="753077"/>
                      <a:pt x="4061959" y="757011"/>
                    </a:cubicBezTo>
                    <a:cubicBezTo>
                      <a:pt x="4066250" y="760944"/>
                      <a:pt x="4073878" y="762732"/>
                      <a:pt x="4075070" y="758441"/>
                    </a:cubicBezTo>
                    <a:cubicBezTo>
                      <a:pt x="4076261" y="754150"/>
                      <a:pt x="4079956" y="744972"/>
                      <a:pt x="4086989" y="745330"/>
                    </a:cubicBezTo>
                    <a:cubicBezTo>
                      <a:pt x="4094021" y="745688"/>
                      <a:pt x="4094855" y="739490"/>
                      <a:pt x="4087823" y="737106"/>
                    </a:cubicBezTo>
                    <a:close/>
                    <a:moveTo>
                      <a:pt x="2111851" y="1201956"/>
                    </a:moveTo>
                    <a:cubicBezTo>
                      <a:pt x="2091708" y="1220073"/>
                      <a:pt x="2051302" y="1224364"/>
                      <a:pt x="2051302" y="1239144"/>
                    </a:cubicBezTo>
                    <a:cubicBezTo>
                      <a:pt x="2051302" y="1253924"/>
                      <a:pt x="2002433" y="1261552"/>
                      <a:pt x="1998142" y="1255116"/>
                    </a:cubicBezTo>
                    <a:cubicBezTo>
                      <a:pt x="1993851" y="1248679"/>
                      <a:pt x="2033900" y="1247726"/>
                      <a:pt x="2043911" y="1226390"/>
                    </a:cubicBezTo>
                    <a:cubicBezTo>
                      <a:pt x="2053924" y="1205055"/>
                      <a:pt x="2089682" y="1194208"/>
                      <a:pt x="2107680" y="1165841"/>
                    </a:cubicBezTo>
                    <a:cubicBezTo>
                      <a:pt x="2120433" y="1145697"/>
                      <a:pt x="2131518" y="1114826"/>
                      <a:pt x="2138432" y="1116972"/>
                    </a:cubicBezTo>
                    <a:cubicBezTo>
                      <a:pt x="2145344" y="1119117"/>
                      <a:pt x="2132114" y="1183839"/>
                      <a:pt x="2111851" y="1201837"/>
                    </a:cubicBezTo>
                    <a:close/>
                    <a:moveTo>
                      <a:pt x="2202199" y="369636"/>
                    </a:moveTo>
                    <a:cubicBezTo>
                      <a:pt x="2199458" y="375357"/>
                      <a:pt x="2183962" y="375715"/>
                      <a:pt x="2188015" y="381555"/>
                    </a:cubicBezTo>
                    <a:cubicBezTo>
                      <a:pt x="2195167" y="390852"/>
                      <a:pt x="2230567" y="385846"/>
                      <a:pt x="2231282" y="374523"/>
                    </a:cubicBezTo>
                    <a:cubicBezTo>
                      <a:pt x="2231997" y="363199"/>
                      <a:pt x="2204703" y="364034"/>
                      <a:pt x="2202199" y="369636"/>
                    </a:cubicBezTo>
                    <a:close/>
                    <a:moveTo>
                      <a:pt x="911584" y="19687"/>
                    </a:moveTo>
                    <a:cubicBezTo>
                      <a:pt x="928509" y="19687"/>
                      <a:pt x="923503" y="9079"/>
                      <a:pt x="935422" y="10509"/>
                    </a:cubicBezTo>
                    <a:cubicBezTo>
                      <a:pt x="947341" y="11939"/>
                      <a:pt x="961645" y="11224"/>
                      <a:pt x="955923" y="4192"/>
                    </a:cubicBezTo>
                    <a:cubicBezTo>
                      <a:pt x="950202" y="-2840"/>
                      <a:pt x="909200" y="-99"/>
                      <a:pt x="913491" y="5622"/>
                    </a:cubicBezTo>
                    <a:cubicBezTo>
                      <a:pt x="917782" y="11343"/>
                      <a:pt x="880117" y="9079"/>
                      <a:pt x="880832" y="11224"/>
                    </a:cubicBezTo>
                    <a:cubicBezTo>
                      <a:pt x="881786" y="15396"/>
                      <a:pt x="894539" y="19687"/>
                      <a:pt x="911584" y="19687"/>
                    </a:cubicBezTo>
                    <a:close/>
                    <a:moveTo>
                      <a:pt x="823620" y="67364"/>
                    </a:moveTo>
                    <a:cubicBezTo>
                      <a:pt x="823620" y="56041"/>
                      <a:pt x="786789" y="68437"/>
                      <a:pt x="793941" y="70820"/>
                    </a:cubicBezTo>
                    <a:cubicBezTo>
                      <a:pt x="801093" y="73204"/>
                      <a:pt x="823620" y="78449"/>
                      <a:pt x="823620" y="67364"/>
                    </a:cubicBezTo>
                    <a:close/>
                    <a:moveTo>
                      <a:pt x="914921" y="57828"/>
                    </a:moveTo>
                    <a:cubicBezTo>
                      <a:pt x="917066" y="63550"/>
                      <a:pt x="911464" y="64265"/>
                      <a:pt x="897281" y="64265"/>
                    </a:cubicBezTo>
                    <a:cubicBezTo>
                      <a:pt x="883097" y="64265"/>
                      <a:pt x="875707" y="72251"/>
                      <a:pt x="883097" y="78449"/>
                    </a:cubicBezTo>
                    <a:cubicBezTo>
                      <a:pt x="890487" y="84647"/>
                      <a:pt x="929105" y="82620"/>
                      <a:pt x="935542" y="74158"/>
                    </a:cubicBezTo>
                    <a:cubicBezTo>
                      <a:pt x="941978" y="65695"/>
                      <a:pt x="958188" y="72727"/>
                      <a:pt x="961049" y="64265"/>
                    </a:cubicBezTo>
                    <a:cubicBezTo>
                      <a:pt x="963909" y="55802"/>
                      <a:pt x="913014" y="52226"/>
                      <a:pt x="914921" y="57828"/>
                    </a:cubicBezTo>
                    <a:close/>
                    <a:moveTo>
                      <a:pt x="1036140" y="44360"/>
                    </a:moveTo>
                    <a:cubicBezTo>
                      <a:pt x="1041146" y="38043"/>
                      <a:pt x="1026962" y="38043"/>
                      <a:pt x="1025532" y="31606"/>
                    </a:cubicBezTo>
                    <a:cubicBezTo>
                      <a:pt x="1024101" y="25170"/>
                      <a:pt x="984410" y="23859"/>
                      <a:pt x="986556" y="31606"/>
                    </a:cubicBezTo>
                    <a:cubicBezTo>
                      <a:pt x="988701" y="39354"/>
                      <a:pt x="959141" y="46386"/>
                      <a:pt x="968081" y="53538"/>
                    </a:cubicBezTo>
                    <a:cubicBezTo>
                      <a:pt x="985245" y="66410"/>
                      <a:pt x="1031253" y="50796"/>
                      <a:pt x="1036259" y="44360"/>
                    </a:cubicBezTo>
                    <a:close/>
                    <a:moveTo>
                      <a:pt x="923503" y="32440"/>
                    </a:moveTo>
                    <a:cubicBezTo>
                      <a:pt x="925648" y="17661"/>
                      <a:pt x="900856" y="29699"/>
                      <a:pt x="882381" y="21832"/>
                    </a:cubicBezTo>
                    <a:cubicBezTo>
                      <a:pt x="863907" y="13966"/>
                      <a:pt x="853060" y="14681"/>
                      <a:pt x="865337" y="25408"/>
                    </a:cubicBezTo>
                    <a:cubicBezTo>
                      <a:pt x="871058" y="30414"/>
                      <a:pt x="833751" y="34228"/>
                      <a:pt x="839830" y="40307"/>
                    </a:cubicBezTo>
                    <a:cubicBezTo>
                      <a:pt x="853418" y="54372"/>
                      <a:pt x="921477" y="47935"/>
                      <a:pt x="923622" y="33036"/>
                    </a:cubicBezTo>
                    <a:close/>
                    <a:moveTo>
                      <a:pt x="817898" y="425775"/>
                    </a:moveTo>
                    <a:cubicBezTo>
                      <a:pt x="818614" y="432808"/>
                      <a:pt x="814323" y="437694"/>
                      <a:pt x="800854" y="437694"/>
                    </a:cubicBezTo>
                    <a:cubicBezTo>
                      <a:pt x="787385" y="437694"/>
                      <a:pt x="807290" y="446157"/>
                      <a:pt x="808721" y="453905"/>
                    </a:cubicBezTo>
                    <a:cubicBezTo>
                      <a:pt x="810151" y="461652"/>
                      <a:pt x="795252" y="456050"/>
                      <a:pt x="794537" y="468089"/>
                    </a:cubicBezTo>
                    <a:cubicBezTo>
                      <a:pt x="793822" y="480127"/>
                      <a:pt x="768315" y="468089"/>
                      <a:pt x="764739" y="483703"/>
                    </a:cubicBezTo>
                    <a:cubicBezTo>
                      <a:pt x="761163" y="499317"/>
                      <a:pt x="777492" y="497171"/>
                      <a:pt x="788577" y="497887"/>
                    </a:cubicBezTo>
                    <a:cubicBezTo>
                      <a:pt x="799662" y="498602"/>
                      <a:pt x="784286" y="509210"/>
                      <a:pt x="792868" y="515646"/>
                    </a:cubicBezTo>
                    <a:cubicBezTo>
                      <a:pt x="801450" y="522083"/>
                      <a:pt x="807767" y="519818"/>
                      <a:pt x="802046" y="507780"/>
                    </a:cubicBezTo>
                    <a:cubicBezTo>
                      <a:pt x="796325" y="495741"/>
                      <a:pt x="831844" y="512071"/>
                      <a:pt x="821236" y="521248"/>
                    </a:cubicBezTo>
                    <a:cubicBezTo>
                      <a:pt x="810628" y="530426"/>
                      <a:pt x="838161" y="537578"/>
                      <a:pt x="851630" y="538293"/>
                    </a:cubicBezTo>
                    <a:cubicBezTo>
                      <a:pt x="865099" y="539008"/>
                      <a:pt x="912895" y="549497"/>
                      <a:pt x="913968" y="538293"/>
                    </a:cubicBezTo>
                    <a:cubicBezTo>
                      <a:pt x="914683" y="531260"/>
                      <a:pt x="896327" y="524824"/>
                      <a:pt x="881428" y="509210"/>
                    </a:cubicBezTo>
                    <a:cubicBezTo>
                      <a:pt x="866529" y="493596"/>
                      <a:pt x="855921" y="468089"/>
                      <a:pt x="872966" y="457480"/>
                    </a:cubicBezTo>
                    <a:cubicBezTo>
                      <a:pt x="890010" y="446872"/>
                      <a:pt x="875111" y="441866"/>
                      <a:pt x="892036" y="429828"/>
                    </a:cubicBezTo>
                    <a:cubicBezTo>
                      <a:pt x="908961" y="417789"/>
                      <a:pt x="899188" y="405989"/>
                      <a:pt x="913372" y="405036"/>
                    </a:cubicBezTo>
                    <a:cubicBezTo>
                      <a:pt x="927555" y="404082"/>
                      <a:pt x="912299" y="391567"/>
                      <a:pt x="926840" y="389183"/>
                    </a:cubicBezTo>
                    <a:cubicBezTo>
                      <a:pt x="937186" y="387199"/>
                      <a:pt x="943956" y="377204"/>
                      <a:pt x="941978" y="366861"/>
                    </a:cubicBezTo>
                    <a:cubicBezTo>
                      <a:pt x="941882" y="366351"/>
                      <a:pt x="941763" y="365845"/>
                      <a:pt x="941620" y="365345"/>
                    </a:cubicBezTo>
                    <a:cubicBezTo>
                      <a:pt x="939594" y="359743"/>
                      <a:pt x="956519" y="366060"/>
                      <a:pt x="964386" y="357597"/>
                    </a:cubicBezTo>
                    <a:cubicBezTo>
                      <a:pt x="972253" y="349135"/>
                      <a:pt x="990608" y="354737"/>
                      <a:pt x="996210" y="342698"/>
                    </a:cubicBezTo>
                    <a:cubicBezTo>
                      <a:pt x="1001812" y="330660"/>
                      <a:pt x="1083340" y="303007"/>
                      <a:pt x="1129467" y="292399"/>
                    </a:cubicBezTo>
                    <a:cubicBezTo>
                      <a:pt x="1175595" y="281791"/>
                      <a:pt x="1207419" y="262601"/>
                      <a:pt x="1191090" y="249847"/>
                    </a:cubicBezTo>
                    <a:cubicBezTo>
                      <a:pt x="1174760" y="237094"/>
                      <a:pt x="1128752" y="254853"/>
                      <a:pt x="1117429" y="264031"/>
                    </a:cubicBezTo>
                    <a:cubicBezTo>
                      <a:pt x="1106106" y="273209"/>
                      <a:pt x="1089777" y="266892"/>
                      <a:pt x="1078453" y="273328"/>
                    </a:cubicBezTo>
                    <a:cubicBezTo>
                      <a:pt x="1067130" y="279765"/>
                      <a:pt x="1042695" y="285247"/>
                      <a:pt x="1030776" y="277500"/>
                    </a:cubicBezTo>
                    <a:cubicBezTo>
                      <a:pt x="1018857" y="269753"/>
                      <a:pt x="1004554" y="286797"/>
                      <a:pt x="995018" y="286082"/>
                    </a:cubicBezTo>
                    <a:cubicBezTo>
                      <a:pt x="985483" y="285367"/>
                      <a:pt x="975232" y="295260"/>
                      <a:pt x="965340" y="294544"/>
                    </a:cubicBezTo>
                    <a:cubicBezTo>
                      <a:pt x="955446" y="293829"/>
                      <a:pt x="935542" y="302292"/>
                      <a:pt x="934111" y="308013"/>
                    </a:cubicBezTo>
                    <a:cubicBezTo>
                      <a:pt x="932681" y="313734"/>
                      <a:pt x="915636" y="312304"/>
                      <a:pt x="915636" y="319932"/>
                    </a:cubicBezTo>
                    <a:cubicBezTo>
                      <a:pt x="913717" y="326916"/>
                      <a:pt x="906506" y="331027"/>
                      <a:pt x="899522" y="329113"/>
                    </a:cubicBezTo>
                    <a:cubicBezTo>
                      <a:pt x="897936" y="328679"/>
                      <a:pt x="896446" y="327949"/>
                      <a:pt x="895135" y="326965"/>
                    </a:cubicBezTo>
                    <a:cubicBezTo>
                      <a:pt x="888103" y="320648"/>
                      <a:pt x="879521" y="334116"/>
                      <a:pt x="889414" y="343294"/>
                    </a:cubicBezTo>
                    <a:cubicBezTo>
                      <a:pt x="899307" y="352472"/>
                      <a:pt x="871058" y="353187"/>
                      <a:pt x="875945" y="358908"/>
                    </a:cubicBezTo>
                    <a:cubicBezTo>
                      <a:pt x="880832" y="364630"/>
                      <a:pt x="865337" y="368086"/>
                      <a:pt x="868913" y="374523"/>
                    </a:cubicBezTo>
                    <a:cubicBezTo>
                      <a:pt x="872489" y="380959"/>
                      <a:pt x="859020" y="382985"/>
                      <a:pt x="848412" y="385131"/>
                    </a:cubicBezTo>
                    <a:cubicBezTo>
                      <a:pt x="837804" y="387276"/>
                      <a:pt x="832082" y="401460"/>
                      <a:pt x="845551" y="402175"/>
                    </a:cubicBezTo>
                    <a:cubicBezTo>
                      <a:pt x="859020" y="402890"/>
                      <a:pt x="837684" y="404917"/>
                      <a:pt x="839115" y="415644"/>
                    </a:cubicBezTo>
                    <a:cubicBezTo>
                      <a:pt x="840545" y="426371"/>
                      <a:pt x="817302" y="419220"/>
                      <a:pt x="818018" y="426371"/>
                    </a:cubicBezTo>
                    <a:close/>
                  </a:path>
                </a:pathLst>
              </a:custGeom>
              <a:solidFill>
                <a:schemeClr val="accent2">
                  <a:lumMod val="60000"/>
                  <a:lumOff val="40000"/>
                </a:schemeClr>
              </a:solid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208" name="Freeform: Shape 207">
                <a:extLst>
                  <a:ext uri="{FF2B5EF4-FFF2-40B4-BE49-F238E27FC236}">
                    <a16:creationId xmlns:a16="http://schemas.microsoft.com/office/drawing/2014/main" id="{A9DFD619-90C6-4A4D-991D-29F1CA8C74BD}"/>
                  </a:ext>
                </a:extLst>
              </p:cNvPr>
              <p:cNvSpPr/>
              <p:nvPr/>
            </p:nvSpPr>
            <p:spPr>
              <a:xfrm>
                <a:off x="4429120" y="7387055"/>
                <a:ext cx="273631" cy="300377"/>
              </a:xfrm>
              <a:custGeom>
                <a:avLst/>
                <a:gdLst>
                  <a:gd name="connsiteX0" fmla="*/ 189949 w 273631"/>
                  <a:gd name="connsiteY0" fmla="*/ 260316 h 300377"/>
                  <a:gd name="connsiteX1" fmla="*/ 160985 w 273631"/>
                  <a:gd name="connsiteY1" fmla="*/ 260316 h 300377"/>
                  <a:gd name="connsiteX2" fmla="*/ 140722 w 273631"/>
                  <a:gd name="connsiteY2" fmla="*/ 269971 h 300377"/>
                  <a:gd name="connsiteX3" fmla="*/ 165515 w 273631"/>
                  <a:gd name="connsiteY3" fmla="*/ 283439 h 300377"/>
                  <a:gd name="connsiteX4" fmla="*/ 192809 w 273631"/>
                  <a:gd name="connsiteY4" fmla="*/ 300365 h 300377"/>
                  <a:gd name="connsiteX5" fmla="*/ 199246 w 273631"/>
                  <a:gd name="connsiteY5" fmla="*/ 284155 h 300377"/>
                  <a:gd name="connsiteX6" fmla="*/ 209139 w 273631"/>
                  <a:gd name="connsiteY6" fmla="*/ 261747 h 300377"/>
                  <a:gd name="connsiteX7" fmla="*/ 189949 w 273631"/>
                  <a:gd name="connsiteY7" fmla="*/ 260316 h 300377"/>
                  <a:gd name="connsiteX8" fmla="*/ 52878 w 273631"/>
                  <a:gd name="connsiteY8" fmla="*/ 179981 h 300377"/>
                  <a:gd name="connsiteX9" fmla="*/ 35476 w 273631"/>
                  <a:gd name="connsiteY9" fmla="*/ 184152 h 300377"/>
                  <a:gd name="connsiteX10" fmla="*/ 44415 w 273631"/>
                  <a:gd name="connsiteY10" fmla="*/ 215023 h 300377"/>
                  <a:gd name="connsiteX11" fmla="*/ 54308 w 273631"/>
                  <a:gd name="connsiteY11" fmla="*/ 238027 h 300377"/>
                  <a:gd name="connsiteX12" fmla="*/ 70995 w 273631"/>
                  <a:gd name="connsiteY12" fmla="*/ 227777 h 300377"/>
                  <a:gd name="connsiteX13" fmla="*/ 74809 w 273631"/>
                  <a:gd name="connsiteY13" fmla="*/ 188801 h 300377"/>
                  <a:gd name="connsiteX14" fmla="*/ 52878 w 273631"/>
                  <a:gd name="connsiteY14" fmla="*/ 179981 h 300377"/>
                  <a:gd name="connsiteX15" fmla="*/ 226541 w 273631"/>
                  <a:gd name="connsiteY15" fmla="*/ 168657 h 300377"/>
                  <a:gd name="connsiteX16" fmla="*/ 208781 w 273631"/>
                  <a:gd name="connsiteY16" fmla="*/ 154473 h 300377"/>
                  <a:gd name="connsiteX17" fmla="*/ 171593 w 273631"/>
                  <a:gd name="connsiteY17" fmla="*/ 116213 h 300377"/>
                  <a:gd name="connsiteX18" fmla="*/ 137862 w 273631"/>
                  <a:gd name="connsiteY18" fmla="*/ 81766 h 300377"/>
                  <a:gd name="connsiteX19" fmla="*/ 137862 w 273631"/>
                  <a:gd name="connsiteY19" fmla="*/ 57927 h 300377"/>
                  <a:gd name="connsiteX20" fmla="*/ 148351 w 273631"/>
                  <a:gd name="connsiteY20" fmla="*/ 44340 h 300377"/>
                  <a:gd name="connsiteX21" fmla="*/ 149662 w 273631"/>
                  <a:gd name="connsiteY21" fmla="*/ 12515 h 300377"/>
                  <a:gd name="connsiteX22" fmla="*/ 137742 w 273631"/>
                  <a:gd name="connsiteY22" fmla="*/ 10131 h 300377"/>
                  <a:gd name="connsiteX23" fmla="*/ 132975 w 273631"/>
                  <a:gd name="connsiteY23" fmla="*/ 0 h 300377"/>
                  <a:gd name="connsiteX24" fmla="*/ 113904 w 273631"/>
                  <a:gd name="connsiteY24" fmla="*/ 2622 h 300377"/>
                  <a:gd name="connsiteX25" fmla="*/ 99005 w 273631"/>
                  <a:gd name="connsiteY25" fmla="*/ 7509 h 300377"/>
                  <a:gd name="connsiteX26" fmla="*/ 96025 w 273631"/>
                  <a:gd name="connsiteY26" fmla="*/ 5840 h 300377"/>
                  <a:gd name="connsiteX27" fmla="*/ 91377 w 273631"/>
                  <a:gd name="connsiteY27" fmla="*/ 10131 h 300377"/>
                  <a:gd name="connsiteX28" fmla="*/ 87801 w 273631"/>
                  <a:gd name="connsiteY28" fmla="*/ 15853 h 300377"/>
                  <a:gd name="connsiteX29" fmla="*/ 80769 w 273631"/>
                  <a:gd name="connsiteY29" fmla="*/ 18594 h 300377"/>
                  <a:gd name="connsiteX30" fmla="*/ 68849 w 273631"/>
                  <a:gd name="connsiteY30" fmla="*/ 21455 h 300377"/>
                  <a:gd name="connsiteX31" fmla="*/ 60267 w 273631"/>
                  <a:gd name="connsiteY31" fmla="*/ 26461 h 300377"/>
                  <a:gd name="connsiteX32" fmla="*/ 53950 w 273631"/>
                  <a:gd name="connsiteY32" fmla="*/ 34923 h 300377"/>
                  <a:gd name="connsiteX33" fmla="*/ 40481 w 273631"/>
                  <a:gd name="connsiteY33" fmla="*/ 18594 h 300377"/>
                  <a:gd name="connsiteX34" fmla="*/ 28562 w 273631"/>
                  <a:gd name="connsiteY34" fmla="*/ 35639 h 300377"/>
                  <a:gd name="connsiteX35" fmla="*/ 8061 w 273631"/>
                  <a:gd name="connsiteY35" fmla="*/ 37069 h 300377"/>
                  <a:gd name="connsiteX36" fmla="*/ 10803 w 273631"/>
                  <a:gd name="connsiteY36" fmla="*/ 48392 h 300377"/>
                  <a:gd name="connsiteX37" fmla="*/ 6035 w 273631"/>
                  <a:gd name="connsiteY37" fmla="*/ 57927 h 300377"/>
                  <a:gd name="connsiteX38" fmla="*/ 1267 w 273631"/>
                  <a:gd name="connsiteY38" fmla="*/ 63768 h 300377"/>
                  <a:gd name="connsiteX39" fmla="*/ 8180 w 273631"/>
                  <a:gd name="connsiteY39" fmla="*/ 75687 h 300377"/>
                  <a:gd name="connsiteX40" fmla="*/ 9122 w 273631"/>
                  <a:gd name="connsiteY40" fmla="*/ 85926 h 300377"/>
                  <a:gd name="connsiteX41" fmla="*/ 13544 w 273631"/>
                  <a:gd name="connsiteY41" fmla="*/ 87606 h 300377"/>
                  <a:gd name="connsiteX42" fmla="*/ 24629 w 273631"/>
                  <a:gd name="connsiteY42" fmla="*/ 91301 h 300377"/>
                  <a:gd name="connsiteX43" fmla="*/ 22007 w 273631"/>
                  <a:gd name="connsiteY43" fmla="*/ 99406 h 300377"/>
                  <a:gd name="connsiteX44" fmla="*/ 33926 w 273631"/>
                  <a:gd name="connsiteY44" fmla="*/ 96069 h 300377"/>
                  <a:gd name="connsiteX45" fmla="*/ 50494 w 273631"/>
                  <a:gd name="connsiteY45" fmla="*/ 81885 h 300377"/>
                  <a:gd name="connsiteX46" fmla="*/ 84225 w 273631"/>
                  <a:gd name="connsiteY46" fmla="*/ 96069 h 300377"/>
                  <a:gd name="connsiteX47" fmla="*/ 91615 w 273631"/>
                  <a:gd name="connsiteY47" fmla="*/ 110253 h 300377"/>
                  <a:gd name="connsiteX48" fmla="*/ 114262 w 273631"/>
                  <a:gd name="connsiteY48" fmla="*/ 139336 h 300377"/>
                  <a:gd name="connsiteX49" fmla="*/ 146921 w 273631"/>
                  <a:gd name="connsiteY49" fmla="*/ 167346 h 300377"/>
                  <a:gd name="connsiteX50" fmla="*/ 169925 w 273631"/>
                  <a:gd name="connsiteY50" fmla="*/ 177239 h 300377"/>
                  <a:gd name="connsiteX51" fmla="*/ 190783 w 273631"/>
                  <a:gd name="connsiteY51" fmla="*/ 191065 h 300377"/>
                  <a:gd name="connsiteX52" fmla="*/ 207828 w 273631"/>
                  <a:gd name="connsiteY52" fmla="*/ 205249 h 300377"/>
                  <a:gd name="connsiteX53" fmla="*/ 215575 w 273631"/>
                  <a:gd name="connsiteY53" fmla="*/ 219433 h 300377"/>
                  <a:gd name="connsiteX54" fmla="*/ 216648 w 273631"/>
                  <a:gd name="connsiteY54" fmla="*/ 245298 h 300377"/>
                  <a:gd name="connsiteX55" fmla="*/ 217721 w 273631"/>
                  <a:gd name="connsiteY55" fmla="*/ 264369 h 300377"/>
                  <a:gd name="connsiteX56" fmla="*/ 229640 w 273631"/>
                  <a:gd name="connsiteY56" fmla="*/ 244583 h 300377"/>
                  <a:gd name="connsiteX57" fmla="*/ 243466 w 273631"/>
                  <a:gd name="connsiteY57" fmla="*/ 230399 h 300377"/>
                  <a:gd name="connsiteX58" fmla="*/ 232501 w 273631"/>
                  <a:gd name="connsiteY58" fmla="*/ 211566 h 300377"/>
                  <a:gd name="connsiteX59" fmla="*/ 255505 w 273631"/>
                  <a:gd name="connsiteY59" fmla="*/ 201316 h 300377"/>
                  <a:gd name="connsiteX60" fmla="*/ 273622 w 273631"/>
                  <a:gd name="connsiteY60" fmla="*/ 202389 h 300377"/>
                  <a:gd name="connsiteX61" fmla="*/ 226541 w 273631"/>
                  <a:gd name="connsiteY61" fmla="*/ 168657 h 3003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273631" h="300377">
                    <a:moveTo>
                      <a:pt x="189949" y="260316"/>
                    </a:moveTo>
                    <a:cubicBezTo>
                      <a:pt x="175407" y="263534"/>
                      <a:pt x="169448" y="264607"/>
                      <a:pt x="160985" y="260316"/>
                    </a:cubicBezTo>
                    <a:cubicBezTo>
                      <a:pt x="152523" y="256025"/>
                      <a:pt x="138696" y="264249"/>
                      <a:pt x="140722" y="269971"/>
                    </a:cubicBezTo>
                    <a:cubicBezTo>
                      <a:pt x="142153" y="273785"/>
                      <a:pt x="147874" y="278791"/>
                      <a:pt x="165515" y="283439"/>
                    </a:cubicBezTo>
                    <a:cubicBezTo>
                      <a:pt x="183155" y="288088"/>
                      <a:pt x="185419" y="300007"/>
                      <a:pt x="192809" y="300365"/>
                    </a:cubicBezTo>
                    <a:cubicBezTo>
                      <a:pt x="200200" y="300722"/>
                      <a:pt x="201034" y="293690"/>
                      <a:pt x="199246" y="284155"/>
                    </a:cubicBezTo>
                    <a:cubicBezTo>
                      <a:pt x="197458" y="274619"/>
                      <a:pt x="208066" y="263534"/>
                      <a:pt x="209139" y="261747"/>
                    </a:cubicBezTo>
                    <a:cubicBezTo>
                      <a:pt x="210212" y="259959"/>
                      <a:pt x="204490" y="257217"/>
                      <a:pt x="189949" y="260316"/>
                    </a:cubicBezTo>
                    <a:close/>
                    <a:moveTo>
                      <a:pt x="52878" y="179981"/>
                    </a:moveTo>
                    <a:cubicBezTo>
                      <a:pt x="45130" y="186655"/>
                      <a:pt x="38694" y="178789"/>
                      <a:pt x="35476" y="184152"/>
                    </a:cubicBezTo>
                    <a:cubicBezTo>
                      <a:pt x="32257" y="189516"/>
                      <a:pt x="47395" y="201197"/>
                      <a:pt x="44415" y="215023"/>
                    </a:cubicBezTo>
                    <a:cubicBezTo>
                      <a:pt x="41435" y="228849"/>
                      <a:pt x="46203" y="246132"/>
                      <a:pt x="54308" y="238027"/>
                    </a:cubicBezTo>
                    <a:cubicBezTo>
                      <a:pt x="62413" y="229922"/>
                      <a:pt x="66227" y="233736"/>
                      <a:pt x="70995" y="227777"/>
                    </a:cubicBezTo>
                    <a:cubicBezTo>
                      <a:pt x="75763" y="221817"/>
                      <a:pt x="71710" y="199409"/>
                      <a:pt x="74809" y="188801"/>
                    </a:cubicBezTo>
                    <a:cubicBezTo>
                      <a:pt x="77908" y="178193"/>
                      <a:pt x="60387" y="173186"/>
                      <a:pt x="52878" y="179981"/>
                    </a:cubicBezTo>
                    <a:close/>
                    <a:moveTo>
                      <a:pt x="226541" y="168657"/>
                    </a:moveTo>
                    <a:cubicBezTo>
                      <a:pt x="217244" y="162936"/>
                      <a:pt x="223323" y="153758"/>
                      <a:pt x="208781" y="154473"/>
                    </a:cubicBezTo>
                    <a:cubicBezTo>
                      <a:pt x="194240" y="155189"/>
                      <a:pt x="176838" y="137071"/>
                      <a:pt x="171593" y="116213"/>
                    </a:cubicBezTo>
                    <a:cubicBezTo>
                      <a:pt x="166349" y="95354"/>
                      <a:pt x="143583" y="94162"/>
                      <a:pt x="137862" y="81766"/>
                    </a:cubicBezTo>
                    <a:cubicBezTo>
                      <a:pt x="132140" y="69370"/>
                      <a:pt x="143226" y="67940"/>
                      <a:pt x="137862" y="57927"/>
                    </a:cubicBezTo>
                    <a:cubicBezTo>
                      <a:pt x="135001" y="52206"/>
                      <a:pt x="141199" y="47200"/>
                      <a:pt x="148351" y="44340"/>
                    </a:cubicBezTo>
                    <a:cubicBezTo>
                      <a:pt x="147946" y="33708"/>
                      <a:pt x="148374" y="23076"/>
                      <a:pt x="149662" y="12515"/>
                    </a:cubicBezTo>
                    <a:cubicBezTo>
                      <a:pt x="145597" y="12253"/>
                      <a:pt x="141592" y="11443"/>
                      <a:pt x="137742" y="10131"/>
                    </a:cubicBezTo>
                    <a:cubicBezTo>
                      <a:pt x="135120" y="8463"/>
                      <a:pt x="134644" y="0"/>
                      <a:pt x="132975" y="0"/>
                    </a:cubicBezTo>
                    <a:cubicBezTo>
                      <a:pt x="131306" y="0"/>
                      <a:pt x="116526" y="0"/>
                      <a:pt x="113904" y="2622"/>
                    </a:cubicBezTo>
                    <a:cubicBezTo>
                      <a:pt x="111282" y="5244"/>
                      <a:pt x="103296" y="10131"/>
                      <a:pt x="99005" y="7509"/>
                    </a:cubicBezTo>
                    <a:cubicBezTo>
                      <a:pt x="98052" y="6877"/>
                      <a:pt x="97062" y="6329"/>
                      <a:pt x="96025" y="5840"/>
                    </a:cubicBezTo>
                    <a:lnTo>
                      <a:pt x="91377" y="10131"/>
                    </a:lnTo>
                    <a:cubicBezTo>
                      <a:pt x="91377" y="10131"/>
                      <a:pt x="90662" y="15853"/>
                      <a:pt x="87801" y="15853"/>
                    </a:cubicBezTo>
                    <a:cubicBezTo>
                      <a:pt x="84940" y="15853"/>
                      <a:pt x="80769" y="13707"/>
                      <a:pt x="80769" y="18594"/>
                    </a:cubicBezTo>
                    <a:cubicBezTo>
                      <a:pt x="80769" y="23481"/>
                      <a:pt x="72902" y="22170"/>
                      <a:pt x="68849" y="21455"/>
                    </a:cubicBezTo>
                    <a:cubicBezTo>
                      <a:pt x="64797" y="20740"/>
                      <a:pt x="60267" y="22170"/>
                      <a:pt x="60267" y="26461"/>
                    </a:cubicBezTo>
                    <a:cubicBezTo>
                      <a:pt x="60267" y="30752"/>
                      <a:pt x="59552" y="39930"/>
                      <a:pt x="53950" y="34923"/>
                    </a:cubicBezTo>
                    <a:cubicBezTo>
                      <a:pt x="48348" y="29917"/>
                      <a:pt x="42627" y="17164"/>
                      <a:pt x="40481" y="18594"/>
                    </a:cubicBezTo>
                    <a:cubicBezTo>
                      <a:pt x="38336" y="20024"/>
                      <a:pt x="33449" y="35639"/>
                      <a:pt x="28562" y="35639"/>
                    </a:cubicBezTo>
                    <a:cubicBezTo>
                      <a:pt x="25463" y="35639"/>
                      <a:pt x="15332" y="36473"/>
                      <a:pt x="8061" y="37069"/>
                    </a:cubicBezTo>
                    <a:cubicBezTo>
                      <a:pt x="6154" y="41014"/>
                      <a:pt x="7298" y="45758"/>
                      <a:pt x="10803" y="48392"/>
                    </a:cubicBezTo>
                    <a:cubicBezTo>
                      <a:pt x="13544" y="49942"/>
                      <a:pt x="9253" y="56378"/>
                      <a:pt x="6035" y="57927"/>
                    </a:cubicBezTo>
                    <a:cubicBezTo>
                      <a:pt x="2817" y="59477"/>
                      <a:pt x="-2428" y="57927"/>
                      <a:pt x="1267" y="63768"/>
                    </a:cubicBezTo>
                    <a:cubicBezTo>
                      <a:pt x="4962" y="69608"/>
                      <a:pt x="11875" y="70204"/>
                      <a:pt x="8180" y="75687"/>
                    </a:cubicBezTo>
                    <a:cubicBezTo>
                      <a:pt x="5606" y="78774"/>
                      <a:pt x="6035" y="83363"/>
                      <a:pt x="9122" y="85926"/>
                    </a:cubicBezTo>
                    <a:cubicBezTo>
                      <a:pt x="10362" y="86963"/>
                      <a:pt x="11923" y="87559"/>
                      <a:pt x="13544" y="87606"/>
                    </a:cubicBezTo>
                    <a:cubicBezTo>
                      <a:pt x="18789" y="87606"/>
                      <a:pt x="26298" y="87010"/>
                      <a:pt x="24629" y="91301"/>
                    </a:cubicBezTo>
                    <a:cubicBezTo>
                      <a:pt x="23401" y="93876"/>
                      <a:pt x="22519" y="96605"/>
                      <a:pt x="22007" y="99406"/>
                    </a:cubicBezTo>
                    <a:cubicBezTo>
                      <a:pt x="26083" y="98715"/>
                      <a:pt x="30076" y="97595"/>
                      <a:pt x="33926" y="96069"/>
                    </a:cubicBezTo>
                    <a:cubicBezTo>
                      <a:pt x="41316" y="92255"/>
                      <a:pt x="38098" y="85461"/>
                      <a:pt x="50494" y="81885"/>
                    </a:cubicBezTo>
                    <a:cubicBezTo>
                      <a:pt x="63450" y="80348"/>
                      <a:pt x="76263" y="85735"/>
                      <a:pt x="84225" y="96069"/>
                    </a:cubicBezTo>
                    <a:cubicBezTo>
                      <a:pt x="89112" y="103578"/>
                      <a:pt x="90542" y="104293"/>
                      <a:pt x="91615" y="110253"/>
                    </a:cubicBezTo>
                    <a:cubicBezTo>
                      <a:pt x="94785" y="122685"/>
                      <a:pt x="102986" y="133221"/>
                      <a:pt x="114262" y="139336"/>
                    </a:cubicBezTo>
                    <a:cubicBezTo>
                      <a:pt x="131306" y="150302"/>
                      <a:pt x="138100" y="163174"/>
                      <a:pt x="146921" y="167346"/>
                    </a:cubicBezTo>
                    <a:cubicBezTo>
                      <a:pt x="155741" y="171518"/>
                      <a:pt x="164561" y="170803"/>
                      <a:pt x="169925" y="177239"/>
                    </a:cubicBezTo>
                    <a:cubicBezTo>
                      <a:pt x="175765" y="183330"/>
                      <a:pt x="182893" y="188050"/>
                      <a:pt x="190783" y="191065"/>
                    </a:cubicBezTo>
                    <a:cubicBezTo>
                      <a:pt x="199365" y="194999"/>
                      <a:pt x="199723" y="204177"/>
                      <a:pt x="207828" y="205249"/>
                    </a:cubicBezTo>
                    <a:cubicBezTo>
                      <a:pt x="215933" y="206322"/>
                      <a:pt x="210688" y="213354"/>
                      <a:pt x="215575" y="219433"/>
                    </a:cubicBezTo>
                    <a:cubicBezTo>
                      <a:pt x="220987" y="227097"/>
                      <a:pt x="221416" y="237217"/>
                      <a:pt x="216648" y="245298"/>
                    </a:cubicBezTo>
                    <a:cubicBezTo>
                      <a:pt x="211404" y="252330"/>
                      <a:pt x="214145" y="264369"/>
                      <a:pt x="217721" y="264369"/>
                    </a:cubicBezTo>
                    <a:cubicBezTo>
                      <a:pt x="221296" y="264369"/>
                      <a:pt x="228686" y="251615"/>
                      <a:pt x="229640" y="244583"/>
                    </a:cubicBezTo>
                    <a:cubicBezTo>
                      <a:pt x="230593" y="237550"/>
                      <a:pt x="237864" y="237789"/>
                      <a:pt x="243466" y="230399"/>
                    </a:cubicBezTo>
                    <a:cubicBezTo>
                      <a:pt x="249068" y="223009"/>
                      <a:pt x="235004" y="221102"/>
                      <a:pt x="232501" y="211566"/>
                    </a:cubicBezTo>
                    <a:cubicBezTo>
                      <a:pt x="229998" y="202031"/>
                      <a:pt x="243109" y="193568"/>
                      <a:pt x="255505" y="201316"/>
                    </a:cubicBezTo>
                    <a:cubicBezTo>
                      <a:pt x="267901" y="209064"/>
                      <a:pt x="272907" y="214427"/>
                      <a:pt x="273622" y="202389"/>
                    </a:cubicBezTo>
                    <a:cubicBezTo>
                      <a:pt x="274337" y="190350"/>
                      <a:pt x="235719" y="174259"/>
                      <a:pt x="226541" y="168657"/>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grpSp>
        <p:grpSp>
          <p:nvGrpSpPr>
            <p:cNvPr id="21" name="Group 20">
              <a:extLst>
                <a:ext uri="{FF2B5EF4-FFF2-40B4-BE49-F238E27FC236}">
                  <a16:creationId xmlns:a16="http://schemas.microsoft.com/office/drawing/2014/main" id="{2192ECD7-C075-4409-B758-FDE11A8EEB99}"/>
                </a:ext>
              </a:extLst>
            </p:cNvPr>
            <p:cNvGrpSpPr/>
            <p:nvPr/>
          </p:nvGrpSpPr>
          <p:grpSpPr>
            <a:xfrm>
              <a:off x="2030925" y="515227"/>
              <a:ext cx="6817210" cy="4256652"/>
              <a:chOff x="2030925" y="5868391"/>
              <a:chExt cx="6817210" cy="4256652"/>
            </a:xfrm>
            <a:solidFill>
              <a:schemeClr val="bg1">
                <a:lumMod val="85000"/>
              </a:schemeClr>
            </a:solidFill>
          </p:grpSpPr>
          <p:sp>
            <p:nvSpPr>
              <p:cNvPr id="22" name="Freeform: Shape 21">
                <a:extLst>
                  <a:ext uri="{FF2B5EF4-FFF2-40B4-BE49-F238E27FC236}">
                    <a16:creationId xmlns:a16="http://schemas.microsoft.com/office/drawing/2014/main" id="{CFEB0BF5-811B-4E8A-97B0-0950A29B6A66}"/>
                  </a:ext>
                </a:extLst>
              </p:cNvPr>
              <p:cNvSpPr/>
              <p:nvPr/>
            </p:nvSpPr>
            <p:spPr>
              <a:xfrm>
                <a:off x="4549699" y="9032267"/>
                <a:ext cx="303344" cy="301880"/>
              </a:xfrm>
              <a:custGeom>
                <a:avLst/>
                <a:gdLst>
                  <a:gd name="connsiteX0" fmla="*/ 111922 w 303344"/>
                  <a:gd name="connsiteY0" fmla="*/ 290591 h 301880"/>
                  <a:gd name="connsiteX1" fmla="*/ 125391 w 303344"/>
                  <a:gd name="connsiteY1" fmla="*/ 283559 h 301880"/>
                  <a:gd name="connsiteX2" fmla="*/ 138144 w 303344"/>
                  <a:gd name="connsiteY2" fmla="*/ 300484 h 301880"/>
                  <a:gd name="connsiteX3" fmla="*/ 168658 w 303344"/>
                  <a:gd name="connsiteY3" fmla="*/ 299769 h 301880"/>
                  <a:gd name="connsiteX4" fmla="*/ 184152 w 303344"/>
                  <a:gd name="connsiteY4" fmla="*/ 284274 h 301880"/>
                  <a:gd name="connsiteX5" fmla="*/ 184152 w 303344"/>
                  <a:gd name="connsiteY5" fmla="*/ 126225 h 301880"/>
                  <a:gd name="connsiteX6" fmla="*/ 207991 w 303344"/>
                  <a:gd name="connsiteY6" fmla="*/ 117047 h 301880"/>
                  <a:gd name="connsiteX7" fmla="*/ 207991 w 303344"/>
                  <a:gd name="connsiteY7" fmla="*/ 35043 h 301880"/>
                  <a:gd name="connsiteX8" fmla="*/ 230637 w 303344"/>
                  <a:gd name="connsiteY8" fmla="*/ 32182 h 301880"/>
                  <a:gd name="connsiteX9" fmla="*/ 257575 w 303344"/>
                  <a:gd name="connsiteY9" fmla="*/ 24434 h 301880"/>
                  <a:gd name="connsiteX10" fmla="*/ 270329 w 303344"/>
                  <a:gd name="connsiteY10" fmla="*/ 33612 h 301880"/>
                  <a:gd name="connsiteX11" fmla="*/ 287254 w 303344"/>
                  <a:gd name="connsiteY11" fmla="*/ 23004 h 301880"/>
                  <a:gd name="connsiteX12" fmla="*/ 303345 w 303344"/>
                  <a:gd name="connsiteY12" fmla="*/ 19905 h 301880"/>
                  <a:gd name="connsiteX13" fmla="*/ 301438 w 303344"/>
                  <a:gd name="connsiteY13" fmla="*/ 14422 h 301880"/>
                  <a:gd name="connsiteX14" fmla="*/ 251139 w 303344"/>
                  <a:gd name="connsiteY14" fmla="*/ 17998 h 301880"/>
                  <a:gd name="connsiteX15" fmla="*/ 214070 w 303344"/>
                  <a:gd name="connsiteY15" fmla="*/ 20382 h 301880"/>
                  <a:gd name="connsiteX16" fmla="*/ 161267 w 303344"/>
                  <a:gd name="connsiteY16" fmla="*/ 20382 h 301880"/>
                  <a:gd name="connsiteX17" fmla="*/ 152924 w 303344"/>
                  <a:gd name="connsiteY17" fmla="*/ 11919 h 301880"/>
                  <a:gd name="connsiteX18" fmla="*/ 70920 w 303344"/>
                  <a:gd name="connsiteY18" fmla="*/ 11919 h 301880"/>
                  <a:gd name="connsiteX19" fmla="*/ 49346 w 303344"/>
                  <a:gd name="connsiteY19" fmla="*/ 5960 h 301880"/>
                  <a:gd name="connsiteX20" fmla="*/ 26580 w 303344"/>
                  <a:gd name="connsiteY20" fmla="*/ 4768 h 301880"/>
                  <a:gd name="connsiteX21" fmla="*/ 15853 w 303344"/>
                  <a:gd name="connsiteY21" fmla="*/ 0 h 301880"/>
                  <a:gd name="connsiteX22" fmla="*/ 7390 w 303344"/>
                  <a:gd name="connsiteY22" fmla="*/ 5960 h 301880"/>
                  <a:gd name="connsiteX23" fmla="*/ 0 w 303344"/>
                  <a:gd name="connsiteY23" fmla="*/ 7986 h 301880"/>
                  <a:gd name="connsiteX24" fmla="*/ 13469 w 303344"/>
                  <a:gd name="connsiteY24" fmla="*/ 39333 h 301880"/>
                  <a:gd name="connsiteX25" fmla="*/ 37307 w 303344"/>
                  <a:gd name="connsiteY25" fmla="*/ 88202 h 301880"/>
                  <a:gd name="connsiteX26" fmla="*/ 61742 w 303344"/>
                  <a:gd name="connsiteY26" fmla="*/ 138144 h 301880"/>
                  <a:gd name="connsiteX27" fmla="*/ 62815 w 303344"/>
                  <a:gd name="connsiteY27" fmla="*/ 178550 h 301880"/>
                  <a:gd name="connsiteX28" fmla="*/ 71277 w 303344"/>
                  <a:gd name="connsiteY28" fmla="*/ 216096 h 301880"/>
                  <a:gd name="connsiteX29" fmla="*/ 87607 w 303344"/>
                  <a:gd name="connsiteY29" fmla="*/ 274142 h 301880"/>
                  <a:gd name="connsiteX30" fmla="*/ 102506 w 303344"/>
                  <a:gd name="connsiteY30" fmla="*/ 293333 h 301880"/>
                  <a:gd name="connsiteX31" fmla="*/ 111922 w 303344"/>
                  <a:gd name="connsiteY31" fmla="*/ 290591 h 30188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303344" h="301880">
                    <a:moveTo>
                      <a:pt x="111922" y="290591"/>
                    </a:moveTo>
                    <a:cubicBezTo>
                      <a:pt x="111922" y="285585"/>
                      <a:pt x="120384" y="276407"/>
                      <a:pt x="125391" y="283559"/>
                    </a:cubicBezTo>
                    <a:cubicBezTo>
                      <a:pt x="130397" y="290710"/>
                      <a:pt x="128251" y="300484"/>
                      <a:pt x="138144" y="300484"/>
                    </a:cubicBezTo>
                    <a:cubicBezTo>
                      <a:pt x="148037" y="300484"/>
                      <a:pt x="165797" y="304060"/>
                      <a:pt x="168658" y="299769"/>
                    </a:cubicBezTo>
                    <a:cubicBezTo>
                      <a:pt x="171518" y="295478"/>
                      <a:pt x="184152" y="292021"/>
                      <a:pt x="184152" y="284274"/>
                    </a:cubicBezTo>
                    <a:lnTo>
                      <a:pt x="184152" y="126225"/>
                    </a:lnTo>
                    <a:cubicBezTo>
                      <a:pt x="184152" y="120504"/>
                      <a:pt x="207991" y="126225"/>
                      <a:pt x="207991" y="117047"/>
                    </a:cubicBezTo>
                    <a:lnTo>
                      <a:pt x="207991" y="35043"/>
                    </a:lnTo>
                    <a:cubicBezTo>
                      <a:pt x="215583" y="34494"/>
                      <a:pt x="223140" y="33541"/>
                      <a:pt x="230637" y="32182"/>
                    </a:cubicBezTo>
                    <a:cubicBezTo>
                      <a:pt x="235524" y="30752"/>
                      <a:pt x="253284" y="21574"/>
                      <a:pt x="257575" y="24434"/>
                    </a:cubicBezTo>
                    <a:cubicBezTo>
                      <a:pt x="261866" y="27295"/>
                      <a:pt x="267468" y="37188"/>
                      <a:pt x="270329" y="33612"/>
                    </a:cubicBezTo>
                    <a:cubicBezTo>
                      <a:pt x="274334" y="27963"/>
                      <a:pt x="280424" y="24148"/>
                      <a:pt x="287254" y="23004"/>
                    </a:cubicBezTo>
                    <a:cubicBezTo>
                      <a:pt x="292701" y="22492"/>
                      <a:pt x="298088" y="21454"/>
                      <a:pt x="303345" y="19905"/>
                    </a:cubicBezTo>
                    <a:cubicBezTo>
                      <a:pt x="302320" y="18236"/>
                      <a:pt x="301676" y="16365"/>
                      <a:pt x="301438" y="14422"/>
                    </a:cubicBezTo>
                    <a:cubicBezTo>
                      <a:pt x="301438" y="8344"/>
                      <a:pt x="258290" y="15614"/>
                      <a:pt x="251139" y="17998"/>
                    </a:cubicBezTo>
                    <a:cubicBezTo>
                      <a:pt x="239148" y="21753"/>
                      <a:pt x="226442" y="22563"/>
                      <a:pt x="214070" y="20382"/>
                    </a:cubicBezTo>
                    <a:cubicBezTo>
                      <a:pt x="206799" y="16806"/>
                      <a:pt x="161267" y="20382"/>
                      <a:pt x="161267" y="20382"/>
                    </a:cubicBezTo>
                    <a:lnTo>
                      <a:pt x="152924" y="11919"/>
                    </a:lnTo>
                    <a:lnTo>
                      <a:pt x="70920" y="11919"/>
                    </a:lnTo>
                    <a:cubicBezTo>
                      <a:pt x="63268" y="12348"/>
                      <a:pt x="55687" y="10262"/>
                      <a:pt x="49346" y="5960"/>
                    </a:cubicBezTo>
                    <a:cubicBezTo>
                      <a:pt x="42564" y="1395"/>
                      <a:pt x="33803" y="930"/>
                      <a:pt x="26580" y="4768"/>
                    </a:cubicBezTo>
                    <a:cubicBezTo>
                      <a:pt x="18236" y="8344"/>
                      <a:pt x="21812" y="0"/>
                      <a:pt x="15853" y="0"/>
                    </a:cubicBezTo>
                    <a:cubicBezTo>
                      <a:pt x="12122" y="203"/>
                      <a:pt x="8844" y="2515"/>
                      <a:pt x="7390" y="5960"/>
                    </a:cubicBezTo>
                    <a:lnTo>
                      <a:pt x="0" y="7986"/>
                    </a:lnTo>
                    <a:cubicBezTo>
                      <a:pt x="1264" y="19548"/>
                      <a:pt x="5948" y="30466"/>
                      <a:pt x="13469" y="39333"/>
                    </a:cubicBezTo>
                    <a:cubicBezTo>
                      <a:pt x="23755" y="54376"/>
                      <a:pt x="31789" y="70836"/>
                      <a:pt x="37307" y="88202"/>
                    </a:cubicBezTo>
                    <a:cubicBezTo>
                      <a:pt x="42671" y="105485"/>
                      <a:pt x="57808" y="125033"/>
                      <a:pt x="61742" y="138144"/>
                    </a:cubicBezTo>
                    <a:cubicBezTo>
                      <a:pt x="65675" y="151255"/>
                      <a:pt x="58881" y="169968"/>
                      <a:pt x="62815" y="178550"/>
                    </a:cubicBezTo>
                    <a:cubicBezTo>
                      <a:pt x="67141" y="190672"/>
                      <a:pt x="69990" y="203282"/>
                      <a:pt x="71277" y="216096"/>
                    </a:cubicBezTo>
                    <a:cubicBezTo>
                      <a:pt x="73423" y="230637"/>
                      <a:pt x="74495" y="261389"/>
                      <a:pt x="87607" y="274142"/>
                    </a:cubicBezTo>
                    <a:cubicBezTo>
                      <a:pt x="93268" y="279971"/>
                      <a:pt x="98262" y="286407"/>
                      <a:pt x="102506" y="293333"/>
                    </a:cubicBezTo>
                    <a:cubicBezTo>
                      <a:pt x="107512" y="293690"/>
                      <a:pt x="111922" y="294286"/>
                      <a:pt x="111922" y="290591"/>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23" name="Freeform: Shape 22">
                <a:extLst>
                  <a:ext uri="{FF2B5EF4-FFF2-40B4-BE49-F238E27FC236}">
                    <a16:creationId xmlns:a16="http://schemas.microsoft.com/office/drawing/2014/main" id="{0D5A6ED7-BA8B-4665-A1C0-4F4E9E6DDA1C}"/>
                  </a:ext>
                </a:extLst>
              </p:cNvPr>
              <p:cNvSpPr/>
              <p:nvPr/>
            </p:nvSpPr>
            <p:spPr>
              <a:xfrm>
                <a:off x="4853759" y="8998416"/>
                <a:ext cx="188008" cy="166154"/>
              </a:xfrm>
              <a:custGeom>
                <a:avLst/>
                <a:gdLst>
                  <a:gd name="connsiteX0" fmla="*/ 126702 w 188008"/>
                  <a:gd name="connsiteY0" fmla="*/ 7747 h 166154"/>
                  <a:gd name="connsiteX1" fmla="*/ 123245 w 188008"/>
                  <a:gd name="connsiteY1" fmla="*/ 0 h 166154"/>
                  <a:gd name="connsiteX2" fmla="*/ 102625 w 188008"/>
                  <a:gd name="connsiteY2" fmla="*/ 0 h 166154"/>
                  <a:gd name="connsiteX3" fmla="*/ 89156 w 188008"/>
                  <a:gd name="connsiteY3" fmla="*/ 11919 h 166154"/>
                  <a:gd name="connsiteX4" fmla="*/ 67225 w 188008"/>
                  <a:gd name="connsiteY4" fmla="*/ 28964 h 166154"/>
                  <a:gd name="connsiteX5" fmla="*/ 42432 w 188008"/>
                  <a:gd name="connsiteY5" fmla="*/ 55901 h 166154"/>
                  <a:gd name="connsiteX6" fmla="*/ 11919 w 188008"/>
                  <a:gd name="connsiteY6" fmla="*/ 50895 h 166154"/>
                  <a:gd name="connsiteX7" fmla="*/ 0 w 188008"/>
                  <a:gd name="connsiteY7" fmla="*/ 52802 h 166154"/>
                  <a:gd name="connsiteX8" fmla="*/ 13707 w 188008"/>
                  <a:gd name="connsiteY8" fmla="*/ 66390 h 166154"/>
                  <a:gd name="connsiteX9" fmla="*/ 26938 w 188008"/>
                  <a:gd name="connsiteY9" fmla="*/ 95235 h 166154"/>
                  <a:gd name="connsiteX10" fmla="*/ 50776 w 188008"/>
                  <a:gd name="connsiteY10" fmla="*/ 111921 h 166154"/>
                  <a:gd name="connsiteX11" fmla="*/ 60311 w 188008"/>
                  <a:gd name="connsiteY11" fmla="*/ 129920 h 166154"/>
                  <a:gd name="connsiteX12" fmla="*/ 77118 w 188008"/>
                  <a:gd name="connsiteY12" fmla="*/ 146726 h 166154"/>
                  <a:gd name="connsiteX13" fmla="*/ 94043 w 188008"/>
                  <a:gd name="connsiteY13" fmla="*/ 156857 h 166154"/>
                  <a:gd name="connsiteX14" fmla="*/ 116808 w 188008"/>
                  <a:gd name="connsiteY14" fmla="*/ 161148 h 166154"/>
                  <a:gd name="connsiteX15" fmla="*/ 144104 w 188008"/>
                  <a:gd name="connsiteY15" fmla="*/ 166154 h 166154"/>
                  <a:gd name="connsiteX16" fmla="*/ 167942 w 188008"/>
                  <a:gd name="connsiteY16" fmla="*/ 142316 h 166154"/>
                  <a:gd name="connsiteX17" fmla="*/ 174259 w 188008"/>
                  <a:gd name="connsiteY17" fmla="*/ 118477 h 166154"/>
                  <a:gd name="connsiteX18" fmla="*/ 187132 w 188008"/>
                  <a:gd name="connsiteY18" fmla="*/ 100360 h 166154"/>
                  <a:gd name="connsiteX19" fmla="*/ 179623 w 188008"/>
                  <a:gd name="connsiteY19" fmla="*/ 82362 h 166154"/>
                  <a:gd name="connsiteX20" fmla="*/ 186060 w 188008"/>
                  <a:gd name="connsiteY20" fmla="*/ 61026 h 166154"/>
                  <a:gd name="connsiteX21" fmla="*/ 184987 w 188008"/>
                  <a:gd name="connsiteY21" fmla="*/ 23838 h 166154"/>
                  <a:gd name="connsiteX22" fmla="*/ 157334 w 188008"/>
                  <a:gd name="connsiteY22" fmla="*/ 14303 h 166154"/>
                  <a:gd name="connsiteX23" fmla="*/ 126702 w 188008"/>
                  <a:gd name="connsiteY23" fmla="*/ 7747 h 166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88008" h="166154">
                    <a:moveTo>
                      <a:pt x="126702" y="7747"/>
                    </a:moveTo>
                    <a:lnTo>
                      <a:pt x="123245" y="0"/>
                    </a:lnTo>
                    <a:lnTo>
                      <a:pt x="102625" y="0"/>
                    </a:lnTo>
                    <a:cubicBezTo>
                      <a:pt x="89156" y="3576"/>
                      <a:pt x="89156" y="7867"/>
                      <a:pt x="89156" y="11919"/>
                    </a:cubicBezTo>
                    <a:cubicBezTo>
                      <a:pt x="89156" y="15972"/>
                      <a:pt x="76402" y="26103"/>
                      <a:pt x="67225" y="28964"/>
                    </a:cubicBezTo>
                    <a:cubicBezTo>
                      <a:pt x="58047" y="31825"/>
                      <a:pt x="48035" y="52802"/>
                      <a:pt x="42432" y="55901"/>
                    </a:cubicBezTo>
                    <a:cubicBezTo>
                      <a:pt x="36830" y="59000"/>
                      <a:pt x="17641" y="51610"/>
                      <a:pt x="11919" y="50895"/>
                    </a:cubicBezTo>
                    <a:cubicBezTo>
                      <a:pt x="7879" y="51026"/>
                      <a:pt x="3874" y="51670"/>
                      <a:pt x="0" y="52802"/>
                    </a:cubicBezTo>
                    <a:cubicBezTo>
                      <a:pt x="3576" y="59000"/>
                      <a:pt x="10966" y="66390"/>
                      <a:pt x="13707" y="66390"/>
                    </a:cubicBezTo>
                    <a:cubicBezTo>
                      <a:pt x="16449" y="66390"/>
                      <a:pt x="18475" y="91659"/>
                      <a:pt x="26938" y="95235"/>
                    </a:cubicBezTo>
                    <a:cubicBezTo>
                      <a:pt x="35400" y="98811"/>
                      <a:pt x="50776" y="107154"/>
                      <a:pt x="50776" y="111921"/>
                    </a:cubicBezTo>
                    <a:cubicBezTo>
                      <a:pt x="50776" y="116689"/>
                      <a:pt x="60311" y="122768"/>
                      <a:pt x="60311" y="129920"/>
                    </a:cubicBezTo>
                    <a:cubicBezTo>
                      <a:pt x="61623" y="138597"/>
                      <a:pt x="68440" y="145415"/>
                      <a:pt x="77118" y="146726"/>
                    </a:cubicBezTo>
                    <a:cubicBezTo>
                      <a:pt x="92374" y="146726"/>
                      <a:pt x="94043" y="152566"/>
                      <a:pt x="94043" y="156857"/>
                    </a:cubicBezTo>
                    <a:cubicBezTo>
                      <a:pt x="94043" y="161148"/>
                      <a:pt x="114187" y="156857"/>
                      <a:pt x="116808" y="161148"/>
                    </a:cubicBezTo>
                    <a:cubicBezTo>
                      <a:pt x="119431" y="165439"/>
                      <a:pt x="139217" y="163532"/>
                      <a:pt x="144104" y="166154"/>
                    </a:cubicBezTo>
                    <a:cubicBezTo>
                      <a:pt x="152447" y="158621"/>
                      <a:pt x="160409" y="150659"/>
                      <a:pt x="167942" y="142316"/>
                    </a:cubicBezTo>
                    <a:cubicBezTo>
                      <a:pt x="174259" y="133853"/>
                      <a:pt x="169015" y="122172"/>
                      <a:pt x="174259" y="118477"/>
                    </a:cubicBezTo>
                    <a:cubicBezTo>
                      <a:pt x="179504" y="114782"/>
                      <a:pt x="191304" y="101433"/>
                      <a:pt x="187132" y="100360"/>
                    </a:cubicBezTo>
                    <a:cubicBezTo>
                      <a:pt x="182960" y="99287"/>
                      <a:pt x="186060" y="88441"/>
                      <a:pt x="179623" y="82362"/>
                    </a:cubicBezTo>
                    <a:cubicBezTo>
                      <a:pt x="173187" y="76283"/>
                      <a:pt x="187132" y="72826"/>
                      <a:pt x="186060" y="61026"/>
                    </a:cubicBezTo>
                    <a:cubicBezTo>
                      <a:pt x="184987" y="49227"/>
                      <a:pt x="188086" y="25984"/>
                      <a:pt x="184987" y="23838"/>
                    </a:cubicBezTo>
                    <a:cubicBezTo>
                      <a:pt x="175463" y="21645"/>
                      <a:pt x="166190" y="18451"/>
                      <a:pt x="157334" y="14303"/>
                    </a:cubicBezTo>
                    <a:cubicBezTo>
                      <a:pt x="147644" y="10143"/>
                      <a:pt x="137238" y="7914"/>
                      <a:pt x="126702" y="7747"/>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24" name="Freeform: Shape 23">
                <a:extLst>
                  <a:ext uri="{FF2B5EF4-FFF2-40B4-BE49-F238E27FC236}">
                    <a16:creationId xmlns:a16="http://schemas.microsoft.com/office/drawing/2014/main" id="{5E8B078C-734B-4FFD-89FE-A4980FD834A1}"/>
                  </a:ext>
                </a:extLst>
              </p:cNvPr>
              <p:cNvSpPr/>
              <p:nvPr/>
            </p:nvSpPr>
            <p:spPr>
              <a:xfrm>
                <a:off x="4734209" y="9051934"/>
                <a:ext cx="213950" cy="229202"/>
              </a:xfrm>
              <a:custGeom>
                <a:avLst/>
                <a:gdLst>
                  <a:gd name="connsiteX0" fmla="*/ 196310 w 213950"/>
                  <a:gd name="connsiteY0" fmla="*/ 93924 h 229202"/>
                  <a:gd name="connsiteX1" fmla="*/ 179504 w 213950"/>
                  <a:gd name="connsiteY1" fmla="*/ 77117 h 229202"/>
                  <a:gd name="connsiteX2" fmla="*/ 169969 w 213950"/>
                  <a:gd name="connsiteY2" fmla="*/ 59120 h 229202"/>
                  <a:gd name="connsiteX3" fmla="*/ 146130 w 213950"/>
                  <a:gd name="connsiteY3" fmla="*/ 42432 h 229202"/>
                  <a:gd name="connsiteX4" fmla="*/ 132899 w 213950"/>
                  <a:gd name="connsiteY4" fmla="*/ 13588 h 229202"/>
                  <a:gd name="connsiteX5" fmla="*/ 119192 w 213950"/>
                  <a:gd name="connsiteY5" fmla="*/ 0 h 229202"/>
                  <a:gd name="connsiteX6" fmla="*/ 103101 w 213950"/>
                  <a:gd name="connsiteY6" fmla="*/ 3099 h 229202"/>
                  <a:gd name="connsiteX7" fmla="*/ 86176 w 213950"/>
                  <a:gd name="connsiteY7" fmla="*/ 13707 h 229202"/>
                  <a:gd name="connsiteX8" fmla="*/ 73423 w 213950"/>
                  <a:gd name="connsiteY8" fmla="*/ 4529 h 229202"/>
                  <a:gd name="connsiteX9" fmla="*/ 46485 w 213950"/>
                  <a:gd name="connsiteY9" fmla="*/ 12277 h 229202"/>
                  <a:gd name="connsiteX10" fmla="*/ 23838 w 213950"/>
                  <a:gd name="connsiteY10" fmla="*/ 15138 h 229202"/>
                  <a:gd name="connsiteX11" fmla="*/ 23838 w 213950"/>
                  <a:gd name="connsiteY11" fmla="*/ 97380 h 229202"/>
                  <a:gd name="connsiteX12" fmla="*/ 0 w 213950"/>
                  <a:gd name="connsiteY12" fmla="*/ 106558 h 229202"/>
                  <a:gd name="connsiteX13" fmla="*/ 0 w 213950"/>
                  <a:gd name="connsiteY13" fmla="*/ 177001 h 229202"/>
                  <a:gd name="connsiteX14" fmla="*/ 11919 w 213950"/>
                  <a:gd name="connsiteY14" fmla="*/ 184510 h 229202"/>
                  <a:gd name="connsiteX15" fmla="*/ 19667 w 213950"/>
                  <a:gd name="connsiteY15" fmla="*/ 211448 h 229202"/>
                  <a:gd name="connsiteX16" fmla="*/ 14661 w 213950"/>
                  <a:gd name="connsiteY16" fmla="*/ 217050 h 229202"/>
                  <a:gd name="connsiteX17" fmla="*/ 18952 w 213950"/>
                  <a:gd name="connsiteY17" fmla="*/ 227657 h 229202"/>
                  <a:gd name="connsiteX18" fmla="*/ 42790 w 213950"/>
                  <a:gd name="connsiteY18" fmla="*/ 226227 h 229202"/>
                  <a:gd name="connsiteX19" fmla="*/ 64721 w 213950"/>
                  <a:gd name="connsiteY19" fmla="*/ 201435 h 229202"/>
                  <a:gd name="connsiteX20" fmla="*/ 81051 w 213950"/>
                  <a:gd name="connsiteY20" fmla="*/ 188801 h 229202"/>
                  <a:gd name="connsiteX21" fmla="*/ 109419 w 213950"/>
                  <a:gd name="connsiteY21" fmla="*/ 197979 h 229202"/>
                  <a:gd name="connsiteX22" fmla="*/ 132065 w 213950"/>
                  <a:gd name="connsiteY22" fmla="*/ 187370 h 229202"/>
                  <a:gd name="connsiteX23" fmla="*/ 141243 w 213950"/>
                  <a:gd name="connsiteY23" fmla="*/ 169611 h 229202"/>
                  <a:gd name="connsiteX24" fmla="*/ 161863 w 213950"/>
                  <a:gd name="connsiteY24" fmla="*/ 154712 h 229202"/>
                  <a:gd name="connsiteX25" fmla="*/ 171756 w 213950"/>
                  <a:gd name="connsiteY25" fmla="*/ 138383 h 229202"/>
                  <a:gd name="connsiteX26" fmla="*/ 190946 w 213950"/>
                  <a:gd name="connsiteY26" fmla="*/ 124199 h 229202"/>
                  <a:gd name="connsiteX27" fmla="*/ 205726 w 213950"/>
                  <a:gd name="connsiteY27" fmla="*/ 115736 h 229202"/>
                  <a:gd name="connsiteX28" fmla="*/ 213951 w 213950"/>
                  <a:gd name="connsiteY28" fmla="*/ 103817 h 229202"/>
                  <a:gd name="connsiteX29" fmla="*/ 213951 w 213950"/>
                  <a:gd name="connsiteY29" fmla="*/ 103817 h 229202"/>
                  <a:gd name="connsiteX30" fmla="*/ 196310 w 213950"/>
                  <a:gd name="connsiteY30" fmla="*/ 93924 h 229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13950" h="229202">
                    <a:moveTo>
                      <a:pt x="196310" y="93924"/>
                    </a:moveTo>
                    <a:cubicBezTo>
                      <a:pt x="187633" y="92613"/>
                      <a:pt x="180815" y="85795"/>
                      <a:pt x="179504" y="77117"/>
                    </a:cubicBezTo>
                    <a:cubicBezTo>
                      <a:pt x="179504" y="69966"/>
                      <a:pt x="169969" y="64006"/>
                      <a:pt x="169969" y="59120"/>
                    </a:cubicBezTo>
                    <a:cubicBezTo>
                      <a:pt x="169969" y="54233"/>
                      <a:pt x="154354" y="46008"/>
                      <a:pt x="146130" y="42432"/>
                    </a:cubicBezTo>
                    <a:cubicBezTo>
                      <a:pt x="137906" y="38857"/>
                      <a:pt x="136475" y="13588"/>
                      <a:pt x="132899" y="13588"/>
                    </a:cubicBezTo>
                    <a:cubicBezTo>
                      <a:pt x="129324" y="13588"/>
                      <a:pt x="122768" y="6198"/>
                      <a:pt x="119192" y="0"/>
                    </a:cubicBezTo>
                    <a:cubicBezTo>
                      <a:pt x="113936" y="1550"/>
                      <a:pt x="108548" y="2587"/>
                      <a:pt x="103101" y="3099"/>
                    </a:cubicBezTo>
                    <a:cubicBezTo>
                      <a:pt x="96272" y="4243"/>
                      <a:pt x="90181" y="8057"/>
                      <a:pt x="86176" y="13707"/>
                    </a:cubicBezTo>
                    <a:cubicBezTo>
                      <a:pt x="83315" y="17283"/>
                      <a:pt x="77594" y="7271"/>
                      <a:pt x="73423" y="4529"/>
                    </a:cubicBezTo>
                    <a:cubicBezTo>
                      <a:pt x="69251" y="1788"/>
                      <a:pt x="51372" y="10847"/>
                      <a:pt x="46485" y="12277"/>
                    </a:cubicBezTo>
                    <a:cubicBezTo>
                      <a:pt x="38988" y="13636"/>
                      <a:pt x="31431" y="14589"/>
                      <a:pt x="23838" y="15138"/>
                    </a:cubicBezTo>
                    <a:lnTo>
                      <a:pt x="23838" y="97380"/>
                    </a:lnTo>
                    <a:cubicBezTo>
                      <a:pt x="23838" y="106558"/>
                      <a:pt x="0" y="100837"/>
                      <a:pt x="0" y="106558"/>
                    </a:cubicBezTo>
                    <a:lnTo>
                      <a:pt x="0" y="177001"/>
                    </a:lnTo>
                    <a:cubicBezTo>
                      <a:pt x="5244" y="178908"/>
                      <a:pt x="10131" y="181411"/>
                      <a:pt x="11919" y="184510"/>
                    </a:cubicBezTo>
                    <a:cubicBezTo>
                      <a:pt x="16055" y="192960"/>
                      <a:pt x="18677" y="202079"/>
                      <a:pt x="19667" y="211448"/>
                    </a:cubicBezTo>
                    <a:cubicBezTo>
                      <a:pt x="18236" y="215619"/>
                      <a:pt x="14661" y="212878"/>
                      <a:pt x="14661" y="217050"/>
                    </a:cubicBezTo>
                    <a:cubicBezTo>
                      <a:pt x="14661" y="221221"/>
                      <a:pt x="11919" y="227657"/>
                      <a:pt x="18952" y="227657"/>
                    </a:cubicBezTo>
                    <a:cubicBezTo>
                      <a:pt x="25984" y="227657"/>
                      <a:pt x="38022" y="231949"/>
                      <a:pt x="42790" y="226227"/>
                    </a:cubicBezTo>
                    <a:cubicBezTo>
                      <a:pt x="47558" y="220506"/>
                      <a:pt x="64126" y="207872"/>
                      <a:pt x="64721" y="201435"/>
                    </a:cubicBezTo>
                    <a:cubicBezTo>
                      <a:pt x="65318" y="194999"/>
                      <a:pt x="69013" y="180934"/>
                      <a:pt x="81051" y="188801"/>
                    </a:cubicBezTo>
                    <a:cubicBezTo>
                      <a:pt x="88774" y="195750"/>
                      <a:pt x="99085" y="199087"/>
                      <a:pt x="109419" y="197979"/>
                    </a:cubicBezTo>
                    <a:cubicBezTo>
                      <a:pt x="125033" y="197979"/>
                      <a:pt x="129205" y="197264"/>
                      <a:pt x="132065" y="187370"/>
                    </a:cubicBezTo>
                    <a:cubicBezTo>
                      <a:pt x="134926" y="177478"/>
                      <a:pt x="132065" y="169611"/>
                      <a:pt x="141243" y="169611"/>
                    </a:cubicBezTo>
                    <a:cubicBezTo>
                      <a:pt x="150421" y="169611"/>
                      <a:pt x="161863" y="161148"/>
                      <a:pt x="161863" y="154712"/>
                    </a:cubicBezTo>
                    <a:cubicBezTo>
                      <a:pt x="161863" y="148275"/>
                      <a:pt x="166035" y="138383"/>
                      <a:pt x="171756" y="138383"/>
                    </a:cubicBezTo>
                    <a:cubicBezTo>
                      <a:pt x="180231" y="137429"/>
                      <a:pt x="187549" y="132018"/>
                      <a:pt x="190946" y="124199"/>
                    </a:cubicBezTo>
                    <a:cubicBezTo>
                      <a:pt x="192257" y="117166"/>
                      <a:pt x="202270" y="120027"/>
                      <a:pt x="205726" y="115736"/>
                    </a:cubicBezTo>
                    <a:cubicBezTo>
                      <a:pt x="208670" y="111910"/>
                      <a:pt x="211424" y="107929"/>
                      <a:pt x="213951" y="103817"/>
                    </a:cubicBezTo>
                    <a:lnTo>
                      <a:pt x="213951" y="103817"/>
                    </a:lnTo>
                    <a:cubicBezTo>
                      <a:pt x="213354" y="99764"/>
                      <a:pt x="211686" y="93447"/>
                      <a:pt x="196310" y="93924"/>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25" name="Freeform: Shape 24">
                <a:extLst>
                  <a:ext uri="{FF2B5EF4-FFF2-40B4-BE49-F238E27FC236}">
                    <a16:creationId xmlns:a16="http://schemas.microsoft.com/office/drawing/2014/main" id="{55E02798-26B3-4D6E-B789-4FCA299D1F20}"/>
                  </a:ext>
                </a:extLst>
              </p:cNvPr>
              <p:cNvSpPr/>
              <p:nvPr/>
            </p:nvSpPr>
            <p:spPr>
              <a:xfrm>
                <a:off x="4985705" y="9251700"/>
                <a:ext cx="32181" cy="39712"/>
              </a:xfrm>
              <a:custGeom>
                <a:avLst/>
                <a:gdLst>
                  <a:gd name="connsiteX0" fmla="*/ 16329 w 32181"/>
                  <a:gd name="connsiteY0" fmla="*/ 0 h 39712"/>
                  <a:gd name="connsiteX1" fmla="*/ 0 w 32181"/>
                  <a:gd name="connsiteY1" fmla="*/ 17283 h 39712"/>
                  <a:gd name="connsiteX2" fmla="*/ 14780 w 32181"/>
                  <a:gd name="connsiteY2" fmla="*/ 39572 h 39712"/>
                  <a:gd name="connsiteX3" fmla="*/ 28129 w 32181"/>
                  <a:gd name="connsiteY3" fmla="*/ 34089 h 39712"/>
                  <a:gd name="connsiteX4" fmla="*/ 32182 w 32181"/>
                  <a:gd name="connsiteY4" fmla="*/ 27772 h 39712"/>
                  <a:gd name="connsiteX5" fmla="*/ 29917 w 32181"/>
                  <a:gd name="connsiteY5" fmla="*/ 7152 h 39712"/>
                  <a:gd name="connsiteX6" fmla="*/ 16329 w 32181"/>
                  <a:gd name="connsiteY6" fmla="*/ 0 h 3971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32181" h="39712">
                    <a:moveTo>
                      <a:pt x="16329" y="0"/>
                    </a:moveTo>
                    <a:cubicBezTo>
                      <a:pt x="10370" y="0"/>
                      <a:pt x="0" y="14422"/>
                      <a:pt x="0" y="17283"/>
                    </a:cubicBezTo>
                    <a:cubicBezTo>
                      <a:pt x="0" y="20144"/>
                      <a:pt x="7390" y="39095"/>
                      <a:pt x="14780" y="39572"/>
                    </a:cubicBezTo>
                    <a:cubicBezTo>
                      <a:pt x="22170" y="40048"/>
                      <a:pt x="27653" y="39572"/>
                      <a:pt x="28129" y="34089"/>
                    </a:cubicBezTo>
                    <a:cubicBezTo>
                      <a:pt x="28594" y="31538"/>
                      <a:pt x="30048" y="29262"/>
                      <a:pt x="32182" y="27772"/>
                    </a:cubicBezTo>
                    <a:cubicBezTo>
                      <a:pt x="31586" y="23123"/>
                      <a:pt x="30394" y="13111"/>
                      <a:pt x="29917" y="7152"/>
                    </a:cubicBezTo>
                    <a:cubicBezTo>
                      <a:pt x="26020" y="3731"/>
                      <a:pt x="21359" y="1275"/>
                      <a:pt x="16329" y="0"/>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26" name="Freeform: Shape 25">
                <a:extLst>
                  <a:ext uri="{FF2B5EF4-FFF2-40B4-BE49-F238E27FC236}">
                    <a16:creationId xmlns:a16="http://schemas.microsoft.com/office/drawing/2014/main" id="{0BE75EAD-1753-4422-BD78-81E926281BC0}"/>
                  </a:ext>
                </a:extLst>
              </p:cNvPr>
              <p:cNvSpPr/>
              <p:nvPr/>
            </p:nvSpPr>
            <p:spPr>
              <a:xfrm>
                <a:off x="4899410" y="9324009"/>
                <a:ext cx="53755" cy="54153"/>
              </a:xfrm>
              <a:custGeom>
                <a:avLst/>
                <a:gdLst>
                  <a:gd name="connsiteX0" fmla="*/ 37903 w 53755"/>
                  <a:gd name="connsiteY0" fmla="*/ 1709 h 54153"/>
                  <a:gd name="connsiteX1" fmla="*/ 14065 w 53755"/>
                  <a:gd name="connsiteY1" fmla="*/ 11602 h 54153"/>
                  <a:gd name="connsiteX2" fmla="*/ 0 w 53755"/>
                  <a:gd name="connsiteY2" fmla="*/ 32819 h 54153"/>
                  <a:gd name="connsiteX3" fmla="*/ 14065 w 53755"/>
                  <a:gd name="connsiteY3" fmla="*/ 52724 h 54153"/>
                  <a:gd name="connsiteX4" fmla="*/ 24077 w 53755"/>
                  <a:gd name="connsiteY4" fmla="*/ 54154 h 54153"/>
                  <a:gd name="connsiteX5" fmla="*/ 29679 w 53755"/>
                  <a:gd name="connsiteY5" fmla="*/ 41401 h 54153"/>
                  <a:gd name="connsiteX6" fmla="*/ 45293 w 53755"/>
                  <a:gd name="connsiteY6" fmla="*/ 37109 h 54153"/>
                  <a:gd name="connsiteX7" fmla="*/ 53756 w 53755"/>
                  <a:gd name="connsiteY7" fmla="*/ 20065 h 54153"/>
                  <a:gd name="connsiteX8" fmla="*/ 37903 w 53755"/>
                  <a:gd name="connsiteY8" fmla="*/ 1709 h 541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53755" h="54153">
                    <a:moveTo>
                      <a:pt x="37903" y="1709"/>
                    </a:moveTo>
                    <a:cubicBezTo>
                      <a:pt x="35042" y="-4012"/>
                      <a:pt x="16568" y="6000"/>
                      <a:pt x="14065" y="11602"/>
                    </a:cubicBezTo>
                    <a:cubicBezTo>
                      <a:pt x="9762" y="18921"/>
                      <a:pt x="5066" y="26001"/>
                      <a:pt x="0" y="32819"/>
                    </a:cubicBezTo>
                    <a:lnTo>
                      <a:pt x="14065" y="52724"/>
                    </a:lnTo>
                    <a:lnTo>
                      <a:pt x="24077" y="54154"/>
                    </a:lnTo>
                    <a:cubicBezTo>
                      <a:pt x="24077" y="54154"/>
                      <a:pt x="26818" y="47003"/>
                      <a:pt x="29679" y="41401"/>
                    </a:cubicBezTo>
                    <a:cubicBezTo>
                      <a:pt x="32539" y="35798"/>
                      <a:pt x="45293" y="42831"/>
                      <a:pt x="45293" y="37109"/>
                    </a:cubicBezTo>
                    <a:cubicBezTo>
                      <a:pt x="45293" y="31388"/>
                      <a:pt x="53756" y="25786"/>
                      <a:pt x="53756" y="20065"/>
                    </a:cubicBezTo>
                    <a:cubicBezTo>
                      <a:pt x="53756" y="14344"/>
                      <a:pt x="40644" y="7311"/>
                      <a:pt x="37903" y="1709"/>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27" name="Freeform: Shape 26">
                <a:extLst>
                  <a:ext uri="{FF2B5EF4-FFF2-40B4-BE49-F238E27FC236}">
                    <a16:creationId xmlns:a16="http://schemas.microsoft.com/office/drawing/2014/main" id="{2586D35E-ACBE-4CC1-A045-ED17093EB2A6}"/>
                  </a:ext>
                </a:extLst>
              </p:cNvPr>
              <p:cNvSpPr/>
              <p:nvPr/>
            </p:nvSpPr>
            <p:spPr>
              <a:xfrm>
                <a:off x="4651609" y="9155989"/>
                <a:ext cx="384395" cy="337535"/>
              </a:xfrm>
              <a:custGeom>
                <a:avLst/>
                <a:gdLst>
                  <a:gd name="connsiteX0" fmla="*/ 366636 w 384395"/>
                  <a:gd name="connsiteY0" fmla="*/ 125867 h 337535"/>
                  <a:gd name="connsiteX1" fmla="*/ 366636 w 384395"/>
                  <a:gd name="connsiteY1" fmla="*/ 123364 h 337535"/>
                  <a:gd name="connsiteX2" fmla="*/ 362583 w 384395"/>
                  <a:gd name="connsiteY2" fmla="*/ 129681 h 337535"/>
                  <a:gd name="connsiteX3" fmla="*/ 349234 w 384395"/>
                  <a:gd name="connsiteY3" fmla="*/ 135164 h 337535"/>
                  <a:gd name="connsiteX4" fmla="*/ 334454 w 384395"/>
                  <a:gd name="connsiteY4" fmla="*/ 112875 h 337535"/>
                  <a:gd name="connsiteX5" fmla="*/ 350783 w 384395"/>
                  <a:gd name="connsiteY5" fmla="*/ 95592 h 337535"/>
                  <a:gd name="connsiteX6" fmla="*/ 364371 w 384395"/>
                  <a:gd name="connsiteY6" fmla="*/ 102744 h 337535"/>
                  <a:gd name="connsiteX7" fmla="*/ 364371 w 384395"/>
                  <a:gd name="connsiteY7" fmla="*/ 98214 h 337535"/>
                  <a:gd name="connsiteX8" fmla="*/ 362345 w 384395"/>
                  <a:gd name="connsiteY8" fmla="*/ 54590 h 337535"/>
                  <a:gd name="connsiteX9" fmla="*/ 347446 w 384395"/>
                  <a:gd name="connsiteY9" fmla="*/ 10012 h 337535"/>
                  <a:gd name="connsiteX10" fmla="*/ 319197 w 384395"/>
                  <a:gd name="connsiteY10" fmla="*/ 4172 h 337535"/>
                  <a:gd name="connsiteX11" fmla="*/ 296431 w 384395"/>
                  <a:gd name="connsiteY11" fmla="*/ 0 h 337535"/>
                  <a:gd name="connsiteX12" fmla="*/ 288207 w 384395"/>
                  <a:gd name="connsiteY12" fmla="*/ 11919 h 337535"/>
                  <a:gd name="connsiteX13" fmla="*/ 273427 w 384395"/>
                  <a:gd name="connsiteY13" fmla="*/ 20382 h 337535"/>
                  <a:gd name="connsiteX14" fmla="*/ 254237 w 384395"/>
                  <a:gd name="connsiteY14" fmla="*/ 34566 h 337535"/>
                  <a:gd name="connsiteX15" fmla="*/ 244344 w 384395"/>
                  <a:gd name="connsiteY15" fmla="*/ 50895 h 337535"/>
                  <a:gd name="connsiteX16" fmla="*/ 223724 w 384395"/>
                  <a:gd name="connsiteY16" fmla="*/ 65794 h 337535"/>
                  <a:gd name="connsiteX17" fmla="*/ 214546 w 384395"/>
                  <a:gd name="connsiteY17" fmla="*/ 83554 h 337535"/>
                  <a:gd name="connsiteX18" fmla="*/ 191900 w 384395"/>
                  <a:gd name="connsiteY18" fmla="*/ 94162 h 337535"/>
                  <a:gd name="connsiteX19" fmla="*/ 163532 w 384395"/>
                  <a:gd name="connsiteY19" fmla="*/ 84984 h 337535"/>
                  <a:gd name="connsiteX20" fmla="*/ 147203 w 384395"/>
                  <a:gd name="connsiteY20" fmla="*/ 97619 h 337535"/>
                  <a:gd name="connsiteX21" fmla="*/ 125271 w 384395"/>
                  <a:gd name="connsiteY21" fmla="*/ 122410 h 337535"/>
                  <a:gd name="connsiteX22" fmla="*/ 101432 w 384395"/>
                  <a:gd name="connsiteY22" fmla="*/ 123841 h 337535"/>
                  <a:gd name="connsiteX23" fmla="*/ 97142 w 384395"/>
                  <a:gd name="connsiteY23" fmla="*/ 113233 h 337535"/>
                  <a:gd name="connsiteX24" fmla="*/ 102148 w 384395"/>
                  <a:gd name="connsiteY24" fmla="*/ 107631 h 337535"/>
                  <a:gd name="connsiteX25" fmla="*/ 94400 w 384395"/>
                  <a:gd name="connsiteY25" fmla="*/ 80693 h 337535"/>
                  <a:gd name="connsiteX26" fmla="*/ 82481 w 384395"/>
                  <a:gd name="connsiteY26" fmla="*/ 73184 h 337535"/>
                  <a:gd name="connsiteX27" fmla="*/ 82481 w 384395"/>
                  <a:gd name="connsiteY27" fmla="*/ 160790 h 337535"/>
                  <a:gd name="connsiteX28" fmla="*/ 66986 w 384395"/>
                  <a:gd name="connsiteY28" fmla="*/ 176286 h 337535"/>
                  <a:gd name="connsiteX29" fmla="*/ 36473 w 384395"/>
                  <a:gd name="connsiteY29" fmla="*/ 177001 h 337535"/>
                  <a:gd name="connsiteX30" fmla="*/ 23719 w 384395"/>
                  <a:gd name="connsiteY30" fmla="*/ 160075 h 337535"/>
                  <a:gd name="connsiteX31" fmla="*/ 10250 w 384395"/>
                  <a:gd name="connsiteY31" fmla="*/ 167108 h 337535"/>
                  <a:gd name="connsiteX32" fmla="*/ 0 w 384395"/>
                  <a:gd name="connsiteY32" fmla="*/ 169611 h 337535"/>
                  <a:gd name="connsiteX33" fmla="*/ 18117 w 384395"/>
                  <a:gd name="connsiteY33" fmla="*/ 207872 h 337535"/>
                  <a:gd name="connsiteX34" fmla="*/ 41121 w 384395"/>
                  <a:gd name="connsiteY34" fmla="*/ 255548 h 337535"/>
                  <a:gd name="connsiteX35" fmla="*/ 41121 w 384395"/>
                  <a:gd name="connsiteY35" fmla="*/ 277837 h 337535"/>
                  <a:gd name="connsiteX36" fmla="*/ 41121 w 384395"/>
                  <a:gd name="connsiteY36" fmla="*/ 297385 h 337535"/>
                  <a:gd name="connsiteX37" fmla="*/ 48869 w 384395"/>
                  <a:gd name="connsiteY37" fmla="*/ 317886 h 337535"/>
                  <a:gd name="connsiteX38" fmla="*/ 58762 w 384395"/>
                  <a:gd name="connsiteY38" fmla="*/ 323965 h 337535"/>
                  <a:gd name="connsiteX39" fmla="*/ 71515 w 384395"/>
                  <a:gd name="connsiteY39" fmla="*/ 334215 h 337535"/>
                  <a:gd name="connsiteX40" fmla="*/ 85485 w 384395"/>
                  <a:gd name="connsiteY40" fmla="*/ 335038 h 337535"/>
                  <a:gd name="connsiteX41" fmla="*/ 87130 w 384395"/>
                  <a:gd name="connsiteY41" fmla="*/ 333143 h 337535"/>
                  <a:gd name="connsiteX42" fmla="*/ 115497 w 384395"/>
                  <a:gd name="connsiteY42" fmla="*/ 325753 h 337535"/>
                  <a:gd name="connsiteX43" fmla="*/ 137429 w 384395"/>
                  <a:gd name="connsiteY43" fmla="*/ 316813 h 337535"/>
                  <a:gd name="connsiteX44" fmla="*/ 174259 w 384395"/>
                  <a:gd name="connsiteY44" fmla="*/ 316813 h 337535"/>
                  <a:gd name="connsiteX45" fmla="*/ 197263 w 384395"/>
                  <a:gd name="connsiteY45" fmla="*/ 313953 h 337535"/>
                  <a:gd name="connsiteX46" fmla="*/ 212520 w 384395"/>
                  <a:gd name="connsiteY46" fmla="*/ 310735 h 337535"/>
                  <a:gd name="connsiteX47" fmla="*/ 232425 w 384395"/>
                  <a:gd name="connsiteY47" fmla="*/ 303941 h 337535"/>
                  <a:gd name="connsiteX48" fmla="*/ 281652 w 384395"/>
                  <a:gd name="connsiteY48" fmla="*/ 272831 h 337535"/>
                  <a:gd name="connsiteX49" fmla="*/ 338745 w 384395"/>
                  <a:gd name="connsiteY49" fmla="*/ 202985 h 337535"/>
                  <a:gd name="connsiteX50" fmla="*/ 373072 w 384395"/>
                  <a:gd name="connsiteY50" fmla="*/ 164724 h 337535"/>
                  <a:gd name="connsiteX51" fmla="*/ 384396 w 384395"/>
                  <a:gd name="connsiteY51" fmla="*/ 125271 h 337535"/>
                  <a:gd name="connsiteX52" fmla="*/ 366636 w 384395"/>
                  <a:gd name="connsiteY52" fmla="*/ 125867 h 337535"/>
                  <a:gd name="connsiteX53" fmla="*/ 292737 w 384395"/>
                  <a:gd name="connsiteY53" fmla="*/ 205011 h 337535"/>
                  <a:gd name="connsiteX54" fmla="*/ 277122 w 384395"/>
                  <a:gd name="connsiteY54" fmla="*/ 209302 h 337535"/>
                  <a:gd name="connsiteX55" fmla="*/ 271520 w 384395"/>
                  <a:gd name="connsiteY55" fmla="*/ 222055 h 337535"/>
                  <a:gd name="connsiteX56" fmla="*/ 261508 w 384395"/>
                  <a:gd name="connsiteY56" fmla="*/ 220625 h 337535"/>
                  <a:gd name="connsiteX57" fmla="*/ 247443 w 384395"/>
                  <a:gd name="connsiteY57" fmla="*/ 200720 h 337535"/>
                  <a:gd name="connsiteX58" fmla="*/ 261508 w 384395"/>
                  <a:gd name="connsiteY58" fmla="*/ 179504 h 337535"/>
                  <a:gd name="connsiteX59" fmla="*/ 285347 w 384395"/>
                  <a:gd name="connsiteY59" fmla="*/ 169611 h 337535"/>
                  <a:gd name="connsiteX60" fmla="*/ 300842 w 384395"/>
                  <a:gd name="connsiteY60" fmla="*/ 187966 h 337535"/>
                  <a:gd name="connsiteX61" fmla="*/ 292737 w 384395"/>
                  <a:gd name="connsiteY61" fmla="*/ 205130 h 3375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384395" h="337535">
                    <a:moveTo>
                      <a:pt x="366636" y="125867"/>
                    </a:moveTo>
                    <a:cubicBezTo>
                      <a:pt x="366636" y="125867"/>
                      <a:pt x="366636" y="124914"/>
                      <a:pt x="366636" y="123364"/>
                    </a:cubicBezTo>
                    <a:cubicBezTo>
                      <a:pt x="364502" y="124854"/>
                      <a:pt x="363048" y="127130"/>
                      <a:pt x="362583" y="129681"/>
                    </a:cubicBezTo>
                    <a:cubicBezTo>
                      <a:pt x="362583" y="135164"/>
                      <a:pt x="356743" y="135641"/>
                      <a:pt x="349234" y="135164"/>
                    </a:cubicBezTo>
                    <a:cubicBezTo>
                      <a:pt x="341724" y="134687"/>
                      <a:pt x="334454" y="115855"/>
                      <a:pt x="334454" y="112875"/>
                    </a:cubicBezTo>
                    <a:cubicBezTo>
                      <a:pt x="334454" y="109895"/>
                      <a:pt x="344824" y="95592"/>
                      <a:pt x="350783" y="95592"/>
                    </a:cubicBezTo>
                    <a:cubicBezTo>
                      <a:pt x="355813" y="96867"/>
                      <a:pt x="360473" y="99323"/>
                      <a:pt x="364371" y="102744"/>
                    </a:cubicBezTo>
                    <a:cubicBezTo>
                      <a:pt x="364371" y="100479"/>
                      <a:pt x="364371" y="98930"/>
                      <a:pt x="364371" y="98214"/>
                    </a:cubicBezTo>
                    <a:cubicBezTo>
                      <a:pt x="364967" y="94996"/>
                      <a:pt x="368662" y="58285"/>
                      <a:pt x="362345" y="54590"/>
                    </a:cubicBezTo>
                    <a:cubicBezTo>
                      <a:pt x="356028" y="50895"/>
                      <a:pt x="349591" y="13707"/>
                      <a:pt x="347446" y="10012"/>
                    </a:cubicBezTo>
                    <a:cubicBezTo>
                      <a:pt x="345300" y="6317"/>
                      <a:pt x="321938" y="8344"/>
                      <a:pt x="319197" y="4172"/>
                    </a:cubicBezTo>
                    <a:cubicBezTo>
                      <a:pt x="316456" y="0"/>
                      <a:pt x="296908" y="4172"/>
                      <a:pt x="296431" y="0"/>
                    </a:cubicBezTo>
                    <a:cubicBezTo>
                      <a:pt x="293905" y="4112"/>
                      <a:pt x="291151" y="8093"/>
                      <a:pt x="288207" y="11919"/>
                    </a:cubicBezTo>
                    <a:cubicBezTo>
                      <a:pt x="284751" y="16210"/>
                      <a:pt x="274738" y="13349"/>
                      <a:pt x="273427" y="20382"/>
                    </a:cubicBezTo>
                    <a:cubicBezTo>
                      <a:pt x="270030" y="28201"/>
                      <a:pt x="262712" y="33612"/>
                      <a:pt x="254237" y="34566"/>
                    </a:cubicBezTo>
                    <a:cubicBezTo>
                      <a:pt x="248516" y="34566"/>
                      <a:pt x="244344" y="44578"/>
                      <a:pt x="244344" y="50895"/>
                    </a:cubicBezTo>
                    <a:cubicBezTo>
                      <a:pt x="244344" y="57212"/>
                      <a:pt x="233021" y="65794"/>
                      <a:pt x="223724" y="65794"/>
                    </a:cubicBezTo>
                    <a:cubicBezTo>
                      <a:pt x="214427" y="65794"/>
                      <a:pt x="217407" y="73541"/>
                      <a:pt x="214546" y="83554"/>
                    </a:cubicBezTo>
                    <a:cubicBezTo>
                      <a:pt x="211685" y="93566"/>
                      <a:pt x="207514" y="94162"/>
                      <a:pt x="191900" y="94162"/>
                    </a:cubicBezTo>
                    <a:cubicBezTo>
                      <a:pt x="181566" y="95271"/>
                      <a:pt x="171255" y="91933"/>
                      <a:pt x="163532" y="84984"/>
                    </a:cubicBezTo>
                    <a:cubicBezTo>
                      <a:pt x="151613" y="77117"/>
                      <a:pt x="147918" y="91301"/>
                      <a:pt x="147203" y="97619"/>
                    </a:cubicBezTo>
                    <a:cubicBezTo>
                      <a:pt x="146488" y="103936"/>
                      <a:pt x="130277" y="116808"/>
                      <a:pt x="125271" y="122410"/>
                    </a:cubicBezTo>
                    <a:cubicBezTo>
                      <a:pt x="120265" y="128012"/>
                      <a:pt x="108227" y="123841"/>
                      <a:pt x="101432" y="123841"/>
                    </a:cubicBezTo>
                    <a:cubicBezTo>
                      <a:pt x="94639" y="123841"/>
                      <a:pt x="97142" y="117523"/>
                      <a:pt x="97142" y="113233"/>
                    </a:cubicBezTo>
                    <a:cubicBezTo>
                      <a:pt x="97142" y="108942"/>
                      <a:pt x="100717" y="111802"/>
                      <a:pt x="102148" y="107631"/>
                    </a:cubicBezTo>
                    <a:cubicBezTo>
                      <a:pt x="101159" y="98262"/>
                      <a:pt x="98536" y="89144"/>
                      <a:pt x="94400" y="80693"/>
                    </a:cubicBezTo>
                    <a:cubicBezTo>
                      <a:pt x="93089" y="77594"/>
                      <a:pt x="88202" y="75091"/>
                      <a:pt x="82481" y="73184"/>
                    </a:cubicBezTo>
                    <a:lnTo>
                      <a:pt x="82481" y="160790"/>
                    </a:lnTo>
                    <a:cubicBezTo>
                      <a:pt x="82481" y="168538"/>
                      <a:pt x="69728" y="172114"/>
                      <a:pt x="66986" y="176286"/>
                    </a:cubicBezTo>
                    <a:cubicBezTo>
                      <a:pt x="64245" y="180457"/>
                      <a:pt x="46366" y="177001"/>
                      <a:pt x="36473" y="177001"/>
                    </a:cubicBezTo>
                    <a:cubicBezTo>
                      <a:pt x="26580" y="177001"/>
                      <a:pt x="28725" y="167108"/>
                      <a:pt x="23719" y="160075"/>
                    </a:cubicBezTo>
                    <a:cubicBezTo>
                      <a:pt x="18713" y="153043"/>
                      <a:pt x="10250" y="162102"/>
                      <a:pt x="10250" y="167108"/>
                    </a:cubicBezTo>
                    <a:cubicBezTo>
                      <a:pt x="10250" y="172114"/>
                      <a:pt x="5840" y="170207"/>
                      <a:pt x="0" y="169611"/>
                    </a:cubicBezTo>
                    <a:cubicBezTo>
                      <a:pt x="7604" y="181566"/>
                      <a:pt x="13695" y="194415"/>
                      <a:pt x="18117" y="207872"/>
                    </a:cubicBezTo>
                    <a:cubicBezTo>
                      <a:pt x="23719" y="226704"/>
                      <a:pt x="37546" y="244344"/>
                      <a:pt x="41121" y="255548"/>
                    </a:cubicBezTo>
                    <a:cubicBezTo>
                      <a:pt x="44697" y="266753"/>
                      <a:pt x="48511" y="276884"/>
                      <a:pt x="41121" y="277837"/>
                    </a:cubicBezTo>
                    <a:cubicBezTo>
                      <a:pt x="33731" y="278791"/>
                      <a:pt x="33612" y="285347"/>
                      <a:pt x="41121" y="297385"/>
                    </a:cubicBezTo>
                    <a:cubicBezTo>
                      <a:pt x="48630" y="309423"/>
                      <a:pt x="42194" y="316575"/>
                      <a:pt x="48869" y="317886"/>
                    </a:cubicBezTo>
                    <a:cubicBezTo>
                      <a:pt x="55544" y="319197"/>
                      <a:pt x="53517" y="323607"/>
                      <a:pt x="58762" y="323965"/>
                    </a:cubicBezTo>
                    <a:cubicBezTo>
                      <a:pt x="64006" y="324322"/>
                      <a:pt x="68059" y="329567"/>
                      <a:pt x="71515" y="334215"/>
                    </a:cubicBezTo>
                    <a:cubicBezTo>
                      <a:pt x="75151" y="338304"/>
                      <a:pt x="81396" y="338661"/>
                      <a:pt x="85485" y="335038"/>
                    </a:cubicBezTo>
                    <a:cubicBezTo>
                      <a:pt x="86105" y="334478"/>
                      <a:pt x="86665" y="333846"/>
                      <a:pt x="87130" y="333143"/>
                    </a:cubicBezTo>
                    <a:cubicBezTo>
                      <a:pt x="91063" y="327541"/>
                      <a:pt x="103101" y="325753"/>
                      <a:pt x="115497" y="325753"/>
                    </a:cubicBezTo>
                    <a:cubicBezTo>
                      <a:pt x="127893" y="325753"/>
                      <a:pt x="125390" y="320389"/>
                      <a:pt x="137429" y="316813"/>
                    </a:cubicBezTo>
                    <a:cubicBezTo>
                      <a:pt x="149455" y="313297"/>
                      <a:pt x="162233" y="313297"/>
                      <a:pt x="174259" y="316813"/>
                    </a:cubicBezTo>
                    <a:cubicBezTo>
                      <a:pt x="181947" y="319543"/>
                      <a:pt x="190481" y="318482"/>
                      <a:pt x="197263" y="313953"/>
                    </a:cubicBezTo>
                    <a:cubicBezTo>
                      <a:pt x="202270" y="310735"/>
                      <a:pt x="211805" y="318840"/>
                      <a:pt x="212520" y="310735"/>
                    </a:cubicBezTo>
                    <a:cubicBezTo>
                      <a:pt x="213235" y="302629"/>
                      <a:pt x="223128" y="303941"/>
                      <a:pt x="232425" y="303941"/>
                    </a:cubicBezTo>
                    <a:cubicBezTo>
                      <a:pt x="241722" y="303941"/>
                      <a:pt x="263892" y="289518"/>
                      <a:pt x="281652" y="272831"/>
                    </a:cubicBezTo>
                    <a:cubicBezTo>
                      <a:pt x="302963" y="251508"/>
                      <a:pt x="322082" y="228110"/>
                      <a:pt x="338745" y="202985"/>
                    </a:cubicBezTo>
                    <a:cubicBezTo>
                      <a:pt x="348316" y="188670"/>
                      <a:pt x="359878" y="175785"/>
                      <a:pt x="373072" y="164724"/>
                    </a:cubicBezTo>
                    <a:cubicBezTo>
                      <a:pt x="379151" y="159241"/>
                      <a:pt x="382608" y="139574"/>
                      <a:pt x="384396" y="125271"/>
                    </a:cubicBezTo>
                    <a:cubicBezTo>
                      <a:pt x="378472" y="125021"/>
                      <a:pt x="372536" y="125224"/>
                      <a:pt x="366636" y="125867"/>
                    </a:cubicBezTo>
                    <a:close/>
                    <a:moveTo>
                      <a:pt x="292737" y="205011"/>
                    </a:moveTo>
                    <a:cubicBezTo>
                      <a:pt x="292737" y="210732"/>
                      <a:pt x="279983" y="203580"/>
                      <a:pt x="277122" y="209302"/>
                    </a:cubicBezTo>
                    <a:cubicBezTo>
                      <a:pt x="274262" y="215023"/>
                      <a:pt x="271520" y="222055"/>
                      <a:pt x="271520" y="222055"/>
                    </a:cubicBezTo>
                    <a:lnTo>
                      <a:pt x="261508" y="220625"/>
                    </a:lnTo>
                    <a:lnTo>
                      <a:pt x="247443" y="200720"/>
                    </a:lnTo>
                    <a:cubicBezTo>
                      <a:pt x="252509" y="193902"/>
                      <a:pt x="257205" y="186822"/>
                      <a:pt x="261508" y="179504"/>
                    </a:cubicBezTo>
                    <a:cubicBezTo>
                      <a:pt x="264369" y="173902"/>
                      <a:pt x="282843" y="163890"/>
                      <a:pt x="285347" y="169611"/>
                    </a:cubicBezTo>
                    <a:cubicBezTo>
                      <a:pt x="287850" y="175332"/>
                      <a:pt x="300842" y="182364"/>
                      <a:pt x="300842" y="187966"/>
                    </a:cubicBezTo>
                    <a:cubicBezTo>
                      <a:pt x="300842" y="193568"/>
                      <a:pt x="292737" y="199528"/>
                      <a:pt x="292737" y="205130"/>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28" name="Freeform: Shape 27">
                <a:extLst>
                  <a:ext uri="{FF2B5EF4-FFF2-40B4-BE49-F238E27FC236}">
                    <a16:creationId xmlns:a16="http://schemas.microsoft.com/office/drawing/2014/main" id="{9EC140F2-89C6-4741-A66A-1D168B120531}"/>
                  </a:ext>
                </a:extLst>
              </p:cNvPr>
              <p:cNvSpPr/>
              <p:nvPr/>
            </p:nvSpPr>
            <p:spPr>
              <a:xfrm>
                <a:off x="4548984" y="8758720"/>
                <a:ext cx="280817" cy="294408"/>
              </a:xfrm>
              <a:custGeom>
                <a:avLst/>
                <a:gdLst>
                  <a:gd name="connsiteX0" fmla="*/ 16210 w 280817"/>
                  <a:gd name="connsiteY0" fmla="*/ 272831 h 294408"/>
                  <a:gd name="connsiteX1" fmla="*/ 26938 w 280817"/>
                  <a:gd name="connsiteY1" fmla="*/ 277599 h 294408"/>
                  <a:gd name="connsiteX2" fmla="*/ 49703 w 280817"/>
                  <a:gd name="connsiteY2" fmla="*/ 278791 h 294408"/>
                  <a:gd name="connsiteX3" fmla="*/ 71277 w 280817"/>
                  <a:gd name="connsiteY3" fmla="*/ 284751 h 294408"/>
                  <a:gd name="connsiteX4" fmla="*/ 153997 w 280817"/>
                  <a:gd name="connsiteY4" fmla="*/ 284751 h 294408"/>
                  <a:gd name="connsiteX5" fmla="*/ 162340 w 280817"/>
                  <a:gd name="connsiteY5" fmla="*/ 293213 h 294408"/>
                  <a:gd name="connsiteX6" fmla="*/ 215143 w 280817"/>
                  <a:gd name="connsiteY6" fmla="*/ 293213 h 294408"/>
                  <a:gd name="connsiteX7" fmla="*/ 252211 w 280817"/>
                  <a:gd name="connsiteY7" fmla="*/ 290830 h 294408"/>
                  <a:gd name="connsiteX8" fmla="*/ 258767 w 280817"/>
                  <a:gd name="connsiteY8" fmla="*/ 289280 h 294408"/>
                  <a:gd name="connsiteX9" fmla="*/ 231472 w 280817"/>
                  <a:gd name="connsiteY9" fmla="*/ 251853 h 294408"/>
                  <a:gd name="connsiteX10" fmla="*/ 233855 w 280817"/>
                  <a:gd name="connsiteY10" fmla="*/ 172114 h 294408"/>
                  <a:gd name="connsiteX11" fmla="*/ 269613 w 280817"/>
                  <a:gd name="connsiteY11" fmla="*/ 173425 h 294408"/>
                  <a:gd name="connsiteX12" fmla="*/ 275692 w 280817"/>
                  <a:gd name="connsiteY12" fmla="*/ 167227 h 294408"/>
                  <a:gd name="connsiteX13" fmla="*/ 280817 w 280817"/>
                  <a:gd name="connsiteY13" fmla="*/ 119550 h 294408"/>
                  <a:gd name="connsiteX14" fmla="*/ 274262 w 280817"/>
                  <a:gd name="connsiteY14" fmla="*/ 119550 h 294408"/>
                  <a:gd name="connsiteX15" fmla="*/ 253046 w 280817"/>
                  <a:gd name="connsiteY15" fmla="*/ 121576 h 294408"/>
                  <a:gd name="connsiteX16" fmla="*/ 240292 w 280817"/>
                  <a:gd name="connsiteY16" fmla="*/ 128013 h 294408"/>
                  <a:gd name="connsiteX17" fmla="*/ 240292 w 280817"/>
                  <a:gd name="connsiteY17" fmla="*/ 108823 h 294408"/>
                  <a:gd name="connsiteX18" fmla="*/ 228373 w 280817"/>
                  <a:gd name="connsiteY18" fmla="*/ 89752 h 294408"/>
                  <a:gd name="connsiteX19" fmla="*/ 231591 w 280817"/>
                  <a:gd name="connsiteY19" fmla="*/ 55663 h 294408"/>
                  <a:gd name="connsiteX20" fmla="*/ 227300 w 280817"/>
                  <a:gd name="connsiteY20" fmla="*/ 36592 h 294408"/>
                  <a:gd name="connsiteX21" fmla="*/ 211328 w 280817"/>
                  <a:gd name="connsiteY21" fmla="*/ 33374 h 294408"/>
                  <a:gd name="connsiteX22" fmla="*/ 199409 w 280817"/>
                  <a:gd name="connsiteY22" fmla="*/ 28129 h 294408"/>
                  <a:gd name="connsiteX23" fmla="*/ 180338 w 280817"/>
                  <a:gd name="connsiteY23" fmla="*/ 28129 h 294408"/>
                  <a:gd name="connsiteX24" fmla="*/ 170803 w 280817"/>
                  <a:gd name="connsiteY24" fmla="*/ 49346 h 294408"/>
                  <a:gd name="connsiteX25" fmla="*/ 143150 w 280817"/>
                  <a:gd name="connsiteY25" fmla="*/ 53636 h 294408"/>
                  <a:gd name="connsiteX26" fmla="*/ 122887 w 280817"/>
                  <a:gd name="connsiteY26" fmla="*/ 38737 h 294408"/>
                  <a:gd name="connsiteX27" fmla="*/ 113352 w 280817"/>
                  <a:gd name="connsiteY27" fmla="*/ 20620 h 294408"/>
                  <a:gd name="connsiteX28" fmla="*/ 109061 w 280817"/>
                  <a:gd name="connsiteY28" fmla="*/ 477 h 294408"/>
                  <a:gd name="connsiteX29" fmla="*/ 31467 w 280817"/>
                  <a:gd name="connsiteY29" fmla="*/ 477 h 294408"/>
                  <a:gd name="connsiteX30" fmla="*/ 17998 w 280817"/>
                  <a:gd name="connsiteY30" fmla="*/ 7867 h 294408"/>
                  <a:gd name="connsiteX31" fmla="*/ 38976 w 280817"/>
                  <a:gd name="connsiteY31" fmla="*/ 57808 h 294408"/>
                  <a:gd name="connsiteX32" fmla="*/ 35043 w 280817"/>
                  <a:gd name="connsiteY32" fmla="*/ 82958 h 294408"/>
                  <a:gd name="connsiteX33" fmla="*/ 49942 w 280817"/>
                  <a:gd name="connsiteY33" fmla="*/ 133376 h 294408"/>
                  <a:gd name="connsiteX34" fmla="*/ 32897 w 280817"/>
                  <a:gd name="connsiteY34" fmla="*/ 168061 h 294408"/>
                  <a:gd name="connsiteX35" fmla="*/ 15614 w 280817"/>
                  <a:gd name="connsiteY35" fmla="*/ 214070 h 294408"/>
                  <a:gd name="connsiteX36" fmla="*/ 3099 w 280817"/>
                  <a:gd name="connsiteY36" fmla="*/ 247801 h 294408"/>
                  <a:gd name="connsiteX37" fmla="*/ 0 w 280817"/>
                  <a:gd name="connsiteY37" fmla="*/ 279983 h 294408"/>
                  <a:gd name="connsiteX38" fmla="*/ 0 w 280817"/>
                  <a:gd name="connsiteY38" fmla="*/ 280936 h 294408"/>
                  <a:gd name="connsiteX39" fmla="*/ 7390 w 280817"/>
                  <a:gd name="connsiteY39" fmla="*/ 278910 h 294408"/>
                  <a:gd name="connsiteX40" fmla="*/ 16210 w 280817"/>
                  <a:gd name="connsiteY40" fmla="*/ 272831 h 294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80817" h="294408">
                    <a:moveTo>
                      <a:pt x="16210" y="272831"/>
                    </a:moveTo>
                    <a:cubicBezTo>
                      <a:pt x="22170" y="272831"/>
                      <a:pt x="18594" y="281175"/>
                      <a:pt x="26938" y="277599"/>
                    </a:cubicBezTo>
                    <a:cubicBezTo>
                      <a:pt x="34161" y="273761"/>
                      <a:pt x="42921" y="274226"/>
                      <a:pt x="49703" y="278791"/>
                    </a:cubicBezTo>
                    <a:cubicBezTo>
                      <a:pt x="56044" y="283094"/>
                      <a:pt x="63625" y="285180"/>
                      <a:pt x="71277" y="284751"/>
                    </a:cubicBezTo>
                    <a:lnTo>
                      <a:pt x="153997" y="284751"/>
                    </a:lnTo>
                    <a:lnTo>
                      <a:pt x="162340" y="293213"/>
                    </a:lnTo>
                    <a:cubicBezTo>
                      <a:pt x="162340" y="293213"/>
                      <a:pt x="207872" y="289638"/>
                      <a:pt x="215143" y="293213"/>
                    </a:cubicBezTo>
                    <a:cubicBezTo>
                      <a:pt x="227515" y="295395"/>
                      <a:pt x="240221" y="294584"/>
                      <a:pt x="252211" y="290830"/>
                    </a:cubicBezTo>
                    <a:cubicBezTo>
                      <a:pt x="254357" y="290174"/>
                      <a:pt x="256550" y="289661"/>
                      <a:pt x="258767" y="289280"/>
                    </a:cubicBezTo>
                    <a:lnTo>
                      <a:pt x="231472" y="251853"/>
                    </a:lnTo>
                    <a:lnTo>
                      <a:pt x="233855" y="172114"/>
                    </a:lnTo>
                    <a:lnTo>
                      <a:pt x="269613" y="173425"/>
                    </a:lnTo>
                    <a:lnTo>
                      <a:pt x="275692" y="167227"/>
                    </a:lnTo>
                    <a:lnTo>
                      <a:pt x="280817" y="119550"/>
                    </a:lnTo>
                    <a:cubicBezTo>
                      <a:pt x="278756" y="118525"/>
                      <a:pt x="276324" y="118525"/>
                      <a:pt x="274262" y="119550"/>
                    </a:cubicBezTo>
                    <a:cubicBezTo>
                      <a:pt x="267420" y="121755"/>
                      <a:pt x="260185" y="122446"/>
                      <a:pt x="253046" y="121576"/>
                    </a:cubicBezTo>
                    <a:cubicBezTo>
                      <a:pt x="245656" y="121576"/>
                      <a:pt x="244583" y="129085"/>
                      <a:pt x="240292" y="128013"/>
                    </a:cubicBezTo>
                    <a:cubicBezTo>
                      <a:pt x="236001" y="126940"/>
                      <a:pt x="239219" y="114186"/>
                      <a:pt x="240292" y="108823"/>
                    </a:cubicBezTo>
                    <a:cubicBezTo>
                      <a:pt x="241365" y="103459"/>
                      <a:pt x="233975" y="94043"/>
                      <a:pt x="228373" y="89752"/>
                    </a:cubicBezTo>
                    <a:cubicBezTo>
                      <a:pt x="222771" y="85461"/>
                      <a:pt x="234690" y="58881"/>
                      <a:pt x="231591" y="55663"/>
                    </a:cubicBezTo>
                    <a:cubicBezTo>
                      <a:pt x="228170" y="49918"/>
                      <a:pt x="226668" y="43243"/>
                      <a:pt x="227300" y="36592"/>
                    </a:cubicBezTo>
                    <a:cubicBezTo>
                      <a:pt x="227300" y="29202"/>
                      <a:pt x="221936" y="33374"/>
                      <a:pt x="211328" y="33374"/>
                    </a:cubicBezTo>
                    <a:cubicBezTo>
                      <a:pt x="200720" y="33374"/>
                      <a:pt x="199409" y="28129"/>
                      <a:pt x="199409" y="28129"/>
                    </a:cubicBezTo>
                    <a:cubicBezTo>
                      <a:pt x="193175" y="26401"/>
                      <a:pt x="186572" y="26401"/>
                      <a:pt x="180338" y="28129"/>
                    </a:cubicBezTo>
                    <a:cubicBezTo>
                      <a:pt x="173902" y="31229"/>
                      <a:pt x="174975" y="50418"/>
                      <a:pt x="170803" y="49346"/>
                    </a:cubicBezTo>
                    <a:cubicBezTo>
                      <a:pt x="161399" y="49095"/>
                      <a:pt x="152030" y="50550"/>
                      <a:pt x="143150" y="53636"/>
                    </a:cubicBezTo>
                    <a:cubicBezTo>
                      <a:pt x="132423" y="56736"/>
                      <a:pt x="128251" y="51491"/>
                      <a:pt x="122887" y="38737"/>
                    </a:cubicBezTo>
                    <a:cubicBezTo>
                      <a:pt x="117524" y="25984"/>
                      <a:pt x="110968" y="30275"/>
                      <a:pt x="113352" y="20620"/>
                    </a:cubicBezTo>
                    <a:cubicBezTo>
                      <a:pt x="114187" y="13612"/>
                      <a:pt x="112673" y="6532"/>
                      <a:pt x="109061" y="477"/>
                    </a:cubicBezTo>
                    <a:cubicBezTo>
                      <a:pt x="109061" y="477"/>
                      <a:pt x="38976" y="-596"/>
                      <a:pt x="31467" y="477"/>
                    </a:cubicBezTo>
                    <a:cubicBezTo>
                      <a:pt x="26556" y="2086"/>
                      <a:pt x="21991" y="4589"/>
                      <a:pt x="17998" y="7867"/>
                    </a:cubicBezTo>
                    <a:cubicBezTo>
                      <a:pt x="23672" y="25042"/>
                      <a:pt x="30692" y="41741"/>
                      <a:pt x="38976" y="57808"/>
                    </a:cubicBezTo>
                    <a:cubicBezTo>
                      <a:pt x="42194" y="64602"/>
                      <a:pt x="35043" y="70562"/>
                      <a:pt x="35043" y="82958"/>
                    </a:cubicBezTo>
                    <a:cubicBezTo>
                      <a:pt x="35043" y="95354"/>
                      <a:pt x="48511" y="118120"/>
                      <a:pt x="49942" y="133376"/>
                    </a:cubicBezTo>
                    <a:cubicBezTo>
                      <a:pt x="51372" y="148633"/>
                      <a:pt x="41479" y="158168"/>
                      <a:pt x="32897" y="168061"/>
                    </a:cubicBezTo>
                    <a:cubicBezTo>
                      <a:pt x="22897" y="181447"/>
                      <a:pt x="16901" y="197406"/>
                      <a:pt x="15614" y="214070"/>
                    </a:cubicBezTo>
                    <a:cubicBezTo>
                      <a:pt x="15614" y="227896"/>
                      <a:pt x="2861" y="241364"/>
                      <a:pt x="3099" y="247801"/>
                    </a:cubicBezTo>
                    <a:cubicBezTo>
                      <a:pt x="2980" y="258600"/>
                      <a:pt x="1943" y="269363"/>
                      <a:pt x="0" y="279983"/>
                    </a:cubicBezTo>
                    <a:cubicBezTo>
                      <a:pt x="0" y="279983"/>
                      <a:pt x="0" y="280579"/>
                      <a:pt x="0" y="280936"/>
                    </a:cubicBezTo>
                    <a:lnTo>
                      <a:pt x="7390" y="278910"/>
                    </a:lnTo>
                    <a:cubicBezTo>
                      <a:pt x="8856" y="275311"/>
                      <a:pt x="12324" y="272927"/>
                      <a:pt x="16210" y="272831"/>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29" name="Freeform: Shape 28">
                <a:extLst>
                  <a:ext uri="{FF2B5EF4-FFF2-40B4-BE49-F238E27FC236}">
                    <a16:creationId xmlns:a16="http://schemas.microsoft.com/office/drawing/2014/main" id="{AA1045A0-17D9-4EEB-8015-9CFFFE6049E1}"/>
                  </a:ext>
                </a:extLst>
              </p:cNvPr>
              <p:cNvSpPr/>
              <p:nvPr/>
            </p:nvSpPr>
            <p:spPr>
              <a:xfrm>
                <a:off x="4780337" y="8814741"/>
                <a:ext cx="275930" cy="240844"/>
              </a:xfrm>
              <a:custGeom>
                <a:avLst/>
                <a:gdLst>
                  <a:gd name="connsiteX0" fmla="*/ 212282 w 275930"/>
                  <a:gd name="connsiteY0" fmla="*/ 9893 h 240844"/>
                  <a:gd name="connsiteX1" fmla="*/ 194999 w 275930"/>
                  <a:gd name="connsiteY1" fmla="*/ 0 h 240844"/>
                  <a:gd name="connsiteX2" fmla="*/ 166154 w 275930"/>
                  <a:gd name="connsiteY2" fmla="*/ 4291 h 240844"/>
                  <a:gd name="connsiteX3" fmla="*/ 159718 w 275930"/>
                  <a:gd name="connsiteY3" fmla="*/ 20263 h 240844"/>
                  <a:gd name="connsiteX4" fmla="*/ 156619 w 275930"/>
                  <a:gd name="connsiteY4" fmla="*/ 33016 h 240844"/>
                  <a:gd name="connsiteX5" fmla="*/ 155546 w 275930"/>
                  <a:gd name="connsiteY5" fmla="*/ 59596 h 240844"/>
                  <a:gd name="connsiteX6" fmla="*/ 150183 w 275930"/>
                  <a:gd name="connsiteY6" fmla="*/ 81885 h 240844"/>
                  <a:gd name="connsiteX7" fmla="*/ 166154 w 275930"/>
                  <a:gd name="connsiteY7" fmla="*/ 101075 h 240844"/>
                  <a:gd name="connsiteX8" fmla="*/ 182126 w 275930"/>
                  <a:gd name="connsiteY8" fmla="*/ 95711 h 240844"/>
                  <a:gd name="connsiteX9" fmla="*/ 185225 w 275930"/>
                  <a:gd name="connsiteY9" fmla="*/ 112756 h 240844"/>
                  <a:gd name="connsiteX10" fmla="*/ 181053 w 275930"/>
                  <a:gd name="connsiteY10" fmla="*/ 123364 h 240844"/>
                  <a:gd name="connsiteX11" fmla="*/ 164009 w 275930"/>
                  <a:gd name="connsiteY11" fmla="*/ 123364 h 240844"/>
                  <a:gd name="connsiteX12" fmla="*/ 154473 w 275930"/>
                  <a:gd name="connsiteY12" fmla="*/ 103221 h 240844"/>
                  <a:gd name="connsiteX13" fmla="*/ 136356 w 275930"/>
                  <a:gd name="connsiteY13" fmla="*/ 98930 h 240844"/>
                  <a:gd name="connsiteX14" fmla="*/ 123602 w 275930"/>
                  <a:gd name="connsiteY14" fmla="*/ 85104 h 240844"/>
                  <a:gd name="connsiteX15" fmla="*/ 115140 w 275930"/>
                  <a:gd name="connsiteY15" fmla="*/ 89275 h 240844"/>
                  <a:gd name="connsiteX16" fmla="*/ 104532 w 275930"/>
                  <a:gd name="connsiteY16" fmla="*/ 92493 h 240844"/>
                  <a:gd name="connsiteX17" fmla="*/ 84269 w 275930"/>
                  <a:gd name="connsiteY17" fmla="*/ 86176 h 240844"/>
                  <a:gd name="connsiteX18" fmla="*/ 76879 w 275930"/>
                  <a:gd name="connsiteY18" fmla="*/ 74257 h 240844"/>
                  <a:gd name="connsiteX19" fmla="*/ 61980 w 275930"/>
                  <a:gd name="connsiteY19" fmla="*/ 75330 h 240844"/>
                  <a:gd name="connsiteX20" fmla="*/ 55663 w 275930"/>
                  <a:gd name="connsiteY20" fmla="*/ 69966 h 240844"/>
                  <a:gd name="connsiteX21" fmla="*/ 49346 w 275930"/>
                  <a:gd name="connsiteY21" fmla="*/ 63887 h 240844"/>
                  <a:gd name="connsiteX22" fmla="*/ 44220 w 275930"/>
                  <a:gd name="connsiteY22" fmla="*/ 111564 h 240844"/>
                  <a:gd name="connsiteX23" fmla="*/ 38142 w 275930"/>
                  <a:gd name="connsiteY23" fmla="*/ 117762 h 240844"/>
                  <a:gd name="connsiteX24" fmla="*/ 2384 w 275930"/>
                  <a:gd name="connsiteY24" fmla="*/ 116451 h 240844"/>
                  <a:gd name="connsiteX25" fmla="*/ 0 w 275930"/>
                  <a:gd name="connsiteY25" fmla="*/ 196191 h 240844"/>
                  <a:gd name="connsiteX26" fmla="*/ 27295 w 275930"/>
                  <a:gd name="connsiteY26" fmla="*/ 233617 h 240844"/>
                  <a:gd name="connsiteX27" fmla="*/ 71039 w 275930"/>
                  <a:gd name="connsiteY27" fmla="*/ 231591 h 240844"/>
                  <a:gd name="connsiteX28" fmla="*/ 72946 w 275930"/>
                  <a:gd name="connsiteY28" fmla="*/ 237074 h 240844"/>
                  <a:gd name="connsiteX29" fmla="*/ 84865 w 275930"/>
                  <a:gd name="connsiteY29" fmla="*/ 235167 h 240844"/>
                  <a:gd name="connsiteX30" fmla="*/ 115378 w 275930"/>
                  <a:gd name="connsiteY30" fmla="*/ 240173 h 240844"/>
                  <a:gd name="connsiteX31" fmla="*/ 140170 w 275930"/>
                  <a:gd name="connsiteY31" fmla="*/ 213235 h 240844"/>
                  <a:gd name="connsiteX32" fmla="*/ 162102 w 275930"/>
                  <a:gd name="connsiteY32" fmla="*/ 196191 h 240844"/>
                  <a:gd name="connsiteX33" fmla="*/ 175571 w 275930"/>
                  <a:gd name="connsiteY33" fmla="*/ 184271 h 240844"/>
                  <a:gd name="connsiteX34" fmla="*/ 196191 w 275930"/>
                  <a:gd name="connsiteY34" fmla="*/ 184271 h 240844"/>
                  <a:gd name="connsiteX35" fmla="*/ 197859 w 275930"/>
                  <a:gd name="connsiteY35" fmla="*/ 184271 h 240844"/>
                  <a:gd name="connsiteX36" fmla="*/ 192973 w 275930"/>
                  <a:gd name="connsiteY36" fmla="*/ 166631 h 240844"/>
                  <a:gd name="connsiteX37" fmla="*/ 259363 w 275930"/>
                  <a:gd name="connsiteY37" fmla="*/ 142793 h 240844"/>
                  <a:gd name="connsiteX38" fmla="*/ 255072 w 275930"/>
                  <a:gd name="connsiteY38" fmla="*/ 132304 h 240844"/>
                  <a:gd name="connsiteX39" fmla="*/ 258767 w 275930"/>
                  <a:gd name="connsiteY39" fmla="*/ 108465 h 240844"/>
                  <a:gd name="connsiteX40" fmla="*/ 268541 w 275930"/>
                  <a:gd name="connsiteY40" fmla="*/ 102386 h 240844"/>
                  <a:gd name="connsiteX41" fmla="*/ 267349 w 275930"/>
                  <a:gd name="connsiteY41" fmla="*/ 63053 h 240844"/>
                  <a:gd name="connsiteX42" fmla="*/ 275930 w 275930"/>
                  <a:gd name="connsiteY42" fmla="*/ 58166 h 240844"/>
                  <a:gd name="connsiteX43" fmla="*/ 264965 w 275930"/>
                  <a:gd name="connsiteY43" fmla="*/ 32420 h 240844"/>
                  <a:gd name="connsiteX44" fmla="*/ 234213 w 275930"/>
                  <a:gd name="connsiteY44" fmla="*/ 18952 h 240844"/>
                  <a:gd name="connsiteX45" fmla="*/ 212282 w 275930"/>
                  <a:gd name="connsiteY45" fmla="*/ 9893 h 240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75930" h="240844">
                    <a:moveTo>
                      <a:pt x="212282" y="9893"/>
                    </a:moveTo>
                    <a:cubicBezTo>
                      <a:pt x="205905" y="7819"/>
                      <a:pt x="200017" y="4458"/>
                      <a:pt x="194999" y="0"/>
                    </a:cubicBezTo>
                    <a:cubicBezTo>
                      <a:pt x="190350" y="5125"/>
                      <a:pt x="174140" y="4291"/>
                      <a:pt x="166154" y="4291"/>
                    </a:cubicBezTo>
                    <a:cubicBezTo>
                      <a:pt x="158169" y="4291"/>
                      <a:pt x="165082" y="16210"/>
                      <a:pt x="159718" y="20263"/>
                    </a:cubicBezTo>
                    <a:cubicBezTo>
                      <a:pt x="154354" y="24315"/>
                      <a:pt x="152328" y="30871"/>
                      <a:pt x="156619" y="33016"/>
                    </a:cubicBezTo>
                    <a:cubicBezTo>
                      <a:pt x="160910" y="35162"/>
                      <a:pt x="155546" y="53160"/>
                      <a:pt x="155546" y="59596"/>
                    </a:cubicBezTo>
                    <a:cubicBezTo>
                      <a:pt x="155546" y="66033"/>
                      <a:pt x="146964" y="79740"/>
                      <a:pt x="150183" y="81885"/>
                    </a:cubicBezTo>
                    <a:cubicBezTo>
                      <a:pt x="153401" y="84030"/>
                      <a:pt x="158645" y="98930"/>
                      <a:pt x="166154" y="101075"/>
                    </a:cubicBezTo>
                    <a:cubicBezTo>
                      <a:pt x="173663" y="103221"/>
                      <a:pt x="178908" y="95711"/>
                      <a:pt x="182126" y="95711"/>
                    </a:cubicBezTo>
                    <a:cubicBezTo>
                      <a:pt x="185344" y="95711"/>
                      <a:pt x="185225" y="105247"/>
                      <a:pt x="185225" y="112756"/>
                    </a:cubicBezTo>
                    <a:cubicBezTo>
                      <a:pt x="185475" y="116737"/>
                      <a:pt x="183950" y="120623"/>
                      <a:pt x="181053" y="123364"/>
                    </a:cubicBezTo>
                    <a:cubicBezTo>
                      <a:pt x="181053" y="123364"/>
                      <a:pt x="169134" y="127655"/>
                      <a:pt x="164009" y="123364"/>
                    </a:cubicBezTo>
                    <a:cubicBezTo>
                      <a:pt x="158764" y="117834"/>
                      <a:pt x="155427" y="110777"/>
                      <a:pt x="154473" y="103221"/>
                    </a:cubicBezTo>
                    <a:cubicBezTo>
                      <a:pt x="154473" y="98930"/>
                      <a:pt x="141720" y="98930"/>
                      <a:pt x="136356" y="98930"/>
                    </a:cubicBezTo>
                    <a:cubicBezTo>
                      <a:pt x="130993" y="98930"/>
                      <a:pt x="125748" y="89275"/>
                      <a:pt x="123602" y="85104"/>
                    </a:cubicBezTo>
                    <a:cubicBezTo>
                      <a:pt x="121457" y="80932"/>
                      <a:pt x="115140" y="86176"/>
                      <a:pt x="115140" y="89275"/>
                    </a:cubicBezTo>
                    <a:cubicBezTo>
                      <a:pt x="115140" y="92374"/>
                      <a:pt x="109776" y="92493"/>
                      <a:pt x="104532" y="92493"/>
                    </a:cubicBezTo>
                    <a:cubicBezTo>
                      <a:pt x="99287" y="92493"/>
                      <a:pt x="88560" y="84030"/>
                      <a:pt x="84269" y="86176"/>
                    </a:cubicBezTo>
                    <a:cubicBezTo>
                      <a:pt x="79978" y="88322"/>
                      <a:pt x="75807" y="78667"/>
                      <a:pt x="76879" y="74257"/>
                    </a:cubicBezTo>
                    <a:cubicBezTo>
                      <a:pt x="77952" y="69847"/>
                      <a:pt x="66271" y="73184"/>
                      <a:pt x="61980" y="75330"/>
                    </a:cubicBezTo>
                    <a:cubicBezTo>
                      <a:pt x="57689" y="77475"/>
                      <a:pt x="55663" y="69966"/>
                      <a:pt x="55663" y="69966"/>
                    </a:cubicBezTo>
                    <a:cubicBezTo>
                      <a:pt x="54125" y="67427"/>
                      <a:pt x="51944" y="65329"/>
                      <a:pt x="49346" y="63887"/>
                    </a:cubicBezTo>
                    <a:lnTo>
                      <a:pt x="44220" y="111564"/>
                    </a:lnTo>
                    <a:lnTo>
                      <a:pt x="38142" y="117762"/>
                    </a:lnTo>
                    <a:lnTo>
                      <a:pt x="2384" y="116451"/>
                    </a:lnTo>
                    <a:lnTo>
                      <a:pt x="0" y="196191"/>
                    </a:lnTo>
                    <a:lnTo>
                      <a:pt x="27295" y="233617"/>
                    </a:lnTo>
                    <a:cubicBezTo>
                      <a:pt x="41598" y="230637"/>
                      <a:pt x="71039" y="226585"/>
                      <a:pt x="71039" y="231591"/>
                    </a:cubicBezTo>
                    <a:cubicBezTo>
                      <a:pt x="71277" y="233534"/>
                      <a:pt x="71921" y="235405"/>
                      <a:pt x="72946" y="237074"/>
                    </a:cubicBezTo>
                    <a:cubicBezTo>
                      <a:pt x="76820" y="235929"/>
                      <a:pt x="80824" y="235298"/>
                      <a:pt x="84865" y="235167"/>
                    </a:cubicBezTo>
                    <a:cubicBezTo>
                      <a:pt x="90586" y="235882"/>
                      <a:pt x="109657" y="243033"/>
                      <a:pt x="115378" y="240173"/>
                    </a:cubicBezTo>
                    <a:cubicBezTo>
                      <a:pt x="121100" y="237312"/>
                      <a:pt x="130993" y="216334"/>
                      <a:pt x="140170" y="213235"/>
                    </a:cubicBezTo>
                    <a:cubicBezTo>
                      <a:pt x="149348" y="210136"/>
                      <a:pt x="162102" y="200482"/>
                      <a:pt x="162102" y="196191"/>
                    </a:cubicBezTo>
                    <a:cubicBezTo>
                      <a:pt x="162102" y="191900"/>
                      <a:pt x="162102" y="187728"/>
                      <a:pt x="175571" y="184271"/>
                    </a:cubicBezTo>
                    <a:lnTo>
                      <a:pt x="196191" y="184271"/>
                    </a:lnTo>
                    <a:lnTo>
                      <a:pt x="197859" y="184271"/>
                    </a:lnTo>
                    <a:lnTo>
                      <a:pt x="192973" y="166631"/>
                    </a:lnTo>
                    <a:cubicBezTo>
                      <a:pt x="192973" y="166631"/>
                      <a:pt x="255787" y="142793"/>
                      <a:pt x="259363" y="142793"/>
                    </a:cubicBezTo>
                    <a:cubicBezTo>
                      <a:pt x="256621" y="137191"/>
                      <a:pt x="253761" y="132899"/>
                      <a:pt x="255072" y="132304"/>
                    </a:cubicBezTo>
                    <a:cubicBezTo>
                      <a:pt x="256383" y="131707"/>
                      <a:pt x="258767" y="113829"/>
                      <a:pt x="258767" y="108465"/>
                    </a:cubicBezTo>
                    <a:cubicBezTo>
                      <a:pt x="258767" y="103101"/>
                      <a:pt x="273547" y="107273"/>
                      <a:pt x="268541" y="102386"/>
                    </a:cubicBezTo>
                    <a:cubicBezTo>
                      <a:pt x="263535" y="97499"/>
                      <a:pt x="264965" y="69251"/>
                      <a:pt x="267349" y="63053"/>
                    </a:cubicBezTo>
                    <a:cubicBezTo>
                      <a:pt x="269733" y="56855"/>
                      <a:pt x="275930" y="63053"/>
                      <a:pt x="275930" y="58166"/>
                    </a:cubicBezTo>
                    <a:cubicBezTo>
                      <a:pt x="273821" y="49000"/>
                      <a:pt x="270102" y="40287"/>
                      <a:pt x="264965" y="32420"/>
                    </a:cubicBezTo>
                    <a:cubicBezTo>
                      <a:pt x="255477" y="26365"/>
                      <a:pt x="245096" y="21824"/>
                      <a:pt x="234213" y="18952"/>
                    </a:cubicBezTo>
                    <a:cubicBezTo>
                      <a:pt x="228253" y="17283"/>
                      <a:pt x="218361" y="9893"/>
                      <a:pt x="212282" y="9893"/>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30" name="Freeform: Shape 29">
                <a:extLst>
                  <a:ext uri="{FF2B5EF4-FFF2-40B4-BE49-F238E27FC236}">
                    <a16:creationId xmlns:a16="http://schemas.microsoft.com/office/drawing/2014/main" id="{8A9B77F5-BE3D-4376-9D92-B5C40327E024}"/>
                  </a:ext>
                </a:extLst>
              </p:cNvPr>
              <p:cNvSpPr/>
              <p:nvPr/>
            </p:nvSpPr>
            <p:spPr>
              <a:xfrm>
                <a:off x="4944429" y="8642389"/>
                <a:ext cx="45467" cy="39143"/>
              </a:xfrm>
              <a:custGeom>
                <a:avLst/>
                <a:gdLst>
                  <a:gd name="connsiteX0" fmla="*/ 38177 w 45467"/>
                  <a:gd name="connsiteY0" fmla="*/ 0 h 39143"/>
                  <a:gd name="connsiteX1" fmla="*/ 24947 w 45467"/>
                  <a:gd name="connsiteY1" fmla="*/ 4410 h 39143"/>
                  <a:gd name="connsiteX2" fmla="*/ 13028 w 45467"/>
                  <a:gd name="connsiteY2" fmla="*/ 6436 h 39143"/>
                  <a:gd name="connsiteX3" fmla="*/ 10167 w 45467"/>
                  <a:gd name="connsiteY3" fmla="*/ 8701 h 39143"/>
                  <a:gd name="connsiteX4" fmla="*/ 5399 w 45467"/>
                  <a:gd name="connsiteY4" fmla="*/ 24196 h 39143"/>
                  <a:gd name="connsiteX5" fmla="*/ 36 w 45467"/>
                  <a:gd name="connsiteY5" fmla="*/ 31109 h 39143"/>
                  <a:gd name="connsiteX6" fmla="*/ 4803 w 45467"/>
                  <a:gd name="connsiteY6" fmla="*/ 38022 h 39143"/>
                  <a:gd name="connsiteX7" fmla="*/ 12789 w 45467"/>
                  <a:gd name="connsiteY7" fmla="*/ 38738 h 39143"/>
                  <a:gd name="connsiteX8" fmla="*/ 24708 w 45467"/>
                  <a:gd name="connsiteY8" fmla="*/ 31348 h 39143"/>
                  <a:gd name="connsiteX9" fmla="*/ 45448 w 45467"/>
                  <a:gd name="connsiteY9" fmla="*/ 26461 h 39143"/>
                  <a:gd name="connsiteX10" fmla="*/ 41872 w 45467"/>
                  <a:gd name="connsiteY10" fmla="*/ 10489 h 391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45467" h="39143">
                    <a:moveTo>
                      <a:pt x="38177" y="0"/>
                    </a:moveTo>
                    <a:cubicBezTo>
                      <a:pt x="33672" y="1156"/>
                      <a:pt x="29250" y="2634"/>
                      <a:pt x="24947" y="4410"/>
                    </a:cubicBezTo>
                    <a:cubicBezTo>
                      <a:pt x="21347" y="6508"/>
                      <a:pt x="17116" y="7235"/>
                      <a:pt x="13028" y="6436"/>
                    </a:cubicBezTo>
                    <a:cubicBezTo>
                      <a:pt x="12336" y="7473"/>
                      <a:pt x="11335" y="8272"/>
                      <a:pt x="10167" y="8701"/>
                    </a:cubicBezTo>
                    <a:cubicBezTo>
                      <a:pt x="4326" y="10847"/>
                      <a:pt x="5399" y="24196"/>
                      <a:pt x="5399" y="24196"/>
                    </a:cubicBezTo>
                    <a:cubicBezTo>
                      <a:pt x="2050" y="24685"/>
                      <a:pt x="-322" y="27736"/>
                      <a:pt x="36" y="31109"/>
                    </a:cubicBezTo>
                    <a:cubicBezTo>
                      <a:pt x="-36" y="34196"/>
                      <a:pt x="1883" y="36997"/>
                      <a:pt x="4803" y="38022"/>
                    </a:cubicBezTo>
                    <a:cubicBezTo>
                      <a:pt x="7473" y="38106"/>
                      <a:pt x="10143" y="38344"/>
                      <a:pt x="12789" y="38738"/>
                    </a:cubicBezTo>
                    <a:cubicBezTo>
                      <a:pt x="26258" y="41240"/>
                      <a:pt x="24708" y="31348"/>
                      <a:pt x="24708" y="31348"/>
                    </a:cubicBezTo>
                    <a:cubicBezTo>
                      <a:pt x="24708" y="31348"/>
                      <a:pt x="44256" y="32659"/>
                      <a:pt x="45448" y="26461"/>
                    </a:cubicBezTo>
                    <a:cubicBezTo>
                      <a:pt x="45639" y="20918"/>
                      <a:pt x="44411" y="15424"/>
                      <a:pt x="41872" y="10489"/>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31" name="Freeform: Shape 30">
                <a:extLst>
                  <a:ext uri="{FF2B5EF4-FFF2-40B4-BE49-F238E27FC236}">
                    <a16:creationId xmlns:a16="http://schemas.microsoft.com/office/drawing/2014/main" id="{A0463AA9-753E-4DE9-8082-577843EBB2D1}"/>
                  </a:ext>
                </a:extLst>
              </p:cNvPr>
              <p:cNvSpPr/>
              <p:nvPr/>
            </p:nvSpPr>
            <p:spPr>
              <a:xfrm>
                <a:off x="5232553" y="8323791"/>
                <a:ext cx="247386" cy="330754"/>
              </a:xfrm>
              <a:custGeom>
                <a:avLst/>
                <a:gdLst>
                  <a:gd name="connsiteX0" fmla="*/ 58285 w 247386"/>
                  <a:gd name="connsiteY0" fmla="*/ 60069 h 330754"/>
                  <a:gd name="connsiteX1" fmla="*/ 74257 w 247386"/>
                  <a:gd name="connsiteY1" fmla="*/ 74372 h 330754"/>
                  <a:gd name="connsiteX2" fmla="*/ 122649 w 247386"/>
                  <a:gd name="connsiteY2" fmla="*/ 91417 h 330754"/>
                  <a:gd name="connsiteX3" fmla="*/ 155546 w 247386"/>
                  <a:gd name="connsiteY3" fmla="*/ 98807 h 330754"/>
                  <a:gd name="connsiteX4" fmla="*/ 164009 w 247386"/>
                  <a:gd name="connsiteY4" fmla="*/ 104170 h 330754"/>
                  <a:gd name="connsiteX5" fmla="*/ 100241 w 247386"/>
                  <a:gd name="connsiteY5" fmla="*/ 167938 h 330754"/>
                  <a:gd name="connsiteX6" fmla="*/ 73661 w 247386"/>
                  <a:gd name="connsiteY6" fmla="*/ 172706 h 330754"/>
                  <a:gd name="connsiteX7" fmla="*/ 42314 w 247386"/>
                  <a:gd name="connsiteY7" fmla="*/ 189155 h 330754"/>
                  <a:gd name="connsiteX8" fmla="*/ 22885 w 247386"/>
                  <a:gd name="connsiteY8" fmla="*/ 192134 h 330754"/>
                  <a:gd name="connsiteX9" fmla="*/ 10966 w 247386"/>
                  <a:gd name="connsiteY9" fmla="*/ 208940 h 330754"/>
                  <a:gd name="connsiteX10" fmla="*/ 0 w 247386"/>
                  <a:gd name="connsiteY10" fmla="*/ 226104 h 330754"/>
                  <a:gd name="connsiteX11" fmla="*/ 1192 w 247386"/>
                  <a:gd name="connsiteY11" fmla="*/ 311923 h 330754"/>
                  <a:gd name="connsiteX12" fmla="*/ 13111 w 247386"/>
                  <a:gd name="connsiteY12" fmla="*/ 330755 h 330754"/>
                  <a:gd name="connsiteX13" fmla="*/ 66271 w 247386"/>
                  <a:gd name="connsiteY13" fmla="*/ 274615 h 330754"/>
                  <a:gd name="connsiteX14" fmla="*/ 108108 w 247386"/>
                  <a:gd name="connsiteY14" fmla="*/ 242672 h 330754"/>
                  <a:gd name="connsiteX15" fmla="*/ 167704 w 247386"/>
                  <a:gd name="connsiteY15" fmla="*/ 184148 h 330754"/>
                  <a:gd name="connsiteX16" fmla="*/ 195237 w 247386"/>
                  <a:gd name="connsiteY16" fmla="*/ 139928 h 330754"/>
                  <a:gd name="connsiteX17" fmla="*/ 216930 w 247386"/>
                  <a:gd name="connsiteY17" fmla="*/ 102740 h 330754"/>
                  <a:gd name="connsiteX18" fmla="*/ 239219 w 247386"/>
                  <a:gd name="connsiteY18" fmla="*/ 55063 h 330754"/>
                  <a:gd name="connsiteX19" fmla="*/ 247324 w 247386"/>
                  <a:gd name="connsiteY19" fmla="*/ 13346 h 330754"/>
                  <a:gd name="connsiteX20" fmla="*/ 231829 w 247386"/>
                  <a:gd name="connsiteY20" fmla="*/ 5121 h 330754"/>
                  <a:gd name="connsiteX21" fmla="*/ 177954 w 247386"/>
                  <a:gd name="connsiteY21" fmla="*/ 19663 h 330754"/>
                  <a:gd name="connsiteX22" fmla="*/ 139694 w 247386"/>
                  <a:gd name="connsiteY22" fmla="*/ 28483 h 330754"/>
                  <a:gd name="connsiteX23" fmla="*/ 108465 w 247386"/>
                  <a:gd name="connsiteY23" fmla="*/ 34204 h 330754"/>
                  <a:gd name="connsiteX24" fmla="*/ 68774 w 247386"/>
                  <a:gd name="connsiteY24" fmla="*/ 30986 h 330754"/>
                  <a:gd name="connsiteX25" fmla="*/ 56855 w 247386"/>
                  <a:gd name="connsiteY25" fmla="*/ 17398 h 330754"/>
                  <a:gd name="connsiteX26" fmla="*/ 43267 w 247386"/>
                  <a:gd name="connsiteY26" fmla="*/ 38138 h 330754"/>
                  <a:gd name="connsiteX27" fmla="*/ 58285 w 247386"/>
                  <a:gd name="connsiteY27" fmla="*/ 60069 h 330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47386" h="330754">
                    <a:moveTo>
                      <a:pt x="58285" y="60069"/>
                    </a:moveTo>
                    <a:cubicBezTo>
                      <a:pt x="62576" y="62095"/>
                      <a:pt x="69489" y="73300"/>
                      <a:pt x="74257" y="74372"/>
                    </a:cubicBezTo>
                    <a:cubicBezTo>
                      <a:pt x="79025" y="75445"/>
                      <a:pt x="105605" y="84504"/>
                      <a:pt x="122649" y="91417"/>
                    </a:cubicBezTo>
                    <a:cubicBezTo>
                      <a:pt x="132995" y="96089"/>
                      <a:pt x="144187" y="98604"/>
                      <a:pt x="155546" y="98807"/>
                    </a:cubicBezTo>
                    <a:cubicBezTo>
                      <a:pt x="160910" y="98807"/>
                      <a:pt x="168777" y="100356"/>
                      <a:pt x="164009" y="104170"/>
                    </a:cubicBezTo>
                    <a:cubicBezTo>
                      <a:pt x="159241" y="107984"/>
                      <a:pt x="107154" y="160429"/>
                      <a:pt x="100241" y="167938"/>
                    </a:cubicBezTo>
                    <a:cubicBezTo>
                      <a:pt x="93328" y="175447"/>
                      <a:pt x="89156" y="172706"/>
                      <a:pt x="73661" y="172706"/>
                    </a:cubicBezTo>
                    <a:cubicBezTo>
                      <a:pt x="58166" y="172706"/>
                      <a:pt x="46604" y="189631"/>
                      <a:pt x="42314" y="189155"/>
                    </a:cubicBezTo>
                    <a:cubicBezTo>
                      <a:pt x="35746" y="189464"/>
                      <a:pt x="29238" y="190466"/>
                      <a:pt x="22885" y="192134"/>
                    </a:cubicBezTo>
                    <a:lnTo>
                      <a:pt x="10966" y="208940"/>
                    </a:lnTo>
                    <a:lnTo>
                      <a:pt x="0" y="226104"/>
                    </a:lnTo>
                    <a:lnTo>
                      <a:pt x="1192" y="311923"/>
                    </a:lnTo>
                    <a:lnTo>
                      <a:pt x="13111" y="330755"/>
                    </a:lnTo>
                    <a:cubicBezTo>
                      <a:pt x="22528" y="318240"/>
                      <a:pt x="47677" y="294163"/>
                      <a:pt x="66271" y="274615"/>
                    </a:cubicBezTo>
                    <a:cubicBezTo>
                      <a:pt x="77821" y="261147"/>
                      <a:pt x="92076" y="250264"/>
                      <a:pt x="108108" y="242672"/>
                    </a:cubicBezTo>
                    <a:cubicBezTo>
                      <a:pt x="130706" y="226152"/>
                      <a:pt x="150778" y="206437"/>
                      <a:pt x="167704" y="184148"/>
                    </a:cubicBezTo>
                    <a:cubicBezTo>
                      <a:pt x="179623" y="168534"/>
                      <a:pt x="193449" y="151251"/>
                      <a:pt x="195237" y="139928"/>
                    </a:cubicBezTo>
                    <a:cubicBezTo>
                      <a:pt x="199767" y="126137"/>
                      <a:pt x="207156" y="113467"/>
                      <a:pt x="216930" y="102740"/>
                    </a:cubicBezTo>
                    <a:cubicBezTo>
                      <a:pt x="227479" y="88508"/>
                      <a:pt x="235059" y="72286"/>
                      <a:pt x="239219" y="55063"/>
                    </a:cubicBezTo>
                    <a:cubicBezTo>
                      <a:pt x="239219" y="46600"/>
                      <a:pt x="246252" y="28483"/>
                      <a:pt x="247324" y="13346"/>
                    </a:cubicBezTo>
                    <a:cubicBezTo>
                      <a:pt x="248397" y="-1792"/>
                      <a:pt x="235405" y="-3341"/>
                      <a:pt x="231829" y="5121"/>
                    </a:cubicBezTo>
                    <a:cubicBezTo>
                      <a:pt x="228253" y="13584"/>
                      <a:pt x="197383" y="19305"/>
                      <a:pt x="177954" y="19663"/>
                    </a:cubicBezTo>
                    <a:cubicBezTo>
                      <a:pt x="158526" y="20021"/>
                      <a:pt x="146726" y="21808"/>
                      <a:pt x="139694" y="28483"/>
                    </a:cubicBezTo>
                    <a:cubicBezTo>
                      <a:pt x="132661" y="35158"/>
                      <a:pt x="114902" y="26814"/>
                      <a:pt x="108465" y="34204"/>
                    </a:cubicBezTo>
                    <a:cubicBezTo>
                      <a:pt x="102029" y="41594"/>
                      <a:pt x="76879" y="48031"/>
                      <a:pt x="68774" y="30986"/>
                    </a:cubicBezTo>
                    <a:cubicBezTo>
                      <a:pt x="66283" y="25348"/>
                      <a:pt x="62123" y="20605"/>
                      <a:pt x="56855" y="17398"/>
                    </a:cubicBezTo>
                    <a:cubicBezTo>
                      <a:pt x="49942" y="24431"/>
                      <a:pt x="41837" y="34800"/>
                      <a:pt x="43267" y="38138"/>
                    </a:cubicBezTo>
                    <a:cubicBezTo>
                      <a:pt x="46855" y="46326"/>
                      <a:pt x="51956" y="53764"/>
                      <a:pt x="58285" y="60069"/>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32" name="Freeform: Shape 31">
                <a:extLst>
                  <a:ext uri="{FF2B5EF4-FFF2-40B4-BE49-F238E27FC236}">
                    <a16:creationId xmlns:a16="http://schemas.microsoft.com/office/drawing/2014/main" id="{3994D5E9-CA7E-45E8-BD7B-3C768D070ADD}"/>
                  </a:ext>
                </a:extLst>
              </p:cNvPr>
              <p:cNvSpPr/>
              <p:nvPr/>
            </p:nvSpPr>
            <p:spPr>
              <a:xfrm>
                <a:off x="3953141" y="7712428"/>
                <a:ext cx="288023" cy="227918"/>
              </a:xfrm>
              <a:custGeom>
                <a:avLst/>
                <a:gdLst>
                  <a:gd name="connsiteX0" fmla="*/ 105843 w 288023"/>
                  <a:gd name="connsiteY0" fmla="*/ 227918 h 227918"/>
                  <a:gd name="connsiteX1" fmla="*/ 105843 w 288023"/>
                  <a:gd name="connsiteY1" fmla="*/ 195260 h 227918"/>
                  <a:gd name="connsiteX2" fmla="*/ 144104 w 288023"/>
                  <a:gd name="connsiteY2" fmla="*/ 170229 h 227918"/>
                  <a:gd name="connsiteX3" fmla="*/ 159718 w 288023"/>
                  <a:gd name="connsiteY3" fmla="*/ 165581 h 227918"/>
                  <a:gd name="connsiteX4" fmla="*/ 180815 w 288023"/>
                  <a:gd name="connsiteY4" fmla="*/ 160932 h 227918"/>
                  <a:gd name="connsiteX5" fmla="*/ 193330 w 288023"/>
                  <a:gd name="connsiteY5" fmla="*/ 146867 h 227918"/>
                  <a:gd name="connsiteX6" fmla="*/ 211209 w 288023"/>
                  <a:gd name="connsiteY6" fmla="*/ 140550 h 227918"/>
                  <a:gd name="connsiteX7" fmla="*/ 222175 w 288023"/>
                  <a:gd name="connsiteY7" fmla="*/ 133518 h 227918"/>
                  <a:gd name="connsiteX8" fmla="*/ 225274 w 288023"/>
                  <a:gd name="connsiteY8" fmla="*/ 118738 h 227918"/>
                  <a:gd name="connsiteX9" fmla="*/ 233140 w 288023"/>
                  <a:gd name="connsiteY9" fmla="*/ 112421 h 227918"/>
                  <a:gd name="connsiteX10" fmla="*/ 247205 w 288023"/>
                  <a:gd name="connsiteY10" fmla="*/ 103839 h 227918"/>
                  <a:gd name="connsiteX11" fmla="*/ 282367 w 288023"/>
                  <a:gd name="connsiteY11" fmla="*/ 102289 h 227918"/>
                  <a:gd name="connsiteX12" fmla="*/ 287850 w 288023"/>
                  <a:gd name="connsiteY12" fmla="*/ 92873 h 227918"/>
                  <a:gd name="connsiteX13" fmla="*/ 278433 w 288023"/>
                  <a:gd name="connsiteY13" fmla="*/ 76544 h 227918"/>
                  <a:gd name="connsiteX14" fmla="*/ 276884 w 288023"/>
                  <a:gd name="connsiteY14" fmla="*/ 54613 h 227918"/>
                  <a:gd name="connsiteX15" fmla="*/ 269852 w 288023"/>
                  <a:gd name="connsiteY15" fmla="*/ 29701 h 227918"/>
                  <a:gd name="connsiteX16" fmla="*/ 265918 w 288023"/>
                  <a:gd name="connsiteY16" fmla="*/ 22311 h 227918"/>
                  <a:gd name="connsiteX17" fmla="*/ 238147 w 288023"/>
                  <a:gd name="connsiteY17" fmla="*/ 15756 h 227918"/>
                  <a:gd name="connsiteX18" fmla="*/ 197383 w 288023"/>
                  <a:gd name="connsiteY18" fmla="*/ 11465 h 227918"/>
                  <a:gd name="connsiteX19" fmla="*/ 175094 w 288023"/>
                  <a:gd name="connsiteY19" fmla="*/ 1214 h 227918"/>
                  <a:gd name="connsiteX20" fmla="*/ 148871 w 288023"/>
                  <a:gd name="connsiteY20" fmla="*/ 50083 h 227918"/>
                  <a:gd name="connsiteX21" fmla="*/ 112398 w 288023"/>
                  <a:gd name="connsiteY21" fmla="*/ 67485 h 227918"/>
                  <a:gd name="connsiteX22" fmla="*/ 94281 w 288023"/>
                  <a:gd name="connsiteY22" fmla="*/ 88106 h 227918"/>
                  <a:gd name="connsiteX23" fmla="*/ 80812 w 288023"/>
                  <a:gd name="connsiteY23" fmla="*/ 110752 h 227918"/>
                  <a:gd name="connsiteX24" fmla="*/ 80812 w 288023"/>
                  <a:gd name="connsiteY24" fmla="*/ 147225 h 227918"/>
                  <a:gd name="connsiteX25" fmla="*/ 52445 w 288023"/>
                  <a:gd name="connsiteY25" fmla="*/ 186558 h 227918"/>
                  <a:gd name="connsiteX26" fmla="*/ 17402 w 288023"/>
                  <a:gd name="connsiteY26" fmla="*/ 210397 h 227918"/>
                  <a:gd name="connsiteX27" fmla="*/ 0 w 288023"/>
                  <a:gd name="connsiteY27" fmla="*/ 218860 h 227918"/>
                  <a:gd name="connsiteX28" fmla="*/ 89156 w 288023"/>
                  <a:gd name="connsiteY28" fmla="*/ 218860 h 227918"/>
                  <a:gd name="connsiteX29" fmla="*/ 105843 w 288023"/>
                  <a:gd name="connsiteY29" fmla="*/ 227918 h 2279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288023" h="227918">
                    <a:moveTo>
                      <a:pt x="105843" y="227918"/>
                    </a:moveTo>
                    <a:cubicBezTo>
                      <a:pt x="105843" y="212304"/>
                      <a:pt x="104889" y="196809"/>
                      <a:pt x="105843" y="195260"/>
                    </a:cubicBezTo>
                    <a:cubicBezTo>
                      <a:pt x="117881" y="185879"/>
                      <a:pt x="130682" y="177500"/>
                      <a:pt x="144104" y="170229"/>
                    </a:cubicBezTo>
                    <a:cubicBezTo>
                      <a:pt x="149586" y="167130"/>
                      <a:pt x="159718" y="171779"/>
                      <a:pt x="159718" y="165581"/>
                    </a:cubicBezTo>
                    <a:cubicBezTo>
                      <a:pt x="159718" y="159383"/>
                      <a:pt x="172948" y="162482"/>
                      <a:pt x="180815" y="160932"/>
                    </a:cubicBezTo>
                    <a:cubicBezTo>
                      <a:pt x="187919" y="160038"/>
                      <a:pt x="193270" y="154031"/>
                      <a:pt x="193330" y="146867"/>
                    </a:cubicBezTo>
                    <a:cubicBezTo>
                      <a:pt x="193330" y="139835"/>
                      <a:pt x="204177" y="141385"/>
                      <a:pt x="211209" y="140550"/>
                    </a:cubicBezTo>
                    <a:cubicBezTo>
                      <a:pt x="218241" y="139716"/>
                      <a:pt x="217526" y="133518"/>
                      <a:pt x="222175" y="133518"/>
                    </a:cubicBezTo>
                    <a:cubicBezTo>
                      <a:pt x="226823" y="133518"/>
                      <a:pt x="224558" y="126485"/>
                      <a:pt x="225274" y="118738"/>
                    </a:cubicBezTo>
                    <a:cubicBezTo>
                      <a:pt x="225989" y="110990"/>
                      <a:pt x="226108" y="112421"/>
                      <a:pt x="233140" y="112421"/>
                    </a:cubicBezTo>
                    <a:cubicBezTo>
                      <a:pt x="240173" y="112421"/>
                      <a:pt x="247205" y="108607"/>
                      <a:pt x="247205" y="103839"/>
                    </a:cubicBezTo>
                    <a:cubicBezTo>
                      <a:pt x="247205" y="99071"/>
                      <a:pt x="277599" y="102289"/>
                      <a:pt x="282367" y="102289"/>
                    </a:cubicBezTo>
                    <a:cubicBezTo>
                      <a:pt x="287134" y="102289"/>
                      <a:pt x="288565" y="96807"/>
                      <a:pt x="287850" y="92873"/>
                    </a:cubicBezTo>
                    <a:cubicBezTo>
                      <a:pt x="287134" y="88940"/>
                      <a:pt x="283082" y="77259"/>
                      <a:pt x="278433" y="76544"/>
                    </a:cubicBezTo>
                    <a:cubicBezTo>
                      <a:pt x="273785" y="75829"/>
                      <a:pt x="276884" y="64029"/>
                      <a:pt x="276884" y="54613"/>
                    </a:cubicBezTo>
                    <a:cubicBezTo>
                      <a:pt x="277444" y="45745"/>
                      <a:pt x="274965" y="36960"/>
                      <a:pt x="269852" y="29701"/>
                    </a:cubicBezTo>
                    <a:cubicBezTo>
                      <a:pt x="268290" y="27377"/>
                      <a:pt x="266967" y="24910"/>
                      <a:pt x="265918" y="22311"/>
                    </a:cubicBezTo>
                    <a:cubicBezTo>
                      <a:pt x="257336" y="22311"/>
                      <a:pt x="246967" y="15994"/>
                      <a:pt x="238147" y="15756"/>
                    </a:cubicBezTo>
                    <a:cubicBezTo>
                      <a:pt x="226227" y="15756"/>
                      <a:pt x="206560" y="21835"/>
                      <a:pt x="197383" y="11465"/>
                    </a:cubicBezTo>
                    <a:cubicBezTo>
                      <a:pt x="188205" y="1095"/>
                      <a:pt x="181768" y="-2004"/>
                      <a:pt x="175094" y="1214"/>
                    </a:cubicBezTo>
                    <a:cubicBezTo>
                      <a:pt x="168419" y="4432"/>
                      <a:pt x="155904" y="39833"/>
                      <a:pt x="148871" y="50083"/>
                    </a:cubicBezTo>
                    <a:cubicBezTo>
                      <a:pt x="139408" y="60370"/>
                      <a:pt x="126344" y="66603"/>
                      <a:pt x="112398" y="67485"/>
                    </a:cubicBezTo>
                    <a:cubicBezTo>
                      <a:pt x="102744" y="67485"/>
                      <a:pt x="101671" y="82027"/>
                      <a:pt x="94281" y="88106"/>
                    </a:cubicBezTo>
                    <a:cubicBezTo>
                      <a:pt x="86891" y="94184"/>
                      <a:pt x="89633" y="103601"/>
                      <a:pt x="80812" y="110752"/>
                    </a:cubicBezTo>
                    <a:cubicBezTo>
                      <a:pt x="71992" y="117904"/>
                      <a:pt x="76164" y="139358"/>
                      <a:pt x="80812" y="147225"/>
                    </a:cubicBezTo>
                    <a:cubicBezTo>
                      <a:pt x="85461" y="155092"/>
                      <a:pt x="64483" y="179407"/>
                      <a:pt x="52445" y="186558"/>
                    </a:cubicBezTo>
                    <a:cubicBezTo>
                      <a:pt x="40406" y="193710"/>
                      <a:pt x="36592" y="207059"/>
                      <a:pt x="17402" y="210397"/>
                    </a:cubicBezTo>
                    <a:cubicBezTo>
                      <a:pt x="10882" y="211398"/>
                      <a:pt x="4815" y="214354"/>
                      <a:pt x="0" y="218860"/>
                    </a:cubicBezTo>
                    <a:lnTo>
                      <a:pt x="89156" y="218860"/>
                    </a:lnTo>
                    <a:cubicBezTo>
                      <a:pt x="107273" y="218740"/>
                      <a:pt x="102863" y="222555"/>
                      <a:pt x="105843" y="227918"/>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33" name="Freeform: Shape 32">
                <a:extLst>
                  <a:ext uri="{FF2B5EF4-FFF2-40B4-BE49-F238E27FC236}">
                    <a16:creationId xmlns:a16="http://schemas.microsoft.com/office/drawing/2014/main" id="{CF18BF56-EEBA-4F6F-8BB9-4C8B66722F37}"/>
                  </a:ext>
                </a:extLst>
              </p:cNvPr>
              <p:cNvSpPr/>
              <p:nvPr/>
            </p:nvSpPr>
            <p:spPr>
              <a:xfrm>
                <a:off x="4447950" y="7672269"/>
                <a:ext cx="99603" cy="191674"/>
              </a:xfrm>
              <a:custGeom>
                <a:avLst/>
                <a:gdLst>
                  <a:gd name="connsiteX0" fmla="*/ 24513 w 99603"/>
                  <a:gd name="connsiteY0" fmla="*/ 46380 h 191674"/>
                  <a:gd name="connsiteX1" fmla="*/ 17719 w 99603"/>
                  <a:gd name="connsiteY1" fmla="*/ 72006 h 191674"/>
                  <a:gd name="connsiteX2" fmla="*/ 2224 w 99603"/>
                  <a:gd name="connsiteY2" fmla="*/ 87620 h 191674"/>
                  <a:gd name="connsiteX3" fmla="*/ 12116 w 99603"/>
                  <a:gd name="connsiteY3" fmla="*/ 113127 h 191674"/>
                  <a:gd name="connsiteX4" fmla="*/ 22009 w 99603"/>
                  <a:gd name="connsiteY4" fmla="*/ 128622 h 191674"/>
                  <a:gd name="connsiteX5" fmla="*/ 40484 w 99603"/>
                  <a:gd name="connsiteY5" fmla="*/ 142806 h 191674"/>
                  <a:gd name="connsiteX6" fmla="*/ 51807 w 99603"/>
                  <a:gd name="connsiteY6" fmla="*/ 185358 h 191674"/>
                  <a:gd name="connsiteX7" fmla="*/ 53834 w 99603"/>
                  <a:gd name="connsiteY7" fmla="*/ 191675 h 191674"/>
                  <a:gd name="connsiteX8" fmla="*/ 63846 w 99603"/>
                  <a:gd name="connsiteY8" fmla="*/ 182855 h 191674"/>
                  <a:gd name="connsiteX9" fmla="*/ 68018 w 99603"/>
                  <a:gd name="connsiteY9" fmla="*/ 163784 h 191674"/>
                  <a:gd name="connsiteX10" fmla="*/ 70163 w 99603"/>
                  <a:gd name="connsiteY10" fmla="*/ 153176 h 191674"/>
                  <a:gd name="connsiteX11" fmla="*/ 88638 w 99603"/>
                  <a:gd name="connsiteY11" fmla="*/ 135774 h 191674"/>
                  <a:gd name="connsiteX12" fmla="*/ 98889 w 99603"/>
                  <a:gd name="connsiteY12" fmla="*/ 128384 h 191674"/>
                  <a:gd name="connsiteX13" fmla="*/ 99604 w 99603"/>
                  <a:gd name="connsiteY13" fmla="*/ 115869 h 191674"/>
                  <a:gd name="connsiteX14" fmla="*/ 90426 w 99603"/>
                  <a:gd name="connsiteY14" fmla="*/ 105618 h 191674"/>
                  <a:gd name="connsiteX15" fmla="*/ 80533 w 99603"/>
                  <a:gd name="connsiteY15" fmla="*/ 97513 h 191674"/>
                  <a:gd name="connsiteX16" fmla="*/ 61701 w 99603"/>
                  <a:gd name="connsiteY16" fmla="*/ 89408 h 191674"/>
                  <a:gd name="connsiteX17" fmla="*/ 80533 w 99603"/>
                  <a:gd name="connsiteY17" fmla="*/ 72721 h 191674"/>
                  <a:gd name="connsiteX18" fmla="*/ 84216 w 99603"/>
                  <a:gd name="connsiteY18" fmla="*/ 43626 h 191674"/>
                  <a:gd name="connsiteX19" fmla="*/ 81129 w 99603"/>
                  <a:gd name="connsiteY19" fmla="*/ 40420 h 191674"/>
                  <a:gd name="connsiteX20" fmla="*/ 85420 w 99603"/>
                  <a:gd name="connsiteY20" fmla="*/ 19561 h 191674"/>
                  <a:gd name="connsiteX21" fmla="*/ 82202 w 99603"/>
                  <a:gd name="connsiteY21" fmla="*/ 11098 h 191674"/>
                  <a:gd name="connsiteX22" fmla="*/ 70878 w 99603"/>
                  <a:gd name="connsiteY22" fmla="*/ 7165 h 191674"/>
                  <a:gd name="connsiteX23" fmla="*/ 37981 w 99603"/>
                  <a:gd name="connsiteY23" fmla="*/ 5377 h 191674"/>
                  <a:gd name="connsiteX24" fmla="*/ 25108 w 99603"/>
                  <a:gd name="connsiteY24" fmla="*/ 9072 h 191674"/>
                  <a:gd name="connsiteX25" fmla="*/ 24513 w 99603"/>
                  <a:gd name="connsiteY25" fmla="*/ 46380 h 1916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99603" h="191674">
                    <a:moveTo>
                      <a:pt x="24513" y="46380"/>
                    </a:moveTo>
                    <a:cubicBezTo>
                      <a:pt x="28565" y="55450"/>
                      <a:pt x="25740" y="66130"/>
                      <a:pt x="17719" y="72006"/>
                    </a:cubicBezTo>
                    <a:cubicBezTo>
                      <a:pt x="12116" y="74866"/>
                      <a:pt x="7826" y="87620"/>
                      <a:pt x="2224" y="87620"/>
                    </a:cubicBezTo>
                    <a:cubicBezTo>
                      <a:pt x="-3378" y="87620"/>
                      <a:pt x="2224" y="108836"/>
                      <a:pt x="12116" y="113127"/>
                    </a:cubicBezTo>
                    <a:cubicBezTo>
                      <a:pt x="18672" y="115285"/>
                      <a:pt x="22808" y="121769"/>
                      <a:pt x="22009" y="128622"/>
                    </a:cubicBezTo>
                    <a:cubicBezTo>
                      <a:pt x="22009" y="132913"/>
                      <a:pt x="36193" y="137204"/>
                      <a:pt x="40484" y="142806"/>
                    </a:cubicBezTo>
                    <a:cubicBezTo>
                      <a:pt x="46706" y="156227"/>
                      <a:pt x="50532" y="170626"/>
                      <a:pt x="51807" y="185358"/>
                    </a:cubicBezTo>
                    <a:cubicBezTo>
                      <a:pt x="51807" y="187622"/>
                      <a:pt x="52511" y="189827"/>
                      <a:pt x="53834" y="191675"/>
                    </a:cubicBezTo>
                    <a:cubicBezTo>
                      <a:pt x="57767" y="189482"/>
                      <a:pt x="61176" y="186478"/>
                      <a:pt x="63846" y="182855"/>
                    </a:cubicBezTo>
                    <a:cubicBezTo>
                      <a:pt x="67136" y="177074"/>
                      <a:pt x="68602" y="170423"/>
                      <a:pt x="68018" y="163784"/>
                    </a:cubicBezTo>
                    <a:cubicBezTo>
                      <a:pt x="66468" y="160149"/>
                      <a:pt x="67315" y="155929"/>
                      <a:pt x="70163" y="153176"/>
                    </a:cubicBezTo>
                    <a:cubicBezTo>
                      <a:pt x="73382" y="150315"/>
                      <a:pt x="86135" y="136846"/>
                      <a:pt x="88638" y="135774"/>
                    </a:cubicBezTo>
                    <a:cubicBezTo>
                      <a:pt x="91141" y="134701"/>
                      <a:pt x="99246" y="135774"/>
                      <a:pt x="98889" y="128384"/>
                    </a:cubicBezTo>
                    <a:cubicBezTo>
                      <a:pt x="98865" y="124200"/>
                      <a:pt x="99103" y="120016"/>
                      <a:pt x="99604" y="115869"/>
                    </a:cubicBezTo>
                    <a:cubicBezTo>
                      <a:pt x="93883" y="112174"/>
                      <a:pt x="90426" y="107764"/>
                      <a:pt x="90426" y="105618"/>
                    </a:cubicBezTo>
                    <a:cubicBezTo>
                      <a:pt x="90426" y="101089"/>
                      <a:pt x="83989" y="93699"/>
                      <a:pt x="80533" y="97513"/>
                    </a:cubicBezTo>
                    <a:cubicBezTo>
                      <a:pt x="77076" y="101327"/>
                      <a:pt x="63488" y="98228"/>
                      <a:pt x="61701" y="89408"/>
                    </a:cubicBezTo>
                    <a:cubicBezTo>
                      <a:pt x="59913" y="80588"/>
                      <a:pt x="70521" y="80826"/>
                      <a:pt x="80533" y="72721"/>
                    </a:cubicBezTo>
                    <a:cubicBezTo>
                      <a:pt x="89580" y="65700"/>
                      <a:pt x="91236" y="52673"/>
                      <a:pt x="84216" y="43626"/>
                    </a:cubicBezTo>
                    <a:cubicBezTo>
                      <a:pt x="83310" y="42446"/>
                      <a:pt x="82273" y="41373"/>
                      <a:pt x="81129" y="40420"/>
                    </a:cubicBezTo>
                    <a:cubicBezTo>
                      <a:pt x="70521" y="31957"/>
                      <a:pt x="78030" y="27309"/>
                      <a:pt x="85420" y="19561"/>
                    </a:cubicBezTo>
                    <a:cubicBezTo>
                      <a:pt x="92810" y="11814"/>
                      <a:pt x="86135" y="7642"/>
                      <a:pt x="82202" y="11098"/>
                    </a:cubicBezTo>
                    <a:cubicBezTo>
                      <a:pt x="78268" y="14555"/>
                      <a:pt x="71951" y="15628"/>
                      <a:pt x="70878" y="7165"/>
                    </a:cubicBezTo>
                    <a:cubicBezTo>
                      <a:pt x="69806" y="-1297"/>
                      <a:pt x="47040" y="-2728"/>
                      <a:pt x="37981" y="5377"/>
                    </a:cubicBezTo>
                    <a:cubicBezTo>
                      <a:pt x="34286" y="8143"/>
                      <a:pt x="29709" y="9454"/>
                      <a:pt x="25108" y="9072"/>
                    </a:cubicBezTo>
                    <a:cubicBezTo>
                      <a:pt x="22605" y="23018"/>
                      <a:pt x="20698" y="40658"/>
                      <a:pt x="24513" y="46380"/>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34" name="Freeform: Shape 33">
                <a:extLst>
                  <a:ext uri="{FF2B5EF4-FFF2-40B4-BE49-F238E27FC236}">
                    <a16:creationId xmlns:a16="http://schemas.microsoft.com/office/drawing/2014/main" id="{4E3F9A3B-6ADD-4BF1-B913-DBD6BB2EB970}"/>
                  </a:ext>
                </a:extLst>
              </p:cNvPr>
              <p:cNvSpPr/>
              <p:nvPr/>
            </p:nvSpPr>
            <p:spPr>
              <a:xfrm>
                <a:off x="4058507" y="7676215"/>
                <a:ext cx="498701" cy="478914"/>
              </a:xfrm>
              <a:custGeom>
                <a:avLst/>
                <a:gdLst>
                  <a:gd name="connsiteX0" fmla="*/ 171041 w 498701"/>
                  <a:gd name="connsiteY0" fmla="*/ 90825 h 478914"/>
                  <a:gd name="connsiteX1" fmla="*/ 172591 w 498701"/>
                  <a:gd name="connsiteY1" fmla="*/ 112756 h 478914"/>
                  <a:gd name="connsiteX2" fmla="*/ 182007 w 498701"/>
                  <a:gd name="connsiteY2" fmla="*/ 129085 h 478914"/>
                  <a:gd name="connsiteX3" fmla="*/ 176524 w 498701"/>
                  <a:gd name="connsiteY3" fmla="*/ 138502 h 478914"/>
                  <a:gd name="connsiteX4" fmla="*/ 141362 w 498701"/>
                  <a:gd name="connsiteY4" fmla="*/ 140051 h 478914"/>
                  <a:gd name="connsiteX5" fmla="*/ 127297 w 498701"/>
                  <a:gd name="connsiteY5" fmla="*/ 148633 h 478914"/>
                  <a:gd name="connsiteX6" fmla="*/ 119431 w 498701"/>
                  <a:gd name="connsiteY6" fmla="*/ 154950 h 478914"/>
                  <a:gd name="connsiteX7" fmla="*/ 116332 w 498701"/>
                  <a:gd name="connsiteY7" fmla="*/ 169730 h 478914"/>
                  <a:gd name="connsiteX8" fmla="*/ 105366 w 498701"/>
                  <a:gd name="connsiteY8" fmla="*/ 176762 h 478914"/>
                  <a:gd name="connsiteX9" fmla="*/ 87487 w 498701"/>
                  <a:gd name="connsiteY9" fmla="*/ 183079 h 478914"/>
                  <a:gd name="connsiteX10" fmla="*/ 74972 w 498701"/>
                  <a:gd name="connsiteY10" fmla="*/ 197144 h 478914"/>
                  <a:gd name="connsiteX11" fmla="*/ 53875 w 498701"/>
                  <a:gd name="connsiteY11" fmla="*/ 201793 h 478914"/>
                  <a:gd name="connsiteX12" fmla="*/ 38261 w 498701"/>
                  <a:gd name="connsiteY12" fmla="*/ 206441 h 478914"/>
                  <a:gd name="connsiteX13" fmla="*/ 0 w 498701"/>
                  <a:gd name="connsiteY13" fmla="*/ 231472 h 478914"/>
                  <a:gd name="connsiteX14" fmla="*/ 0 w 498701"/>
                  <a:gd name="connsiteY14" fmla="*/ 264130 h 478914"/>
                  <a:gd name="connsiteX15" fmla="*/ 4768 w 498701"/>
                  <a:gd name="connsiteY15" fmla="*/ 268421 h 478914"/>
                  <a:gd name="connsiteX16" fmla="*/ 237193 w 498701"/>
                  <a:gd name="connsiteY16" fmla="*/ 423371 h 478914"/>
                  <a:gd name="connsiteX17" fmla="*/ 252449 w 498701"/>
                  <a:gd name="connsiteY17" fmla="*/ 445303 h 478914"/>
                  <a:gd name="connsiteX18" fmla="*/ 279387 w 498701"/>
                  <a:gd name="connsiteY18" fmla="*/ 453646 h 478914"/>
                  <a:gd name="connsiteX19" fmla="*/ 291306 w 498701"/>
                  <a:gd name="connsiteY19" fmla="*/ 478915 h 478914"/>
                  <a:gd name="connsiteX20" fmla="*/ 315145 w 498701"/>
                  <a:gd name="connsiteY20" fmla="*/ 473909 h 478914"/>
                  <a:gd name="connsiteX21" fmla="*/ 352214 w 498701"/>
                  <a:gd name="connsiteY21" fmla="*/ 461990 h 478914"/>
                  <a:gd name="connsiteX22" fmla="*/ 395957 w 498701"/>
                  <a:gd name="connsiteY22" fmla="*/ 426232 h 478914"/>
                  <a:gd name="connsiteX23" fmla="*/ 498701 w 498701"/>
                  <a:gd name="connsiteY23" fmla="*/ 362226 h 478914"/>
                  <a:gd name="connsiteX24" fmla="*/ 498701 w 498701"/>
                  <a:gd name="connsiteY24" fmla="*/ 362226 h 478914"/>
                  <a:gd name="connsiteX25" fmla="*/ 486782 w 498701"/>
                  <a:gd name="connsiteY25" fmla="*/ 341725 h 478914"/>
                  <a:gd name="connsiteX26" fmla="*/ 469142 w 498701"/>
                  <a:gd name="connsiteY26" fmla="*/ 336480 h 478914"/>
                  <a:gd name="connsiteX27" fmla="*/ 452335 w 498701"/>
                  <a:gd name="connsiteY27" fmla="*/ 326706 h 478914"/>
                  <a:gd name="connsiteX28" fmla="*/ 449713 w 498701"/>
                  <a:gd name="connsiteY28" fmla="*/ 308231 h 478914"/>
                  <a:gd name="connsiteX29" fmla="*/ 439105 w 498701"/>
                  <a:gd name="connsiteY29" fmla="*/ 293213 h 478914"/>
                  <a:gd name="connsiteX30" fmla="*/ 449475 w 498701"/>
                  <a:gd name="connsiteY30" fmla="*/ 281294 h 478914"/>
                  <a:gd name="connsiteX31" fmla="*/ 445899 w 498701"/>
                  <a:gd name="connsiteY31" fmla="*/ 270328 h 478914"/>
                  <a:gd name="connsiteX32" fmla="*/ 445899 w 498701"/>
                  <a:gd name="connsiteY32" fmla="*/ 255429 h 478914"/>
                  <a:gd name="connsiteX33" fmla="*/ 447687 w 498701"/>
                  <a:gd name="connsiteY33" fmla="*/ 239219 h 478914"/>
                  <a:gd name="connsiteX34" fmla="*/ 448402 w 498701"/>
                  <a:gd name="connsiteY34" fmla="*/ 213950 h 478914"/>
                  <a:gd name="connsiteX35" fmla="*/ 437436 w 498701"/>
                  <a:gd name="connsiteY35" fmla="*/ 192019 h 478914"/>
                  <a:gd name="connsiteX36" fmla="*/ 442681 w 498701"/>
                  <a:gd name="connsiteY36" fmla="*/ 187013 h 478914"/>
                  <a:gd name="connsiteX37" fmla="*/ 440654 w 498701"/>
                  <a:gd name="connsiteY37" fmla="*/ 180696 h 478914"/>
                  <a:gd name="connsiteX38" fmla="*/ 429331 w 498701"/>
                  <a:gd name="connsiteY38" fmla="*/ 138144 h 478914"/>
                  <a:gd name="connsiteX39" fmla="*/ 410856 w 498701"/>
                  <a:gd name="connsiteY39" fmla="*/ 123960 h 478914"/>
                  <a:gd name="connsiteX40" fmla="*/ 400963 w 498701"/>
                  <a:gd name="connsiteY40" fmla="*/ 108465 h 478914"/>
                  <a:gd name="connsiteX41" fmla="*/ 391070 w 498701"/>
                  <a:gd name="connsiteY41" fmla="*/ 82958 h 478914"/>
                  <a:gd name="connsiteX42" fmla="*/ 406566 w 498701"/>
                  <a:gd name="connsiteY42" fmla="*/ 67344 h 478914"/>
                  <a:gd name="connsiteX43" fmla="*/ 413717 w 498701"/>
                  <a:gd name="connsiteY43" fmla="*/ 41837 h 478914"/>
                  <a:gd name="connsiteX44" fmla="*/ 413717 w 498701"/>
                  <a:gd name="connsiteY44" fmla="*/ 4410 h 478914"/>
                  <a:gd name="connsiteX45" fmla="*/ 391190 w 498701"/>
                  <a:gd name="connsiteY45" fmla="*/ 0 h 478914"/>
                  <a:gd name="connsiteX46" fmla="*/ 366636 w 498701"/>
                  <a:gd name="connsiteY46" fmla="*/ 2503 h 478914"/>
                  <a:gd name="connsiteX47" fmla="*/ 333381 w 498701"/>
                  <a:gd name="connsiteY47" fmla="*/ 9178 h 478914"/>
                  <a:gd name="connsiteX48" fmla="*/ 243391 w 498701"/>
                  <a:gd name="connsiteY48" fmla="*/ 14541 h 478914"/>
                  <a:gd name="connsiteX49" fmla="*/ 206203 w 498701"/>
                  <a:gd name="connsiteY49" fmla="*/ 34327 h 478914"/>
                  <a:gd name="connsiteX50" fmla="*/ 168657 w 498701"/>
                  <a:gd name="connsiteY50" fmla="*/ 53875 h 478914"/>
                  <a:gd name="connsiteX51" fmla="*/ 159599 w 498701"/>
                  <a:gd name="connsiteY51" fmla="*/ 57927 h 478914"/>
                  <a:gd name="connsiteX52" fmla="*/ 163532 w 498701"/>
                  <a:gd name="connsiteY52" fmla="*/ 65318 h 478914"/>
                  <a:gd name="connsiteX53" fmla="*/ 171041 w 498701"/>
                  <a:gd name="connsiteY53" fmla="*/ 90825 h 47891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498701" h="478914">
                    <a:moveTo>
                      <a:pt x="171041" y="90825"/>
                    </a:moveTo>
                    <a:cubicBezTo>
                      <a:pt x="171041" y="100241"/>
                      <a:pt x="167942" y="111922"/>
                      <a:pt x="172591" y="112756"/>
                    </a:cubicBezTo>
                    <a:cubicBezTo>
                      <a:pt x="177239" y="113590"/>
                      <a:pt x="181173" y="125271"/>
                      <a:pt x="182007" y="129085"/>
                    </a:cubicBezTo>
                    <a:cubicBezTo>
                      <a:pt x="182841" y="132900"/>
                      <a:pt x="181173" y="138502"/>
                      <a:pt x="176524" y="138502"/>
                    </a:cubicBezTo>
                    <a:cubicBezTo>
                      <a:pt x="171876" y="138502"/>
                      <a:pt x="141362" y="135403"/>
                      <a:pt x="141362" y="140051"/>
                    </a:cubicBezTo>
                    <a:cubicBezTo>
                      <a:pt x="141362" y="144700"/>
                      <a:pt x="134330" y="148633"/>
                      <a:pt x="127297" y="148633"/>
                    </a:cubicBezTo>
                    <a:cubicBezTo>
                      <a:pt x="120265" y="148633"/>
                      <a:pt x="120265" y="147084"/>
                      <a:pt x="119431" y="154950"/>
                    </a:cubicBezTo>
                    <a:cubicBezTo>
                      <a:pt x="118597" y="162817"/>
                      <a:pt x="121100" y="169730"/>
                      <a:pt x="116332" y="169730"/>
                    </a:cubicBezTo>
                    <a:cubicBezTo>
                      <a:pt x="111564" y="169730"/>
                      <a:pt x="112398" y="176047"/>
                      <a:pt x="105366" y="176762"/>
                    </a:cubicBezTo>
                    <a:cubicBezTo>
                      <a:pt x="98334" y="177477"/>
                      <a:pt x="87487" y="176047"/>
                      <a:pt x="87487" y="183079"/>
                    </a:cubicBezTo>
                    <a:cubicBezTo>
                      <a:pt x="87428" y="190243"/>
                      <a:pt x="82076" y="196250"/>
                      <a:pt x="74972" y="197144"/>
                    </a:cubicBezTo>
                    <a:cubicBezTo>
                      <a:pt x="67105" y="198694"/>
                      <a:pt x="53875" y="195595"/>
                      <a:pt x="53875" y="201793"/>
                    </a:cubicBezTo>
                    <a:cubicBezTo>
                      <a:pt x="53875" y="207991"/>
                      <a:pt x="43744" y="203342"/>
                      <a:pt x="38261" y="206441"/>
                    </a:cubicBezTo>
                    <a:cubicBezTo>
                      <a:pt x="24840" y="213712"/>
                      <a:pt x="12039" y="222091"/>
                      <a:pt x="0" y="231472"/>
                    </a:cubicBezTo>
                    <a:cubicBezTo>
                      <a:pt x="0" y="233021"/>
                      <a:pt x="0" y="248516"/>
                      <a:pt x="0" y="264130"/>
                    </a:cubicBezTo>
                    <a:cubicBezTo>
                      <a:pt x="1168" y="265966"/>
                      <a:pt x="2813" y="267456"/>
                      <a:pt x="4768" y="268421"/>
                    </a:cubicBezTo>
                    <a:cubicBezTo>
                      <a:pt x="16687" y="275215"/>
                      <a:pt x="230518" y="416697"/>
                      <a:pt x="237193" y="423371"/>
                    </a:cubicBezTo>
                    <a:cubicBezTo>
                      <a:pt x="243045" y="430118"/>
                      <a:pt x="248159" y="437472"/>
                      <a:pt x="252449" y="445303"/>
                    </a:cubicBezTo>
                    <a:cubicBezTo>
                      <a:pt x="261842" y="446495"/>
                      <a:pt x="270960" y="449320"/>
                      <a:pt x="279387" y="453646"/>
                    </a:cubicBezTo>
                    <a:cubicBezTo>
                      <a:pt x="291306" y="460440"/>
                      <a:pt x="291306" y="478915"/>
                      <a:pt x="291306" y="478915"/>
                    </a:cubicBezTo>
                    <a:cubicBezTo>
                      <a:pt x="291306" y="478915"/>
                      <a:pt x="306444" y="475578"/>
                      <a:pt x="315145" y="473909"/>
                    </a:cubicBezTo>
                    <a:cubicBezTo>
                      <a:pt x="323846" y="472240"/>
                      <a:pt x="352214" y="461990"/>
                      <a:pt x="352214" y="461990"/>
                    </a:cubicBezTo>
                    <a:lnTo>
                      <a:pt x="395957" y="426232"/>
                    </a:lnTo>
                    <a:lnTo>
                      <a:pt x="498701" y="362226"/>
                    </a:lnTo>
                    <a:lnTo>
                      <a:pt x="498701" y="362226"/>
                    </a:lnTo>
                    <a:cubicBezTo>
                      <a:pt x="495483" y="350902"/>
                      <a:pt x="492026" y="341725"/>
                      <a:pt x="486782" y="341725"/>
                    </a:cubicBezTo>
                    <a:cubicBezTo>
                      <a:pt x="481537" y="341725"/>
                      <a:pt x="476174" y="336480"/>
                      <a:pt x="469142" y="336480"/>
                    </a:cubicBezTo>
                    <a:cubicBezTo>
                      <a:pt x="462109" y="336480"/>
                      <a:pt x="453169" y="332904"/>
                      <a:pt x="452335" y="326706"/>
                    </a:cubicBezTo>
                    <a:cubicBezTo>
                      <a:pt x="451501" y="320508"/>
                      <a:pt x="454958" y="316098"/>
                      <a:pt x="449713" y="308231"/>
                    </a:cubicBezTo>
                    <a:cubicBezTo>
                      <a:pt x="444469" y="300365"/>
                      <a:pt x="439105" y="296312"/>
                      <a:pt x="439105" y="293213"/>
                    </a:cubicBezTo>
                    <a:cubicBezTo>
                      <a:pt x="439105" y="290114"/>
                      <a:pt x="448044" y="282724"/>
                      <a:pt x="449475" y="281294"/>
                    </a:cubicBezTo>
                    <a:cubicBezTo>
                      <a:pt x="450905" y="279864"/>
                      <a:pt x="445899" y="274262"/>
                      <a:pt x="445899" y="270328"/>
                    </a:cubicBezTo>
                    <a:cubicBezTo>
                      <a:pt x="445899" y="266395"/>
                      <a:pt x="442442" y="259720"/>
                      <a:pt x="445899" y="255429"/>
                    </a:cubicBezTo>
                    <a:cubicBezTo>
                      <a:pt x="450369" y="251186"/>
                      <a:pt x="451119" y="244333"/>
                      <a:pt x="447687" y="239219"/>
                    </a:cubicBezTo>
                    <a:cubicBezTo>
                      <a:pt x="443753" y="231352"/>
                      <a:pt x="453050" y="224320"/>
                      <a:pt x="448402" y="213950"/>
                    </a:cubicBezTo>
                    <a:cubicBezTo>
                      <a:pt x="443753" y="203581"/>
                      <a:pt x="436483" y="195595"/>
                      <a:pt x="437436" y="192019"/>
                    </a:cubicBezTo>
                    <a:cubicBezTo>
                      <a:pt x="437436" y="190470"/>
                      <a:pt x="440059" y="188801"/>
                      <a:pt x="442681" y="187013"/>
                    </a:cubicBezTo>
                    <a:cubicBezTo>
                      <a:pt x="441358" y="185165"/>
                      <a:pt x="440654" y="182960"/>
                      <a:pt x="440654" y="180696"/>
                    </a:cubicBezTo>
                    <a:cubicBezTo>
                      <a:pt x="439379" y="165964"/>
                      <a:pt x="435553" y="151565"/>
                      <a:pt x="429331" y="138144"/>
                    </a:cubicBezTo>
                    <a:cubicBezTo>
                      <a:pt x="425040" y="132542"/>
                      <a:pt x="410856" y="128251"/>
                      <a:pt x="410856" y="123960"/>
                    </a:cubicBezTo>
                    <a:cubicBezTo>
                      <a:pt x="411655" y="117107"/>
                      <a:pt x="407519" y="110623"/>
                      <a:pt x="400963" y="108465"/>
                    </a:cubicBezTo>
                    <a:cubicBezTo>
                      <a:pt x="391070" y="104174"/>
                      <a:pt x="385349" y="82958"/>
                      <a:pt x="391070" y="82958"/>
                    </a:cubicBezTo>
                    <a:cubicBezTo>
                      <a:pt x="396792" y="82958"/>
                      <a:pt x="400963" y="70204"/>
                      <a:pt x="406566" y="67344"/>
                    </a:cubicBezTo>
                    <a:cubicBezTo>
                      <a:pt x="414659" y="61587"/>
                      <a:pt x="417638" y="50967"/>
                      <a:pt x="413717" y="41837"/>
                    </a:cubicBezTo>
                    <a:cubicBezTo>
                      <a:pt x="409903" y="36115"/>
                      <a:pt x="411810" y="17998"/>
                      <a:pt x="413717" y="4410"/>
                    </a:cubicBezTo>
                    <a:cubicBezTo>
                      <a:pt x="406041" y="4029"/>
                      <a:pt x="398449" y="2539"/>
                      <a:pt x="391190" y="0"/>
                    </a:cubicBezTo>
                    <a:cubicBezTo>
                      <a:pt x="382953" y="119"/>
                      <a:pt x="374729" y="954"/>
                      <a:pt x="366636" y="2503"/>
                    </a:cubicBezTo>
                    <a:cubicBezTo>
                      <a:pt x="358889" y="2503"/>
                      <a:pt x="339818" y="15257"/>
                      <a:pt x="333381" y="9178"/>
                    </a:cubicBezTo>
                    <a:cubicBezTo>
                      <a:pt x="326945" y="3099"/>
                      <a:pt x="261866" y="13826"/>
                      <a:pt x="243391" y="14541"/>
                    </a:cubicBezTo>
                    <a:cubicBezTo>
                      <a:pt x="224916" y="15257"/>
                      <a:pt x="217169" y="34327"/>
                      <a:pt x="206203" y="34327"/>
                    </a:cubicBezTo>
                    <a:cubicBezTo>
                      <a:pt x="191781" y="36223"/>
                      <a:pt x="178479" y="43148"/>
                      <a:pt x="168657" y="53875"/>
                    </a:cubicBezTo>
                    <a:cubicBezTo>
                      <a:pt x="166369" y="56473"/>
                      <a:pt x="163067" y="57963"/>
                      <a:pt x="159599" y="57927"/>
                    </a:cubicBezTo>
                    <a:cubicBezTo>
                      <a:pt x="160648" y="60526"/>
                      <a:pt x="161970" y="62993"/>
                      <a:pt x="163532" y="65318"/>
                    </a:cubicBezTo>
                    <a:cubicBezTo>
                      <a:pt x="168943" y="72672"/>
                      <a:pt x="171601" y="81706"/>
                      <a:pt x="171041" y="90825"/>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35" name="Freeform: Shape 34">
                <a:extLst>
                  <a:ext uri="{FF2B5EF4-FFF2-40B4-BE49-F238E27FC236}">
                    <a16:creationId xmlns:a16="http://schemas.microsoft.com/office/drawing/2014/main" id="{7EBD7B87-3447-4F5C-BD02-E023D1544447}"/>
                  </a:ext>
                </a:extLst>
              </p:cNvPr>
              <p:cNvSpPr/>
              <p:nvPr/>
            </p:nvSpPr>
            <p:spPr>
              <a:xfrm>
                <a:off x="4496131" y="7787303"/>
                <a:ext cx="362395" cy="350306"/>
              </a:xfrm>
              <a:custGeom>
                <a:avLst/>
                <a:gdLst>
                  <a:gd name="connsiteX0" fmla="*/ 40099 w 362395"/>
                  <a:gd name="connsiteY0" fmla="*/ 20620 h 350306"/>
                  <a:gd name="connsiteX1" fmla="*/ 21624 w 362395"/>
                  <a:gd name="connsiteY1" fmla="*/ 38022 h 350306"/>
                  <a:gd name="connsiteX2" fmla="*/ 19479 w 362395"/>
                  <a:gd name="connsiteY2" fmla="*/ 48631 h 350306"/>
                  <a:gd name="connsiteX3" fmla="*/ 15307 w 362395"/>
                  <a:gd name="connsiteY3" fmla="*/ 67701 h 350306"/>
                  <a:gd name="connsiteX4" fmla="*/ 51 w 362395"/>
                  <a:gd name="connsiteY4" fmla="*/ 81528 h 350306"/>
                  <a:gd name="connsiteX5" fmla="*/ 11016 w 362395"/>
                  <a:gd name="connsiteY5" fmla="*/ 103459 h 350306"/>
                  <a:gd name="connsiteX6" fmla="*/ 10301 w 362395"/>
                  <a:gd name="connsiteY6" fmla="*/ 128728 h 350306"/>
                  <a:gd name="connsiteX7" fmla="*/ 8513 w 362395"/>
                  <a:gd name="connsiteY7" fmla="*/ 144938 h 350306"/>
                  <a:gd name="connsiteX8" fmla="*/ 8513 w 362395"/>
                  <a:gd name="connsiteY8" fmla="*/ 159837 h 350306"/>
                  <a:gd name="connsiteX9" fmla="*/ 12089 w 362395"/>
                  <a:gd name="connsiteY9" fmla="*/ 170803 h 350306"/>
                  <a:gd name="connsiteX10" fmla="*/ 1719 w 362395"/>
                  <a:gd name="connsiteY10" fmla="*/ 182722 h 350306"/>
                  <a:gd name="connsiteX11" fmla="*/ 12327 w 362395"/>
                  <a:gd name="connsiteY11" fmla="*/ 197740 h 350306"/>
                  <a:gd name="connsiteX12" fmla="*/ 14950 w 362395"/>
                  <a:gd name="connsiteY12" fmla="*/ 216215 h 350306"/>
                  <a:gd name="connsiteX13" fmla="*/ 31756 w 362395"/>
                  <a:gd name="connsiteY13" fmla="*/ 225989 h 350306"/>
                  <a:gd name="connsiteX14" fmla="*/ 49396 w 362395"/>
                  <a:gd name="connsiteY14" fmla="*/ 231233 h 350306"/>
                  <a:gd name="connsiteX15" fmla="*/ 61316 w 362395"/>
                  <a:gd name="connsiteY15" fmla="*/ 251734 h 350306"/>
                  <a:gd name="connsiteX16" fmla="*/ 96358 w 362395"/>
                  <a:gd name="connsiteY16" fmla="*/ 258409 h 350306"/>
                  <a:gd name="connsiteX17" fmla="*/ 111496 w 362395"/>
                  <a:gd name="connsiteY17" fmla="*/ 273666 h 350306"/>
                  <a:gd name="connsiteX18" fmla="*/ 151902 w 362395"/>
                  <a:gd name="connsiteY18" fmla="*/ 251734 h 350306"/>
                  <a:gd name="connsiteX19" fmla="*/ 335101 w 362395"/>
                  <a:gd name="connsiteY19" fmla="*/ 350306 h 350306"/>
                  <a:gd name="connsiteX20" fmla="*/ 335101 w 362395"/>
                  <a:gd name="connsiteY20" fmla="*/ 337672 h 350306"/>
                  <a:gd name="connsiteX21" fmla="*/ 357270 w 362395"/>
                  <a:gd name="connsiteY21" fmla="*/ 337672 h 350306"/>
                  <a:gd name="connsiteX22" fmla="*/ 357270 w 362395"/>
                  <a:gd name="connsiteY22" fmla="*/ 102386 h 350306"/>
                  <a:gd name="connsiteX23" fmla="*/ 357270 w 362395"/>
                  <a:gd name="connsiteY23" fmla="*/ 66628 h 350306"/>
                  <a:gd name="connsiteX24" fmla="*/ 360250 w 362395"/>
                  <a:gd name="connsiteY24" fmla="*/ 37069 h 350306"/>
                  <a:gd name="connsiteX25" fmla="*/ 362395 w 362395"/>
                  <a:gd name="connsiteY25" fmla="*/ 31109 h 350306"/>
                  <a:gd name="connsiteX26" fmla="*/ 362395 w 362395"/>
                  <a:gd name="connsiteY26" fmla="*/ 30156 h 350306"/>
                  <a:gd name="connsiteX27" fmla="*/ 330094 w 362395"/>
                  <a:gd name="connsiteY27" fmla="*/ 21693 h 350306"/>
                  <a:gd name="connsiteX28" fmla="*/ 293622 w 362395"/>
                  <a:gd name="connsiteY28" fmla="*/ 2861 h 350306"/>
                  <a:gd name="connsiteX29" fmla="*/ 240104 w 362395"/>
                  <a:gd name="connsiteY29" fmla="*/ 30156 h 350306"/>
                  <a:gd name="connsiteX30" fmla="*/ 243322 w 362395"/>
                  <a:gd name="connsiteY30" fmla="*/ 61384 h 350306"/>
                  <a:gd name="connsiteX31" fmla="*/ 207779 w 362395"/>
                  <a:gd name="connsiteY31" fmla="*/ 62671 h 350306"/>
                  <a:gd name="connsiteX32" fmla="*/ 206492 w 362395"/>
                  <a:gd name="connsiteY32" fmla="*/ 61384 h 350306"/>
                  <a:gd name="connsiteX33" fmla="*/ 162152 w 362395"/>
                  <a:gd name="connsiteY33" fmla="*/ 45412 h 350306"/>
                  <a:gd name="connsiteX34" fmla="*/ 138314 w 362395"/>
                  <a:gd name="connsiteY34" fmla="*/ 28368 h 350306"/>
                  <a:gd name="connsiteX35" fmla="*/ 122819 w 362395"/>
                  <a:gd name="connsiteY35" fmla="*/ 14541 h 350306"/>
                  <a:gd name="connsiteX36" fmla="*/ 79194 w 362395"/>
                  <a:gd name="connsiteY36" fmla="*/ 5721 h 350306"/>
                  <a:gd name="connsiteX37" fmla="*/ 51542 w 362395"/>
                  <a:gd name="connsiteY37" fmla="*/ 0 h 350306"/>
                  <a:gd name="connsiteX38" fmla="*/ 50827 w 362395"/>
                  <a:gd name="connsiteY38" fmla="*/ 12515 h 350306"/>
                  <a:gd name="connsiteX39" fmla="*/ 40099 w 362395"/>
                  <a:gd name="connsiteY39" fmla="*/ 20620 h 35030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362395" h="350306">
                    <a:moveTo>
                      <a:pt x="40099" y="20620"/>
                    </a:moveTo>
                    <a:cubicBezTo>
                      <a:pt x="37596" y="21693"/>
                      <a:pt x="24843" y="35162"/>
                      <a:pt x="21624" y="38022"/>
                    </a:cubicBezTo>
                    <a:cubicBezTo>
                      <a:pt x="18776" y="40776"/>
                      <a:pt x="17929" y="44995"/>
                      <a:pt x="19479" y="48631"/>
                    </a:cubicBezTo>
                    <a:cubicBezTo>
                      <a:pt x="20063" y="55269"/>
                      <a:pt x="18597" y="61920"/>
                      <a:pt x="15307" y="67701"/>
                    </a:cubicBezTo>
                    <a:cubicBezTo>
                      <a:pt x="12089" y="73780"/>
                      <a:pt x="766" y="77952"/>
                      <a:pt x="51" y="81528"/>
                    </a:cubicBezTo>
                    <a:cubicBezTo>
                      <a:pt x="-665" y="85103"/>
                      <a:pt x="6368" y="93447"/>
                      <a:pt x="11016" y="103459"/>
                    </a:cubicBezTo>
                    <a:cubicBezTo>
                      <a:pt x="15665" y="113471"/>
                      <a:pt x="6368" y="120861"/>
                      <a:pt x="10301" y="128728"/>
                    </a:cubicBezTo>
                    <a:cubicBezTo>
                      <a:pt x="13734" y="133841"/>
                      <a:pt x="12983" y="140695"/>
                      <a:pt x="8513" y="144938"/>
                    </a:cubicBezTo>
                    <a:cubicBezTo>
                      <a:pt x="5057" y="149229"/>
                      <a:pt x="8513" y="155904"/>
                      <a:pt x="8513" y="159837"/>
                    </a:cubicBezTo>
                    <a:cubicBezTo>
                      <a:pt x="8513" y="163770"/>
                      <a:pt x="13519" y="169372"/>
                      <a:pt x="12089" y="170803"/>
                    </a:cubicBezTo>
                    <a:cubicBezTo>
                      <a:pt x="10659" y="172233"/>
                      <a:pt x="1719" y="179146"/>
                      <a:pt x="1719" y="182722"/>
                    </a:cubicBezTo>
                    <a:cubicBezTo>
                      <a:pt x="1719" y="186298"/>
                      <a:pt x="6964" y="189754"/>
                      <a:pt x="12327" y="197740"/>
                    </a:cubicBezTo>
                    <a:cubicBezTo>
                      <a:pt x="17691" y="205726"/>
                      <a:pt x="14115" y="209659"/>
                      <a:pt x="14950" y="216215"/>
                    </a:cubicBezTo>
                    <a:cubicBezTo>
                      <a:pt x="15784" y="222771"/>
                      <a:pt x="24723" y="225989"/>
                      <a:pt x="31756" y="225989"/>
                    </a:cubicBezTo>
                    <a:cubicBezTo>
                      <a:pt x="38788" y="225989"/>
                      <a:pt x="43675" y="231233"/>
                      <a:pt x="49396" y="231233"/>
                    </a:cubicBezTo>
                    <a:cubicBezTo>
                      <a:pt x="55117" y="231233"/>
                      <a:pt x="58336" y="240411"/>
                      <a:pt x="61316" y="251734"/>
                    </a:cubicBezTo>
                    <a:cubicBezTo>
                      <a:pt x="73342" y="251448"/>
                      <a:pt x="85285" y="253725"/>
                      <a:pt x="96358" y="258409"/>
                    </a:cubicBezTo>
                    <a:cubicBezTo>
                      <a:pt x="102389" y="262414"/>
                      <a:pt x="107538" y="267611"/>
                      <a:pt x="111496" y="273666"/>
                    </a:cubicBezTo>
                    <a:lnTo>
                      <a:pt x="151902" y="251734"/>
                    </a:lnTo>
                    <a:lnTo>
                      <a:pt x="335101" y="350306"/>
                    </a:lnTo>
                    <a:lnTo>
                      <a:pt x="335101" y="337672"/>
                    </a:lnTo>
                    <a:lnTo>
                      <a:pt x="357270" y="337672"/>
                    </a:lnTo>
                    <a:lnTo>
                      <a:pt x="357270" y="102386"/>
                    </a:lnTo>
                    <a:cubicBezTo>
                      <a:pt x="357270" y="86176"/>
                      <a:pt x="349880" y="75806"/>
                      <a:pt x="357270" y="66628"/>
                    </a:cubicBezTo>
                    <a:cubicBezTo>
                      <a:pt x="364660" y="57451"/>
                      <a:pt x="354290" y="53279"/>
                      <a:pt x="360250" y="37069"/>
                    </a:cubicBezTo>
                    <a:lnTo>
                      <a:pt x="362395" y="31109"/>
                    </a:lnTo>
                    <a:cubicBezTo>
                      <a:pt x="362395" y="31109"/>
                      <a:pt x="362395" y="30513"/>
                      <a:pt x="362395" y="30156"/>
                    </a:cubicBezTo>
                    <a:cubicBezTo>
                      <a:pt x="360608" y="25269"/>
                      <a:pt x="350476" y="24792"/>
                      <a:pt x="330094" y="21693"/>
                    </a:cubicBezTo>
                    <a:cubicBezTo>
                      <a:pt x="309713" y="18594"/>
                      <a:pt x="316983" y="4291"/>
                      <a:pt x="293622" y="2861"/>
                    </a:cubicBezTo>
                    <a:cubicBezTo>
                      <a:pt x="270260" y="1430"/>
                      <a:pt x="240462" y="20263"/>
                      <a:pt x="240104" y="30156"/>
                    </a:cubicBezTo>
                    <a:cubicBezTo>
                      <a:pt x="239747" y="40049"/>
                      <a:pt x="251070" y="51133"/>
                      <a:pt x="243322" y="61384"/>
                    </a:cubicBezTo>
                    <a:cubicBezTo>
                      <a:pt x="233858" y="71551"/>
                      <a:pt x="217946" y="72135"/>
                      <a:pt x="207779" y="62671"/>
                    </a:cubicBezTo>
                    <a:cubicBezTo>
                      <a:pt x="207338" y="62254"/>
                      <a:pt x="206909" y="61825"/>
                      <a:pt x="206492" y="61384"/>
                    </a:cubicBezTo>
                    <a:cubicBezTo>
                      <a:pt x="194072" y="50978"/>
                      <a:pt x="178362" y="45317"/>
                      <a:pt x="162152" y="45412"/>
                    </a:cubicBezTo>
                    <a:cubicBezTo>
                      <a:pt x="147730" y="45412"/>
                      <a:pt x="137360" y="36234"/>
                      <a:pt x="138314" y="28368"/>
                    </a:cubicBezTo>
                    <a:cubicBezTo>
                      <a:pt x="139267" y="20501"/>
                      <a:pt x="134738" y="16449"/>
                      <a:pt x="122819" y="14541"/>
                    </a:cubicBezTo>
                    <a:cubicBezTo>
                      <a:pt x="110899" y="12634"/>
                      <a:pt x="100411" y="2622"/>
                      <a:pt x="79194" y="5721"/>
                    </a:cubicBezTo>
                    <a:cubicBezTo>
                      <a:pt x="69588" y="7295"/>
                      <a:pt x="59742" y="5256"/>
                      <a:pt x="51542" y="0"/>
                    </a:cubicBezTo>
                    <a:cubicBezTo>
                      <a:pt x="51041" y="4148"/>
                      <a:pt x="50803" y="8332"/>
                      <a:pt x="50827" y="12515"/>
                    </a:cubicBezTo>
                    <a:cubicBezTo>
                      <a:pt x="50707" y="20978"/>
                      <a:pt x="42602" y="19548"/>
                      <a:pt x="40099" y="20620"/>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36" name="Freeform: Shape 35">
                <a:extLst>
                  <a:ext uri="{FF2B5EF4-FFF2-40B4-BE49-F238E27FC236}">
                    <a16:creationId xmlns:a16="http://schemas.microsoft.com/office/drawing/2014/main" id="{9359BC0D-741C-4C9C-A581-FE227BEC2C17}"/>
                  </a:ext>
                </a:extLst>
              </p:cNvPr>
              <p:cNvSpPr/>
              <p:nvPr/>
            </p:nvSpPr>
            <p:spPr>
              <a:xfrm>
                <a:off x="3867084" y="8279723"/>
                <a:ext cx="69250" cy="20464"/>
              </a:xfrm>
              <a:custGeom>
                <a:avLst/>
                <a:gdLst>
                  <a:gd name="connsiteX0" fmla="*/ 34327 w 69250"/>
                  <a:gd name="connsiteY0" fmla="*/ 11406 h 20464"/>
                  <a:gd name="connsiteX1" fmla="*/ 54471 w 69250"/>
                  <a:gd name="connsiteY1" fmla="*/ 16769 h 20464"/>
                  <a:gd name="connsiteX2" fmla="*/ 69251 w 69250"/>
                  <a:gd name="connsiteY2" fmla="*/ 12717 h 20464"/>
                  <a:gd name="connsiteX3" fmla="*/ 56259 w 69250"/>
                  <a:gd name="connsiteY3" fmla="*/ 10929 h 20464"/>
                  <a:gd name="connsiteX4" fmla="*/ 33374 w 69250"/>
                  <a:gd name="connsiteY4" fmla="*/ 1036 h 20464"/>
                  <a:gd name="connsiteX5" fmla="*/ 3099 w 69250"/>
                  <a:gd name="connsiteY5" fmla="*/ 6042 h 20464"/>
                  <a:gd name="connsiteX6" fmla="*/ 0 w 69250"/>
                  <a:gd name="connsiteY6" fmla="*/ 20464 h 20464"/>
                  <a:gd name="connsiteX7" fmla="*/ 6913 w 69250"/>
                  <a:gd name="connsiteY7" fmla="*/ 19034 h 20464"/>
                  <a:gd name="connsiteX8" fmla="*/ 34327 w 69250"/>
                  <a:gd name="connsiteY8" fmla="*/ 11406 h 204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69250" h="20464">
                    <a:moveTo>
                      <a:pt x="34327" y="11406"/>
                    </a:moveTo>
                    <a:cubicBezTo>
                      <a:pt x="39214" y="6876"/>
                      <a:pt x="47319" y="15935"/>
                      <a:pt x="54471" y="16769"/>
                    </a:cubicBezTo>
                    <a:cubicBezTo>
                      <a:pt x="59692" y="16960"/>
                      <a:pt x="64853" y="15553"/>
                      <a:pt x="69251" y="12717"/>
                    </a:cubicBezTo>
                    <a:cubicBezTo>
                      <a:pt x="65019" y="11549"/>
                      <a:pt x="60645" y="10941"/>
                      <a:pt x="56259" y="10929"/>
                    </a:cubicBezTo>
                    <a:cubicBezTo>
                      <a:pt x="44340" y="10095"/>
                      <a:pt x="43744" y="-3851"/>
                      <a:pt x="33374" y="1036"/>
                    </a:cubicBezTo>
                    <a:cubicBezTo>
                      <a:pt x="24101" y="5959"/>
                      <a:pt x="13469" y="7711"/>
                      <a:pt x="3099" y="6042"/>
                    </a:cubicBezTo>
                    <a:cubicBezTo>
                      <a:pt x="3099" y="9975"/>
                      <a:pt x="715" y="15220"/>
                      <a:pt x="0" y="20464"/>
                    </a:cubicBezTo>
                    <a:cubicBezTo>
                      <a:pt x="2265" y="19785"/>
                      <a:pt x="4577" y="19308"/>
                      <a:pt x="6913" y="19034"/>
                    </a:cubicBezTo>
                    <a:cubicBezTo>
                      <a:pt x="16520" y="18641"/>
                      <a:pt x="25901" y="16030"/>
                      <a:pt x="34327" y="11406"/>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37" name="Freeform: Shape 36">
                <a:extLst>
                  <a:ext uri="{FF2B5EF4-FFF2-40B4-BE49-F238E27FC236}">
                    <a16:creationId xmlns:a16="http://schemas.microsoft.com/office/drawing/2014/main" id="{47B1F325-1C12-4135-A3AE-896585B16C9C}"/>
                  </a:ext>
                </a:extLst>
              </p:cNvPr>
              <p:cNvSpPr/>
              <p:nvPr/>
            </p:nvSpPr>
            <p:spPr>
              <a:xfrm>
                <a:off x="3857307" y="8213283"/>
                <a:ext cx="136517" cy="106795"/>
              </a:xfrm>
              <a:custGeom>
                <a:avLst/>
                <a:gdLst>
                  <a:gd name="connsiteX0" fmla="*/ 27061 w 136517"/>
                  <a:gd name="connsiteY0" fmla="*/ 104307 h 106795"/>
                  <a:gd name="connsiteX1" fmla="*/ 40529 w 136517"/>
                  <a:gd name="connsiteY1" fmla="*/ 98943 h 106795"/>
                  <a:gd name="connsiteX2" fmla="*/ 75453 w 136517"/>
                  <a:gd name="connsiteY2" fmla="*/ 96202 h 106795"/>
                  <a:gd name="connsiteX3" fmla="*/ 81531 w 136517"/>
                  <a:gd name="connsiteY3" fmla="*/ 97751 h 106795"/>
                  <a:gd name="connsiteX4" fmla="*/ 81531 w 136517"/>
                  <a:gd name="connsiteY4" fmla="*/ 95606 h 106795"/>
                  <a:gd name="connsiteX5" fmla="*/ 98576 w 136517"/>
                  <a:gd name="connsiteY5" fmla="*/ 102519 h 106795"/>
                  <a:gd name="connsiteX6" fmla="*/ 133619 w 136517"/>
                  <a:gd name="connsiteY6" fmla="*/ 104665 h 106795"/>
                  <a:gd name="connsiteX7" fmla="*/ 136241 w 136517"/>
                  <a:gd name="connsiteY7" fmla="*/ 103711 h 106795"/>
                  <a:gd name="connsiteX8" fmla="*/ 136241 w 136517"/>
                  <a:gd name="connsiteY8" fmla="*/ 88455 h 106795"/>
                  <a:gd name="connsiteX9" fmla="*/ 123487 w 136517"/>
                  <a:gd name="connsiteY9" fmla="*/ 72959 h 106795"/>
                  <a:gd name="connsiteX10" fmla="*/ 119911 w 136517"/>
                  <a:gd name="connsiteY10" fmla="*/ 58060 h 106795"/>
                  <a:gd name="connsiteX11" fmla="*/ 115501 w 136517"/>
                  <a:gd name="connsiteY11" fmla="*/ 51505 h 106795"/>
                  <a:gd name="connsiteX12" fmla="*/ 102032 w 136517"/>
                  <a:gd name="connsiteY12" fmla="*/ 34699 h 106795"/>
                  <a:gd name="connsiteX13" fmla="*/ 85226 w 136517"/>
                  <a:gd name="connsiteY13" fmla="*/ 12767 h 106795"/>
                  <a:gd name="connsiteX14" fmla="*/ 76764 w 136517"/>
                  <a:gd name="connsiteY14" fmla="*/ 12767 h 106795"/>
                  <a:gd name="connsiteX15" fmla="*/ 63295 w 136517"/>
                  <a:gd name="connsiteY15" fmla="*/ 848 h 106795"/>
                  <a:gd name="connsiteX16" fmla="*/ 44820 w 136517"/>
                  <a:gd name="connsiteY16" fmla="*/ 2517 h 106795"/>
                  <a:gd name="connsiteX17" fmla="*/ 22889 w 136517"/>
                  <a:gd name="connsiteY17" fmla="*/ 2517 h 106795"/>
                  <a:gd name="connsiteX18" fmla="*/ 9420 w 136517"/>
                  <a:gd name="connsiteY18" fmla="*/ 14436 h 106795"/>
                  <a:gd name="connsiteX19" fmla="*/ 8109 w 136517"/>
                  <a:gd name="connsiteY19" fmla="*/ 14436 h 106795"/>
                  <a:gd name="connsiteX20" fmla="*/ 2745 w 136517"/>
                  <a:gd name="connsiteY20" fmla="*/ 33626 h 106795"/>
                  <a:gd name="connsiteX21" fmla="*/ 11565 w 136517"/>
                  <a:gd name="connsiteY21" fmla="*/ 67596 h 106795"/>
                  <a:gd name="connsiteX22" fmla="*/ 12996 w 136517"/>
                  <a:gd name="connsiteY22" fmla="*/ 72125 h 106795"/>
                  <a:gd name="connsiteX23" fmla="*/ 43271 w 136517"/>
                  <a:gd name="connsiteY23" fmla="*/ 67119 h 106795"/>
                  <a:gd name="connsiteX24" fmla="*/ 66156 w 136517"/>
                  <a:gd name="connsiteY24" fmla="*/ 77012 h 106795"/>
                  <a:gd name="connsiteX25" fmla="*/ 79148 w 136517"/>
                  <a:gd name="connsiteY25" fmla="*/ 78800 h 106795"/>
                  <a:gd name="connsiteX26" fmla="*/ 64368 w 136517"/>
                  <a:gd name="connsiteY26" fmla="*/ 82852 h 106795"/>
                  <a:gd name="connsiteX27" fmla="*/ 44224 w 136517"/>
                  <a:gd name="connsiteY27" fmla="*/ 77489 h 106795"/>
                  <a:gd name="connsiteX28" fmla="*/ 16810 w 136517"/>
                  <a:gd name="connsiteY28" fmla="*/ 85117 h 106795"/>
                  <a:gd name="connsiteX29" fmla="*/ 9897 w 136517"/>
                  <a:gd name="connsiteY29" fmla="*/ 86547 h 106795"/>
                  <a:gd name="connsiteX30" fmla="*/ 12638 w 136517"/>
                  <a:gd name="connsiteY30" fmla="*/ 97751 h 106795"/>
                  <a:gd name="connsiteX31" fmla="*/ 15022 w 136517"/>
                  <a:gd name="connsiteY31" fmla="*/ 100612 h 106795"/>
                  <a:gd name="connsiteX32" fmla="*/ 27061 w 136517"/>
                  <a:gd name="connsiteY32" fmla="*/ 104307 h 1067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136517" h="106795">
                    <a:moveTo>
                      <a:pt x="27061" y="104307"/>
                    </a:moveTo>
                    <a:cubicBezTo>
                      <a:pt x="31900" y="103544"/>
                      <a:pt x="36501" y="101709"/>
                      <a:pt x="40529" y="98943"/>
                    </a:cubicBezTo>
                    <a:lnTo>
                      <a:pt x="75453" y="96202"/>
                    </a:lnTo>
                    <a:cubicBezTo>
                      <a:pt x="77574" y="96250"/>
                      <a:pt x="79648" y="96774"/>
                      <a:pt x="81531" y="97751"/>
                    </a:cubicBezTo>
                    <a:cubicBezTo>
                      <a:pt x="81603" y="97036"/>
                      <a:pt x="81603" y="96321"/>
                      <a:pt x="81531" y="95606"/>
                    </a:cubicBezTo>
                    <a:cubicBezTo>
                      <a:pt x="81531" y="95606"/>
                      <a:pt x="97503" y="98824"/>
                      <a:pt x="98576" y="102519"/>
                    </a:cubicBezTo>
                    <a:cubicBezTo>
                      <a:pt x="99649" y="106214"/>
                      <a:pt x="121461" y="108836"/>
                      <a:pt x="133619" y="104665"/>
                    </a:cubicBezTo>
                    <a:lnTo>
                      <a:pt x="136241" y="103711"/>
                    </a:lnTo>
                    <a:cubicBezTo>
                      <a:pt x="136610" y="98633"/>
                      <a:pt x="136610" y="93532"/>
                      <a:pt x="136241" y="88455"/>
                    </a:cubicBezTo>
                    <a:cubicBezTo>
                      <a:pt x="132927" y="82590"/>
                      <a:pt x="128600" y="77346"/>
                      <a:pt x="123487" y="72959"/>
                    </a:cubicBezTo>
                    <a:cubicBezTo>
                      <a:pt x="120686" y="68526"/>
                      <a:pt x="119435" y="63281"/>
                      <a:pt x="119911" y="58060"/>
                    </a:cubicBezTo>
                    <a:lnTo>
                      <a:pt x="115501" y="51505"/>
                    </a:lnTo>
                    <a:cubicBezTo>
                      <a:pt x="115501" y="51505"/>
                      <a:pt x="112164" y="38036"/>
                      <a:pt x="102032" y="34699"/>
                    </a:cubicBezTo>
                    <a:cubicBezTo>
                      <a:pt x="91901" y="31361"/>
                      <a:pt x="85226" y="12767"/>
                      <a:pt x="85226" y="12767"/>
                    </a:cubicBezTo>
                    <a:lnTo>
                      <a:pt x="76764" y="12767"/>
                    </a:lnTo>
                    <a:cubicBezTo>
                      <a:pt x="73033" y="8011"/>
                      <a:pt x="68468" y="3971"/>
                      <a:pt x="63295" y="848"/>
                    </a:cubicBezTo>
                    <a:cubicBezTo>
                      <a:pt x="57121" y="-702"/>
                      <a:pt x="50613" y="-117"/>
                      <a:pt x="44820" y="2517"/>
                    </a:cubicBezTo>
                    <a:cubicBezTo>
                      <a:pt x="37538" y="3423"/>
                      <a:pt x="30171" y="3423"/>
                      <a:pt x="22889" y="2517"/>
                    </a:cubicBezTo>
                    <a:cubicBezTo>
                      <a:pt x="14426" y="848"/>
                      <a:pt x="16095" y="12648"/>
                      <a:pt x="9420" y="14436"/>
                    </a:cubicBezTo>
                    <a:lnTo>
                      <a:pt x="8109" y="14436"/>
                    </a:lnTo>
                    <a:cubicBezTo>
                      <a:pt x="7799" y="21158"/>
                      <a:pt x="5963" y="27714"/>
                      <a:pt x="2745" y="33626"/>
                    </a:cubicBezTo>
                    <a:cubicBezTo>
                      <a:pt x="-5121" y="45545"/>
                      <a:pt x="5844" y="62232"/>
                      <a:pt x="11565" y="67596"/>
                    </a:cubicBezTo>
                    <a:cubicBezTo>
                      <a:pt x="12722" y="68800"/>
                      <a:pt x="13246" y="70480"/>
                      <a:pt x="12996" y="72125"/>
                    </a:cubicBezTo>
                    <a:cubicBezTo>
                      <a:pt x="23366" y="73794"/>
                      <a:pt x="33998" y="72042"/>
                      <a:pt x="43271" y="67119"/>
                    </a:cubicBezTo>
                    <a:cubicBezTo>
                      <a:pt x="53640" y="62232"/>
                      <a:pt x="54475" y="76178"/>
                      <a:pt x="66156" y="77012"/>
                    </a:cubicBezTo>
                    <a:cubicBezTo>
                      <a:pt x="70542" y="77024"/>
                      <a:pt x="74916" y="77632"/>
                      <a:pt x="79148" y="78800"/>
                    </a:cubicBezTo>
                    <a:cubicBezTo>
                      <a:pt x="74749" y="81637"/>
                      <a:pt x="69588" y="83043"/>
                      <a:pt x="64368" y="82852"/>
                    </a:cubicBezTo>
                    <a:cubicBezTo>
                      <a:pt x="57216" y="82018"/>
                      <a:pt x="49111" y="72959"/>
                      <a:pt x="44224" y="77489"/>
                    </a:cubicBezTo>
                    <a:cubicBezTo>
                      <a:pt x="35797" y="82114"/>
                      <a:pt x="26417" y="84724"/>
                      <a:pt x="16810" y="85117"/>
                    </a:cubicBezTo>
                    <a:cubicBezTo>
                      <a:pt x="14474" y="85391"/>
                      <a:pt x="12162" y="85868"/>
                      <a:pt x="9897" y="86547"/>
                    </a:cubicBezTo>
                    <a:cubicBezTo>
                      <a:pt x="9015" y="90505"/>
                      <a:pt x="10028" y="94652"/>
                      <a:pt x="12638" y="97751"/>
                    </a:cubicBezTo>
                    <a:lnTo>
                      <a:pt x="15022" y="100612"/>
                    </a:lnTo>
                    <a:cubicBezTo>
                      <a:pt x="27061" y="97871"/>
                      <a:pt x="23246" y="103950"/>
                      <a:pt x="27061" y="104307"/>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44" name="Freeform: Shape 43">
                <a:extLst>
                  <a:ext uri="{FF2B5EF4-FFF2-40B4-BE49-F238E27FC236}">
                    <a16:creationId xmlns:a16="http://schemas.microsoft.com/office/drawing/2014/main" id="{BF42CB2A-D76D-467C-B912-65DF01AF0361}"/>
                  </a:ext>
                </a:extLst>
              </p:cNvPr>
              <p:cNvSpPr/>
              <p:nvPr/>
            </p:nvSpPr>
            <p:spPr>
              <a:xfrm>
                <a:off x="3872448" y="8309246"/>
                <a:ext cx="66391" cy="39691"/>
              </a:xfrm>
              <a:custGeom>
                <a:avLst/>
                <a:gdLst>
                  <a:gd name="connsiteX0" fmla="*/ 34566 w 66391"/>
                  <a:gd name="connsiteY0" fmla="*/ 37307 h 39691"/>
                  <a:gd name="connsiteX1" fmla="*/ 54232 w 66391"/>
                  <a:gd name="connsiteY1" fmla="*/ 25388 h 39691"/>
                  <a:gd name="connsiteX2" fmla="*/ 62695 w 66391"/>
                  <a:gd name="connsiteY2" fmla="*/ 21693 h 39691"/>
                  <a:gd name="connsiteX3" fmla="*/ 61145 w 66391"/>
                  <a:gd name="connsiteY3" fmla="*/ 10489 h 39691"/>
                  <a:gd name="connsiteX4" fmla="*/ 66390 w 66391"/>
                  <a:gd name="connsiteY4" fmla="*/ 1550 h 39691"/>
                  <a:gd name="connsiteX5" fmla="*/ 60311 w 66391"/>
                  <a:gd name="connsiteY5" fmla="*/ 0 h 39691"/>
                  <a:gd name="connsiteX6" fmla="*/ 25388 w 66391"/>
                  <a:gd name="connsiteY6" fmla="*/ 2742 h 39691"/>
                  <a:gd name="connsiteX7" fmla="*/ 11919 w 66391"/>
                  <a:gd name="connsiteY7" fmla="*/ 8105 h 39691"/>
                  <a:gd name="connsiteX8" fmla="*/ 0 w 66391"/>
                  <a:gd name="connsiteY8" fmla="*/ 4768 h 39691"/>
                  <a:gd name="connsiteX9" fmla="*/ 19190 w 66391"/>
                  <a:gd name="connsiteY9" fmla="*/ 19548 h 39691"/>
                  <a:gd name="connsiteX10" fmla="*/ 29441 w 66391"/>
                  <a:gd name="connsiteY10" fmla="*/ 37665 h 39691"/>
                  <a:gd name="connsiteX11" fmla="*/ 32182 w 66391"/>
                  <a:gd name="connsiteY11" fmla="*/ 39691 h 39691"/>
                  <a:gd name="connsiteX12" fmla="*/ 34566 w 66391"/>
                  <a:gd name="connsiteY12" fmla="*/ 37307 h 3969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66391" h="39691">
                    <a:moveTo>
                      <a:pt x="34566" y="37307"/>
                    </a:moveTo>
                    <a:cubicBezTo>
                      <a:pt x="39810" y="33612"/>
                      <a:pt x="50537" y="24077"/>
                      <a:pt x="54232" y="25388"/>
                    </a:cubicBezTo>
                    <a:cubicBezTo>
                      <a:pt x="57927" y="26699"/>
                      <a:pt x="62695" y="23838"/>
                      <a:pt x="62695" y="21693"/>
                    </a:cubicBezTo>
                    <a:cubicBezTo>
                      <a:pt x="62695" y="19548"/>
                      <a:pt x="55305" y="12635"/>
                      <a:pt x="61145" y="10489"/>
                    </a:cubicBezTo>
                    <a:cubicBezTo>
                      <a:pt x="64435" y="8737"/>
                      <a:pt x="66462" y="5280"/>
                      <a:pt x="66390" y="1550"/>
                    </a:cubicBezTo>
                    <a:cubicBezTo>
                      <a:pt x="64507" y="584"/>
                      <a:pt x="62433" y="48"/>
                      <a:pt x="60311" y="0"/>
                    </a:cubicBezTo>
                    <a:lnTo>
                      <a:pt x="25388" y="2742"/>
                    </a:lnTo>
                    <a:cubicBezTo>
                      <a:pt x="21359" y="5507"/>
                      <a:pt x="16758" y="7342"/>
                      <a:pt x="11919" y="8105"/>
                    </a:cubicBezTo>
                    <a:cubicBezTo>
                      <a:pt x="8105" y="8105"/>
                      <a:pt x="11919" y="1669"/>
                      <a:pt x="0" y="4768"/>
                    </a:cubicBezTo>
                    <a:cubicBezTo>
                      <a:pt x="6079" y="12277"/>
                      <a:pt x="6913" y="16687"/>
                      <a:pt x="19190" y="19548"/>
                    </a:cubicBezTo>
                    <a:cubicBezTo>
                      <a:pt x="31467" y="22408"/>
                      <a:pt x="18117" y="30633"/>
                      <a:pt x="29441" y="37665"/>
                    </a:cubicBezTo>
                    <a:lnTo>
                      <a:pt x="32182" y="39691"/>
                    </a:lnTo>
                    <a:cubicBezTo>
                      <a:pt x="32921" y="38845"/>
                      <a:pt x="33719" y="38046"/>
                      <a:pt x="34566" y="37307"/>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49" name="Freeform: Shape 48">
                <a:extLst>
                  <a:ext uri="{FF2B5EF4-FFF2-40B4-BE49-F238E27FC236}">
                    <a16:creationId xmlns:a16="http://schemas.microsoft.com/office/drawing/2014/main" id="{71B3B14B-33A9-495D-803B-7E14A41F47B4}"/>
                  </a:ext>
                </a:extLst>
              </p:cNvPr>
              <p:cNvSpPr/>
              <p:nvPr/>
            </p:nvSpPr>
            <p:spPr>
              <a:xfrm>
                <a:off x="4613229" y="8347098"/>
                <a:ext cx="294286" cy="205657"/>
              </a:xfrm>
              <a:custGeom>
                <a:avLst/>
                <a:gdLst>
                  <a:gd name="connsiteX0" fmla="*/ 272712 w 294286"/>
                  <a:gd name="connsiteY0" fmla="*/ 116025 h 205657"/>
                  <a:gd name="connsiteX1" fmla="*/ 263892 w 294286"/>
                  <a:gd name="connsiteY1" fmla="*/ 99815 h 205657"/>
                  <a:gd name="connsiteX2" fmla="*/ 249112 w 294286"/>
                  <a:gd name="connsiteY2" fmla="*/ 86465 h 205657"/>
                  <a:gd name="connsiteX3" fmla="*/ 238742 w 294286"/>
                  <a:gd name="connsiteY3" fmla="*/ 71686 h 205657"/>
                  <a:gd name="connsiteX4" fmla="*/ 219552 w 294286"/>
                  <a:gd name="connsiteY4" fmla="*/ 62865 h 205657"/>
                  <a:gd name="connsiteX5" fmla="*/ 216572 w 294286"/>
                  <a:gd name="connsiteY5" fmla="*/ 55475 h 205657"/>
                  <a:gd name="connsiteX6" fmla="*/ 206203 w 294286"/>
                  <a:gd name="connsiteY6" fmla="*/ 53926 h 205657"/>
                  <a:gd name="connsiteX7" fmla="*/ 209183 w 294286"/>
                  <a:gd name="connsiteY7" fmla="*/ 45106 h 205657"/>
                  <a:gd name="connsiteX8" fmla="*/ 207752 w 294286"/>
                  <a:gd name="connsiteY8" fmla="*/ 24366 h 205657"/>
                  <a:gd name="connsiteX9" fmla="*/ 190708 w 294286"/>
                  <a:gd name="connsiteY9" fmla="*/ 1720 h 205657"/>
                  <a:gd name="connsiteX10" fmla="*/ 186536 w 294286"/>
                  <a:gd name="connsiteY10" fmla="*/ 766 h 205657"/>
                  <a:gd name="connsiteX11" fmla="*/ 166750 w 294286"/>
                  <a:gd name="connsiteY11" fmla="*/ 8514 h 205657"/>
                  <a:gd name="connsiteX12" fmla="*/ 161744 w 294286"/>
                  <a:gd name="connsiteY12" fmla="*/ 20433 h 205657"/>
                  <a:gd name="connsiteX13" fmla="*/ 137906 w 294286"/>
                  <a:gd name="connsiteY13" fmla="*/ 44271 h 205657"/>
                  <a:gd name="connsiteX14" fmla="*/ 103936 w 294286"/>
                  <a:gd name="connsiteY14" fmla="*/ 51304 h 205657"/>
                  <a:gd name="connsiteX15" fmla="*/ 102506 w 294286"/>
                  <a:gd name="connsiteY15" fmla="*/ 64057 h 205657"/>
                  <a:gd name="connsiteX16" fmla="*/ 81289 w 294286"/>
                  <a:gd name="connsiteY16" fmla="*/ 75381 h 205657"/>
                  <a:gd name="connsiteX17" fmla="*/ 54948 w 294286"/>
                  <a:gd name="connsiteY17" fmla="*/ 83247 h 205657"/>
                  <a:gd name="connsiteX18" fmla="*/ 39453 w 294286"/>
                  <a:gd name="connsiteY18" fmla="*/ 83247 h 205657"/>
                  <a:gd name="connsiteX19" fmla="*/ 25984 w 294286"/>
                  <a:gd name="connsiteY19" fmla="*/ 88849 h 205657"/>
                  <a:gd name="connsiteX20" fmla="*/ 23838 w 294286"/>
                  <a:gd name="connsiteY20" fmla="*/ 86346 h 205657"/>
                  <a:gd name="connsiteX21" fmla="*/ 11919 w 294286"/>
                  <a:gd name="connsiteY21" fmla="*/ 101245 h 205657"/>
                  <a:gd name="connsiteX22" fmla="*/ 0 w 294286"/>
                  <a:gd name="connsiteY22" fmla="*/ 125084 h 205657"/>
                  <a:gd name="connsiteX23" fmla="*/ 3218 w 294286"/>
                  <a:gd name="connsiteY23" fmla="*/ 144751 h 205657"/>
                  <a:gd name="connsiteX24" fmla="*/ 10131 w 294286"/>
                  <a:gd name="connsiteY24" fmla="*/ 163821 h 205657"/>
                  <a:gd name="connsiteX25" fmla="*/ 13826 w 294286"/>
                  <a:gd name="connsiteY25" fmla="*/ 178244 h 205657"/>
                  <a:gd name="connsiteX26" fmla="*/ 19071 w 294286"/>
                  <a:gd name="connsiteY26" fmla="*/ 186110 h 205657"/>
                  <a:gd name="connsiteX27" fmla="*/ 34446 w 294286"/>
                  <a:gd name="connsiteY27" fmla="*/ 201605 h 205657"/>
                  <a:gd name="connsiteX28" fmla="*/ 38618 w 294286"/>
                  <a:gd name="connsiteY28" fmla="*/ 205658 h 205657"/>
                  <a:gd name="connsiteX29" fmla="*/ 40048 w 294286"/>
                  <a:gd name="connsiteY29" fmla="*/ 203393 h 205657"/>
                  <a:gd name="connsiteX30" fmla="*/ 44578 w 294286"/>
                  <a:gd name="connsiteY30" fmla="*/ 185633 h 205657"/>
                  <a:gd name="connsiteX31" fmla="*/ 57808 w 294286"/>
                  <a:gd name="connsiteY31" fmla="*/ 182654 h 205657"/>
                  <a:gd name="connsiteX32" fmla="*/ 68178 w 294286"/>
                  <a:gd name="connsiteY32" fmla="*/ 179674 h 205657"/>
                  <a:gd name="connsiteX33" fmla="*/ 88917 w 294286"/>
                  <a:gd name="connsiteY33" fmla="*/ 182654 h 205657"/>
                  <a:gd name="connsiteX34" fmla="*/ 88917 w 294286"/>
                  <a:gd name="connsiteY34" fmla="*/ 166443 h 205657"/>
                  <a:gd name="connsiteX35" fmla="*/ 113948 w 294286"/>
                  <a:gd name="connsiteY35" fmla="*/ 147253 h 205657"/>
                  <a:gd name="connsiteX36" fmla="*/ 133257 w 294286"/>
                  <a:gd name="connsiteY36" fmla="*/ 160484 h 205657"/>
                  <a:gd name="connsiteX37" fmla="*/ 179027 w 294286"/>
                  <a:gd name="connsiteY37" fmla="*/ 169423 h 205657"/>
                  <a:gd name="connsiteX38" fmla="*/ 186417 w 294286"/>
                  <a:gd name="connsiteY38" fmla="*/ 153094 h 205657"/>
                  <a:gd name="connsiteX39" fmla="*/ 205607 w 294286"/>
                  <a:gd name="connsiteY39" fmla="*/ 153094 h 205657"/>
                  <a:gd name="connsiteX40" fmla="*/ 230756 w 294286"/>
                  <a:gd name="connsiteY40" fmla="*/ 145704 h 205657"/>
                  <a:gd name="connsiteX41" fmla="*/ 249947 w 294286"/>
                  <a:gd name="connsiteY41" fmla="*/ 142724 h 205657"/>
                  <a:gd name="connsiteX42" fmla="*/ 276526 w 294286"/>
                  <a:gd name="connsiteY42" fmla="*/ 145704 h 205657"/>
                  <a:gd name="connsiteX43" fmla="*/ 294286 w 294286"/>
                  <a:gd name="connsiteY43" fmla="*/ 142724 h 205657"/>
                  <a:gd name="connsiteX44" fmla="*/ 288326 w 294286"/>
                  <a:gd name="connsiteY44" fmla="*/ 127944 h 205657"/>
                  <a:gd name="connsiteX45" fmla="*/ 272712 w 294286"/>
                  <a:gd name="connsiteY45" fmla="*/ 116025 h 2056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Lst>
                <a:rect l="l" t="t" r="r" b="b"/>
                <a:pathLst>
                  <a:path w="294286" h="205657">
                    <a:moveTo>
                      <a:pt x="272712" y="116025"/>
                    </a:moveTo>
                    <a:cubicBezTo>
                      <a:pt x="272712" y="111615"/>
                      <a:pt x="272712" y="107205"/>
                      <a:pt x="263892" y="99815"/>
                    </a:cubicBezTo>
                    <a:cubicBezTo>
                      <a:pt x="255072" y="92425"/>
                      <a:pt x="249112" y="90876"/>
                      <a:pt x="249112" y="86465"/>
                    </a:cubicBezTo>
                    <a:cubicBezTo>
                      <a:pt x="249112" y="82055"/>
                      <a:pt x="246132" y="80625"/>
                      <a:pt x="238742" y="71686"/>
                    </a:cubicBezTo>
                    <a:cubicBezTo>
                      <a:pt x="233784" y="66286"/>
                      <a:pt x="226871" y="63116"/>
                      <a:pt x="219552" y="62865"/>
                    </a:cubicBezTo>
                    <a:lnTo>
                      <a:pt x="216572" y="55475"/>
                    </a:lnTo>
                    <a:lnTo>
                      <a:pt x="206203" y="53926"/>
                    </a:lnTo>
                    <a:cubicBezTo>
                      <a:pt x="206203" y="53926"/>
                      <a:pt x="200243" y="49516"/>
                      <a:pt x="209183" y="45106"/>
                    </a:cubicBezTo>
                    <a:cubicBezTo>
                      <a:pt x="218122" y="40696"/>
                      <a:pt x="209183" y="28896"/>
                      <a:pt x="207752" y="24366"/>
                    </a:cubicBezTo>
                    <a:cubicBezTo>
                      <a:pt x="202687" y="16368"/>
                      <a:pt x="196989" y="8800"/>
                      <a:pt x="190708" y="1720"/>
                    </a:cubicBezTo>
                    <a:cubicBezTo>
                      <a:pt x="189266" y="1684"/>
                      <a:pt x="187847" y="1362"/>
                      <a:pt x="186536" y="766"/>
                    </a:cubicBezTo>
                    <a:cubicBezTo>
                      <a:pt x="181649" y="-2095"/>
                      <a:pt x="171637" y="3627"/>
                      <a:pt x="166750" y="8514"/>
                    </a:cubicBezTo>
                    <a:cubicBezTo>
                      <a:pt x="161863" y="13401"/>
                      <a:pt x="165320" y="16380"/>
                      <a:pt x="161744" y="20433"/>
                    </a:cubicBezTo>
                    <a:cubicBezTo>
                      <a:pt x="153270" y="27835"/>
                      <a:pt x="145308" y="35797"/>
                      <a:pt x="137906" y="44271"/>
                    </a:cubicBezTo>
                    <a:cubicBezTo>
                      <a:pt x="130158" y="54164"/>
                      <a:pt x="110253" y="47728"/>
                      <a:pt x="103936" y="51304"/>
                    </a:cubicBezTo>
                    <a:cubicBezTo>
                      <a:pt x="97619" y="54879"/>
                      <a:pt x="106677" y="60481"/>
                      <a:pt x="102506" y="64057"/>
                    </a:cubicBezTo>
                    <a:cubicBezTo>
                      <a:pt x="95724" y="68360"/>
                      <a:pt x="88632" y="72139"/>
                      <a:pt x="81289" y="75381"/>
                    </a:cubicBezTo>
                    <a:cubicBezTo>
                      <a:pt x="76998" y="77526"/>
                      <a:pt x="59954" y="76811"/>
                      <a:pt x="54948" y="83247"/>
                    </a:cubicBezTo>
                    <a:cubicBezTo>
                      <a:pt x="49942" y="89684"/>
                      <a:pt x="44340" y="76096"/>
                      <a:pt x="39453" y="83247"/>
                    </a:cubicBezTo>
                    <a:cubicBezTo>
                      <a:pt x="34566" y="90399"/>
                      <a:pt x="28725" y="90995"/>
                      <a:pt x="25984" y="88849"/>
                    </a:cubicBezTo>
                    <a:cubicBezTo>
                      <a:pt x="25102" y="88182"/>
                      <a:pt x="24363" y="87324"/>
                      <a:pt x="23838" y="86346"/>
                    </a:cubicBezTo>
                    <a:cubicBezTo>
                      <a:pt x="18749" y="90303"/>
                      <a:pt x="14672" y="95417"/>
                      <a:pt x="11919" y="101245"/>
                    </a:cubicBezTo>
                    <a:cubicBezTo>
                      <a:pt x="8701" y="111377"/>
                      <a:pt x="0" y="120435"/>
                      <a:pt x="0" y="125084"/>
                    </a:cubicBezTo>
                    <a:cubicBezTo>
                      <a:pt x="0" y="129732"/>
                      <a:pt x="3218" y="136169"/>
                      <a:pt x="3218" y="144751"/>
                    </a:cubicBezTo>
                    <a:cubicBezTo>
                      <a:pt x="2920" y="151771"/>
                      <a:pt x="5411" y="158625"/>
                      <a:pt x="10131" y="163821"/>
                    </a:cubicBezTo>
                    <a:cubicBezTo>
                      <a:pt x="13016" y="168041"/>
                      <a:pt x="14327" y="173154"/>
                      <a:pt x="13826" y="178244"/>
                    </a:cubicBezTo>
                    <a:cubicBezTo>
                      <a:pt x="15340" y="181021"/>
                      <a:pt x="17092" y="183643"/>
                      <a:pt x="19071" y="186110"/>
                    </a:cubicBezTo>
                    <a:cubicBezTo>
                      <a:pt x="22766" y="190997"/>
                      <a:pt x="33493" y="198030"/>
                      <a:pt x="34446" y="201605"/>
                    </a:cubicBezTo>
                    <a:cubicBezTo>
                      <a:pt x="35364" y="203369"/>
                      <a:pt x="36830" y="204800"/>
                      <a:pt x="38618" y="205658"/>
                    </a:cubicBezTo>
                    <a:cubicBezTo>
                      <a:pt x="39035" y="204871"/>
                      <a:pt x="39512" y="204108"/>
                      <a:pt x="40048" y="203393"/>
                    </a:cubicBezTo>
                    <a:cubicBezTo>
                      <a:pt x="43684" y="198232"/>
                      <a:pt x="45293" y="191903"/>
                      <a:pt x="44578" y="185633"/>
                    </a:cubicBezTo>
                    <a:lnTo>
                      <a:pt x="57808" y="182654"/>
                    </a:lnTo>
                    <a:lnTo>
                      <a:pt x="68178" y="179674"/>
                    </a:lnTo>
                    <a:lnTo>
                      <a:pt x="88917" y="182654"/>
                    </a:lnTo>
                    <a:lnTo>
                      <a:pt x="88917" y="166443"/>
                    </a:lnTo>
                    <a:cubicBezTo>
                      <a:pt x="88917" y="166443"/>
                      <a:pt x="103697" y="147253"/>
                      <a:pt x="113948" y="147253"/>
                    </a:cubicBezTo>
                    <a:cubicBezTo>
                      <a:pt x="124198" y="147253"/>
                      <a:pt x="133257" y="160484"/>
                      <a:pt x="133257" y="160484"/>
                    </a:cubicBezTo>
                    <a:lnTo>
                      <a:pt x="179027" y="169423"/>
                    </a:lnTo>
                    <a:cubicBezTo>
                      <a:pt x="179027" y="169423"/>
                      <a:pt x="182007" y="156074"/>
                      <a:pt x="186417" y="153094"/>
                    </a:cubicBezTo>
                    <a:cubicBezTo>
                      <a:pt x="190827" y="150114"/>
                      <a:pt x="199647" y="156074"/>
                      <a:pt x="205607" y="153094"/>
                    </a:cubicBezTo>
                    <a:cubicBezTo>
                      <a:pt x="213295" y="148684"/>
                      <a:pt x="221912" y="146145"/>
                      <a:pt x="230756" y="145704"/>
                    </a:cubicBezTo>
                    <a:cubicBezTo>
                      <a:pt x="241126" y="145704"/>
                      <a:pt x="245536" y="151664"/>
                      <a:pt x="249947" y="142724"/>
                    </a:cubicBezTo>
                    <a:cubicBezTo>
                      <a:pt x="254357" y="133785"/>
                      <a:pt x="276526" y="145704"/>
                      <a:pt x="276526" y="145704"/>
                    </a:cubicBezTo>
                    <a:lnTo>
                      <a:pt x="294286" y="142724"/>
                    </a:lnTo>
                    <a:lnTo>
                      <a:pt x="288326" y="127944"/>
                    </a:lnTo>
                    <a:cubicBezTo>
                      <a:pt x="288326" y="127944"/>
                      <a:pt x="272712" y="120435"/>
                      <a:pt x="272712" y="116025"/>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50" name="Freeform: Shape 49">
                <a:extLst>
                  <a:ext uri="{FF2B5EF4-FFF2-40B4-BE49-F238E27FC236}">
                    <a16:creationId xmlns:a16="http://schemas.microsoft.com/office/drawing/2014/main" id="{0012EA06-1345-4813-B4A5-66F3C4C18D03}"/>
                  </a:ext>
                </a:extLst>
              </p:cNvPr>
              <p:cNvSpPr/>
              <p:nvPr/>
            </p:nvSpPr>
            <p:spPr>
              <a:xfrm>
                <a:off x="4334930" y="8280496"/>
                <a:ext cx="282999" cy="230558"/>
              </a:xfrm>
              <a:custGeom>
                <a:avLst/>
                <a:gdLst>
                  <a:gd name="connsiteX0" fmla="*/ 174364 w 282999"/>
                  <a:gd name="connsiteY0" fmla="*/ 169397 h 230558"/>
                  <a:gd name="connsiteX1" fmla="*/ 188547 w 282999"/>
                  <a:gd name="connsiteY1" fmla="*/ 167252 h 230558"/>
                  <a:gd name="connsiteX2" fmla="*/ 205592 w 282999"/>
                  <a:gd name="connsiteY2" fmla="*/ 179171 h 230558"/>
                  <a:gd name="connsiteX3" fmla="*/ 215485 w 282999"/>
                  <a:gd name="connsiteY3" fmla="*/ 168563 h 230558"/>
                  <a:gd name="connsiteX4" fmla="*/ 233125 w 282999"/>
                  <a:gd name="connsiteY4" fmla="*/ 131732 h 230558"/>
                  <a:gd name="connsiteX5" fmla="*/ 245045 w 282999"/>
                  <a:gd name="connsiteY5" fmla="*/ 117549 h 230558"/>
                  <a:gd name="connsiteX6" fmla="*/ 247786 w 282999"/>
                  <a:gd name="connsiteY6" fmla="*/ 104795 h 230558"/>
                  <a:gd name="connsiteX7" fmla="*/ 253507 w 282999"/>
                  <a:gd name="connsiteY7" fmla="*/ 89181 h 230558"/>
                  <a:gd name="connsiteX8" fmla="*/ 267691 w 282999"/>
                  <a:gd name="connsiteY8" fmla="*/ 62958 h 230558"/>
                  <a:gd name="connsiteX9" fmla="*/ 281875 w 282999"/>
                  <a:gd name="connsiteY9" fmla="*/ 55211 h 230558"/>
                  <a:gd name="connsiteX10" fmla="*/ 280445 w 282999"/>
                  <a:gd name="connsiteY10" fmla="*/ 40312 h 230558"/>
                  <a:gd name="connsiteX11" fmla="*/ 270552 w 282999"/>
                  <a:gd name="connsiteY11" fmla="*/ 30419 h 230558"/>
                  <a:gd name="connsiteX12" fmla="*/ 271982 w 282999"/>
                  <a:gd name="connsiteY12" fmla="*/ 17427 h 230558"/>
                  <a:gd name="connsiteX13" fmla="*/ 262685 w 282999"/>
                  <a:gd name="connsiteY13" fmla="*/ 7653 h 230558"/>
                  <a:gd name="connsiteX14" fmla="*/ 254222 w 282999"/>
                  <a:gd name="connsiteY14" fmla="*/ 2766 h 230558"/>
                  <a:gd name="connsiteX15" fmla="*/ 237178 w 282999"/>
                  <a:gd name="connsiteY15" fmla="*/ 18380 h 230558"/>
                  <a:gd name="connsiteX16" fmla="*/ 217392 w 282999"/>
                  <a:gd name="connsiteY16" fmla="*/ 13374 h 230558"/>
                  <a:gd name="connsiteX17" fmla="*/ 186879 w 282999"/>
                  <a:gd name="connsiteY17" fmla="*/ 12659 h 230558"/>
                  <a:gd name="connsiteX18" fmla="*/ 169119 w 282999"/>
                  <a:gd name="connsiteY18" fmla="*/ 23982 h 230558"/>
                  <a:gd name="connsiteX19" fmla="*/ 145281 w 282999"/>
                  <a:gd name="connsiteY19" fmla="*/ 23982 h 230558"/>
                  <a:gd name="connsiteX20" fmla="*/ 126925 w 282999"/>
                  <a:gd name="connsiteY20" fmla="*/ 14089 h 230558"/>
                  <a:gd name="connsiteX21" fmla="*/ 107020 w 282999"/>
                  <a:gd name="connsiteY21" fmla="*/ 19811 h 230558"/>
                  <a:gd name="connsiteX22" fmla="*/ 93551 w 282999"/>
                  <a:gd name="connsiteY22" fmla="*/ 7057 h 230558"/>
                  <a:gd name="connsiteX23" fmla="*/ 74480 w 282999"/>
                  <a:gd name="connsiteY23" fmla="*/ 1336 h 230558"/>
                  <a:gd name="connsiteX24" fmla="*/ 60296 w 282999"/>
                  <a:gd name="connsiteY24" fmla="*/ 6342 h 230558"/>
                  <a:gd name="connsiteX25" fmla="*/ 38365 w 282999"/>
                  <a:gd name="connsiteY25" fmla="*/ 6342 h 230558"/>
                  <a:gd name="connsiteX26" fmla="*/ 32644 w 282999"/>
                  <a:gd name="connsiteY26" fmla="*/ 25413 h 230558"/>
                  <a:gd name="connsiteX27" fmla="*/ 22036 w 282999"/>
                  <a:gd name="connsiteY27" fmla="*/ 42457 h 230558"/>
                  <a:gd name="connsiteX28" fmla="*/ 19771 w 282999"/>
                  <a:gd name="connsiteY28" fmla="*/ 47225 h 230558"/>
                  <a:gd name="connsiteX29" fmla="*/ 22155 w 282999"/>
                  <a:gd name="connsiteY29" fmla="*/ 63316 h 230558"/>
                  <a:gd name="connsiteX30" fmla="*/ 19533 w 282999"/>
                  <a:gd name="connsiteY30" fmla="*/ 97286 h 230558"/>
                  <a:gd name="connsiteX31" fmla="*/ 10474 w 282999"/>
                  <a:gd name="connsiteY31" fmla="*/ 111112 h 230558"/>
                  <a:gd name="connsiteX32" fmla="*/ 343 w 282999"/>
                  <a:gd name="connsiteY32" fmla="*/ 128752 h 230558"/>
                  <a:gd name="connsiteX33" fmla="*/ 938 w 282999"/>
                  <a:gd name="connsiteY33" fmla="*/ 156882 h 230558"/>
                  <a:gd name="connsiteX34" fmla="*/ 8209 w 282999"/>
                  <a:gd name="connsiteY34" fmla="*/ 175714 h 230558"/>
                  <a:gd name="connsiteX35" fmla="*/ 8209 w 282999"/>
                  <a:gd name="connsiteY35" fmla="*/ 175714 h 230558"/>
                  <a:gd name="connsiteX36" fmla="*/ 43967 w 282999"/>
                  <a:gd name="connsiteY36" fmla="*/ 185011 h 230558"/>
                  <a:gd name="connsiteX37" fmla="*/ 66613 w 282999"/>
                  <a:gd name="connsiteY37" fmla="*/ 209446 h 230558"/>
                  <a:gd name="connsiteX38" fmla="*/ 79367 w 282999"/>
                  <a:gd name="connsiteY38" fmla="*/ 229947 h 230558"/>
                  <a:gd name="connsiteX39" fmla="*/ 103206 w 282999"/>
                  <a:gd name="connsiteY39" fmla="*/ 224702 h 230558"/>
                  <a:gd name="connsiteX40" fmla="*/ 135149 w 282999"/>
                  <a:gd name="connsiteY40" fmla="*/ 221127 h 230558"/>
                  <a:gd name="connsiteX41" fmla="*/ 138963 w 282999"/>
                  <a:gd name="connsiteY41" fmla="*/ 221127 h 230558"/>
                  <a:gd name="connsiteX42" fmla="*/ 145996 w 282999"/>
                  <a:gd name="connsiteY42" fmla="*/ 195500 h 230558"/>
                  <a:gd name="connsiteX43" fmla="*/ 174364 w 282999"/>
                  <a:gd name="connsiteY43" fmla="*/ 169397 h 2305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282999" h="230558">
                    <a:moveTo>
                      <a:pt x="174364" y="169397"/>
                    </a:moveTo>
                    <a:cubicBezTo>
                      <a:pt x="177224" y="168682"/>
                      <a:pt x="183541" y="170828"/>
                      <a:pt x="188547" y="167252"/>
                    </a:cubicBezTo>
                    <a:cubicBezTo>
                      <a:pt x="193553" y="163676"/>
                      <a:pt x="204162" y="172258"/>
                      <a:pt x="205592" y="179171"/>
                    </a:cubicBezTo>
                    <a:cubicBezTo>
                      <a:pt x="207022" y="186084"/>
                      <a:pt x="211194" y="176310"/>
                      <a:pt x="215485" y="168563"/>
                    </a:cubicBezTo>
                    <a:cubicBezTo>
                      <a:pt x="222636" y="156930"/>
                      <a:pt x="228548" y="144593"/>
                      <a:pt x="233125" y="131732"/>
                    </a:cubicBezTo>
                    <a:cubicBezTo>
                      <a:pt x="233125" y="126011"/>
                      <a:pt x="245045" y="121124"/>
                      <a:pt x="245045" y="117549"/>
                    </a:cubicBezTo>
                    <a:cubicBezTo>
                      <a:pt x="245045" y="113973"/>
                      <a:pt x="244329" y="105629"/>
                      <a:pt x="247786" y="104795"/>
                    </a:cubicBezTo>
                    <a:cubicBezTo>
                      <a:pt x="251242" y="103961"/>
                      <a:pt x="254222" y="92876"/>
                      <a:pt x="253507" y="89181"/>
                    </a:cubicBezTo>
                    <a:cubicBezTo>
                      <a:pt x="256952" y="79800"/>
                      <a:pt x="261731" y="70968"/>
                      <a:pt x="267691" y="62958"/>
                    </a:cubicBezTo>
                    <a:cubicBezTo>
                      <a:pt x="269837" y="60098"/>
                      <a:pt x="281160" y="61528"/>
                      <a:pt x="281875" y="55211"/>
                    </a:cubicBezTo>
                    <a:cubicBezTo>
                      <a:pt x="282590" y="48894"/>
                      <a:pt x="284617" y="41742"/>
                      <a:pt x="280445" y="40312"/>
                    </a:cubicBezTo>
                    <a:cubicBezTo>
                      <a:pt x="276273" y="38882"/>
                      <a:pt x="270552" y="33875"/>
                      <a:pt x="270552" y="30419"/>
                    </a:cubicBezTo>
                    <a:cubicBezTo>
                      <a:pt x="270588" y="26056"/>
                      <a:pt x="271076" y="21694"/>
                      <a:pt x="271982" y="17427"/>
                    </a:cubicBezTo>
                    <a:cubicBezTo>
                      <a:pt x="266261" y="16712"/>
                      <a:pt x="266023" y="10991"/>
                      <a:pt x="262685" y="7653"/>
                    </a:cubicBezTo>
                    <a:cubicBezTo>
                      <a:pt x="259348" y="4316"/>
                      <a:pt x="259109" y="1336"/>
                      <a:pt x="254222" y="2766"/>
                    </a:cubicBezTo>
                    <a:cubicBezTo>
                      <a:pt x="249336" y="4197"/>
                      <a:pt x="243614" y="16235"/>
                      <a:pt x="237178" y="18380"/>
                    </a:cubicBezTo>
                    <a:cubicBezTo>
                      <a:pt x="230742" y="20526"/>
                      <a:pt x="221564" y="15520"/>
                      <a:pt x="217392" y="13374"/>
                    </a:cubicBezTo>
                    <a:cubicBezTo>
                      <a:pt x="207249" y="12397"/>
                      <a:pt x="197058" y="12159"/>
                      <a:pt x="186879" y="12659"/>
                    </a:cubicBezTo>
                    <a:cubicBezTo>
                      <a:pt x="180442" y="11944"/>
                      <a:pt x="174125" y="21122"/>
                      <a:pt x="169119" y="23982"/>
                    </a:cubicBezTo>
                    <a:cubicBezTo>
                      <a:pt x="161336" y="26223"/>
                      <a:pt x="153064" y="26223"/>
                      <a:pt x="145281" y="23982"/>
                    </a:cubicBezTo>
                    <a:cubicBezTo>
                      <a:pt x="141109" y="22552"/>
                      <a:pt x="131097" y="14089"/>
                      <a:pt x="126925" y="14089"/>
                    </a:cubicBezTo>
                    <a:cubicBezTo>
                      <a:pt x="119917" y="14328"/>
                      <a:pt x="113087" y="16295"/>
                      <a:pt x="107020" y="19811"/>
                    </a:cubicBezTo>
                    <a:cubicBezTo>
                      <a:pt x="99988" y="23982"/>
                      <a:pt x="97842" y="11944"/>
                      <a:pt x="93551" y="7057"/>
                    </a:cubicBezTo>
                    <a:cubicBezTo>
                      <a:pt x="89260" y="2170"/>
                      <a:pt x="80082" y="6342"/>
                      <a:pt x="74480" y="1336"/>
                    </a:cubicBezTo>
                    <a:cubicBezTo>
                      <a:pt x="68878" y="-3670"/>
                      <a:pt x="65183" y="7057"/>
                      <a:pt x="60296" y="6342"/>
                    </a:cubicBezTo>
                    <a:cubicBezTo>
                      <a:pt x="55409" y="5627"/>
                      <a:pt x="42537" y="2766"/>
                      <a:pt x="38365" y="6342"/>
                    </a:cubicBezTo>
                    <a:cubicBezTo>
                      <a:pt x="34193" y="9918"/>
                      <a:pt x="34789" y="23267"/>
                      <a:pt x="32644" y="25413"/>
                    </a:cubicBezTo>
                    <a:cubicBezTo>
                      <a:pt x="30498" y="27558"/>
                      <a:pt x="22036" y="37332"/>
                      <a:pt x="22036" y="42457"/>
                    </a:cubicBezTo>
                    <a:cubicBezTo>
                      <a:pt x="22191" y="44340"/>
                      <a:pt x="21333" y="46164"/>
                      <a:pt x="19771" y="47225"/>
                    </a:cubicBezTo>
                    <a:cubicBezTo>
                      <a:pt x="20724" y="53065"/>
                      <a:pt x="21916" y="60575"/>
                      <a:pt x="22155" y="63316"/>
                    </a:cubicBezTo>
                    <a:cubicBezTo>
                      <a:pt x="22751" y="68084"/>
                      <a:pt x="24896" y="92041"/>
                      <a:pt x="19533" y="97286"/>
                    </a:cubicBezTo>
                    <a:cubicBezTo>
                      <a:pt x="15802" y="101386"/>
                      <a:pt x="12751" y="106058"/>
                      <a:pt x="10474" y="111112"/>
                    </a:cubicBezTo>
                    <a:cubicBezTo>
                      <a:pt x="4932" y="115451"/>
                      <a:pt x="1296" y="121780"/>
                      <a:pt x="343" y="128752"/>
                    </a:cubicBezTo>
                    <a:cubicBezTo>
                      <a:pt x="-265" y="138133"/>
                      <a:pt x="-63" y="147537"/>
                      <a:pt x="938" y="156882"/>
                    </a:cubicBezTo>
                    <a:cubicBezTo>
                      <a:pt x="938" y="163199"/>
                      <a:pt x="5706" y="167848"/>
                      <a:pt x="8209" y="175714"/>
                    </a:cubicBezTo>
                    <a:lnTo>
                      <a:pt x="8209" y="175714"/>
                    </a:lnTo>
                    <a:cubicBezTo>
                      <a:pt x="12500" y="181436"/>
                      <a:pt x="32644" y="182508"/>
                      <a:pt x="43967" y="185011"/>
                    </a:cubicBezTo>
                    <a:cubicBezTo>
                      <a:pt x="55076" y="188933"/>
                      <a:pt x="63550" y="198063"/>
                      <a:pt x="66613" y="209446"/>
                    </a:cubicBezTo>
                    <a:cubicBezTo>
                      <a:pt x="67984" y="217694"/>
                      <a:pt x="72573" y="225072"/>
                      <a:pt x="79367" y="229947"/>
                    </a:cubicBezTo>
                    <a:cubicBezTo>
                      <a:pt x="84731" y="232808"/>
                      <a:pt x="97842" y="224702"/>
                      <a:pt x="103206" y="224702"/>
                    </a:cubicBezTo>
                    <a:cubicBezTo>
                      <a:pt x="108569" y="224702"/>
                      <a:pt x="130858" y="224702"/>
                      <a:pt x="135149" y="221127"/>
                    </a:cubicBezTo>
                    <a:cubicBezTo>
                      <a:pt x="136210" y="220102"/>
                      <a:pt x="137903" y="220102"/>
                      <a:pt x="138963" y="221127"/>
                    </a:cubicBezTo>
                    <a:cubicBezTo>
                      <a:pt x="142086" y="212819"/>
                      <a:pt x="144434" y="204237"/>
                      <a:pt x="145996" y="195500"/>
                    </a:cubicBezTo>
                    <a:cubicBezTo>
                      <a:pt x="154935" y="186251"/>
                      <a:pt x="164399" y="177538"/>
                      <a:pt x="174364" y="169397"/>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51" name="Freeform: Shape 50">
                <a:extLst>
                  <a:ext uri="{FF2B5EF4-FFF2-40B4-BE49-F238E27FC236}">
                    <a16:creationId xmlns:a16="http://schemas.microsoft.com/office/drawing/2014/main" id="{CF034375-904F-4214-8FCE-9BA62E68CF74}"/>
                  </a:ext>
                </a:extLst>
              </p:cNvPr>
              <p:cNvSpPr/>
              <p:nvPr/>
            </p:nvSpPr>
            <p:spPr>
              <a:xfrm>
                <a:off x="4287238" y="8315425"/>
                <a:ext cx="70774" cy="147817"/>
              </a:xfrm>
              <a:custGeom>
                <a:avLst/>
                <a:gdLst>
                  <a:gd name="connsiteX0" fmla="*/ 48035 w 70774"/>
                  <a:gd name="connsiteY0" fmla="*/ 93942 h 147817"/>
                  <a:gd name="connsiteX1" fmla="*/ 58166 w 70774"/>
                  <a:gd name="connsiteY1" fmla="*/ 76302 h 147817"/>
                  <a:gd name="connsiteX2" fmla="*/ 67225 w 70774"/>
                  <a:gd name="connsiteY2" fmla="*/ 62476 h 147817"/>
                  <a:gd name="connsiteX3" fmla="*/ 69847 w 70774"/>
                  <a:gd name="connsiteY3" fmla="*/ 28506 h 147817"/>
                  <a:gd name="connsiteX4" fmla="*/ 67463 w 70774"/>
                  <a:gd name="connsiteY4" fmla="*/ 12415 h 147817"/>
                  <a:gd name="connsiteX5" fmla="*/ 59834 w 70774"/>
                  <a:gd name="connsiteY5" fmla="*/ 12415 h 147817"/>
                  <a:gd name="connsiteX6" fmla="*/ 51968 w 70774"/>
                  <a:gd name="connsiteY6" fmla="*/ 496 h 147817"/>
                  <a:gd name="connsiteX7" fmla="*/ 43505 w 70774"/>
                  <a:gd name="connsiteY7" fmla="*/ 12415 h 147817"/>
                  <a:gd name="connsiteX8" fmla="*/ 37069 w 70774"/>
                  <a:gd name="connsiteY8" fmla="*/ 21592 h 147817"/>
                  <a:gd name="connsiteX9" fmla="*/ 17283 w 70774"/>
                  <a:gd name="connsiteY9" fmla="*/ 25764 h 147817"/>
                  <a:gd name="connsiteX10" fmla="*/ 3814 w 70774"/>
                  <a:gd name="connsiteY10" fmla="*/ 35061 h 147817"/>
                  <a:gd name="connsiteX11" fmla="*/ 0 w 70774"/>
                  <a:gd name="connsiteY11" fmla="*/ 35061 h 147817"/>
                  <a:gd name="connsiteX12" fmla="*/ 12992 w 70774"/>
                  <a:gd name="connsiteY12" fmla="*/ 57469 h 147817"/>
                  <a:gd name="connsiteX13" fmla="*/ 17760 w 70774"/>
                  <a:gd name="connsiteY13" fmla="*/ 75467 h 147817"/>
                  <a:gd name="connsiteX14" fmla="*/ 21574 w 70774"/>
                  <a:gd name="connsiteY14" fmla="*/ 103716 h 147817"/>
                  <a:gd name="connsiteX15" fmla="*/ 23600 w 70774"/>
                  <a:gd name="connsiteY15" fmla="*/ 147817 h 147817"/>
                  <a:gd name="connsiteX16" fmla="*/ 39572 w 70774"/>
                  <a:gd name="connsiteY16" fmla="*/ 146387 h 147817"/>
                  <a:gd name="connsiteX17" fmla="*/ 55901 w 70774"/>
                  <a:gd name="connsiteY17" fmla="*/ 141142 h 147817"/>
                  <a:gd name="connsiteX18" fmla="*/ 48630 w 70774"/>
                  <a:gd name="connsiteY18" fmla="*/ 122310 h 147817"/>
                  <a:gd name="connsiteX19" fmla="*/ 48035 w 70774"/>
                  <a:gd name="connsiteY19" fmla="*/ 93942 h 147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70774" h="147817">
                    <a:moveTo>
                      <a:pt x="48035" y="93942"/>
                    </a:moveTo>
                    <a:cubicBezTo>
                      <a:pt x="48988" y="86969"/>
                      <a:pt x="52624" y="80640"/>
                      <a:pt x="58166" y="76302"/>
                    </a:cubicBezTo>
                    <a:cubicBezTo>
                      <a:pt x="60443" y="71248"/>
                      <a:pt x="63494" y="66576"/>
                      <a:pt x="67225" y="62476"/>
                    </a:cubicBezTo>
                    <a:cubicBezTo>
                      <a:pt x="72588" y="57231"/>
                      <a:pt x="70443" y="33273"/>
                      <a:pt x="69847" y="28506"/>
                    </a:cubicBezTo>
                    <a:cubicBezTo>
                      <a:pt x="69847" y="25764"/>
                      <a:pt x="68416" y="18255"/>
                      <a:pt x="67463" y="12415"/>
                    </a:cubicBezTo>
                    <a:cubicBezTo>
                      <a:pt x="65055" y="13595"/>
                      <a:pt x="62242" y="13595"/>
                      <a:pt x="59834" y="12415"/>
                    </a:cubicBezTo>
                    <a:cubicBezTo>
                      <a:pt x="53398" y="9554"/>
                      <a:pt x="59119" y="3118"/>
                      <a:pt x="51968" y="496"/>
                    </a:cubicBezTo>
                    <a:cubicBezTo>
                      <a:pt x="44816" y="-2127"/>
                      <a:pt x="42075" y="6217"/>
                      <a:pt x="43505" y="12415"/>
                    </a:cubicBezTo>
                    <a:cubicBezTo>
                      <a:pt x="44935" y="18613"/>
                      <a:pt x="39930" y="18017"/>
                      <a:pt x="37069" y="21592"/>
                    </a:cubicBezTo>
                    <a:cubicBezTo>
                      <a:pt x="34208" y="25168"/>
                      <a:pt x="21574" y="25764"/>
                      <a:pt x="17283" y="25764"/>
                    </a:cubicBezTo>
                    <a:cubicBezTo>
                      <a:pt x="12992" y="25764"/>
                      <a:pt x="8105" y="33631"/>
                      <a:pt x="3814" y="35061"/>
                    </a:cubicBezTo>
                    <a:cubicBezTo>
                      <a:pt x="2551" y="35264"/>
                      <a:pt x="1263" y="35264"/>
                      <a:pt x="0" y="35061"/>
                    </a:cubicBezTo>
                    <a:cubicBezTo>
                      <a:pt x="953" y="53774"/>
                      <a:pt x="4052" y="52344"/>
                      <a:pt x="12992" y="57469"/>
                    </a:cubicBezTo>
                    <a:cubicBezTo>
                      <a:pt x="21931" y="62595"/>
                      <a:pt x="13588" y="71296"/>
                      <a:pt x="17760" y="75467"/>
                    </a:cubicBezTo>
                    <a:cubicBezTo>
                      <a:pt x="21931" y="79639"/>
                      <a:pt x="20501" y="90366"/>
                      <a:pt x="21574" y="103716"/>
                    </a:cubicBezTo>
                    <a:cubicBezTo>
                      <a:pt x="22170" y="111702"/>
                      <a:pt x="23004" y="132561"/>
                      <a:pt x="23600" y="147817"/>
                    </a:cubicBezTo>
                    <a:cubicBezTo>
                      <a:pt x="28868" y="146888"/>
                      <a:pt x="34220" y="146411"/>
                      <a:pt x="39572" y="146387"/>
                    </a:cubicBezTo>
                    <a:cubicBezTo>
                      <a:pt x="47200" y="146387"/>
                      <a:pt x="51491" y="136375"/>
                      <a:pt x="55901" y="141142"/>
                    </a:cubicBezTo>
                    <a:cubicBezTo>
                      <a:pt x="53398" y="133276"/>
                      <a:pt x="48630" y="128627"/>
                      <a:pt x="48630" y="122310"/>
                    </a:cubicBezTo>
                    <a:cubicBezTo>
                      <a:pt x="47617" y="112894"/>
                      <a:pt x="47415" y="103394"/>
                      <a:pt x="48035" y="93942"/>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52" name="Freeform: Shape 51">
                <a:extLst>
                  <a:ext uri="{FF2B5EF4-FFF2-40B4-BE49-F238E27FC236}">
                    <a16:creationId xmlns:a16="http://schemas.microsoft.com/office/drawing/2014/main" id="{8086EF6A-F937-4695-B966-2EA95176B4F8}"/>
                  </a:ext>
                </a:extLst>
              </p:cNvPr>
              <p:cNvSpPr/>
              <p:nvPr/>
            </p:nvSpPr>
            <p:spPr>
              <a:xfrm>
                <a:off x="4266260" y="8346944"/>
                <a:ext cx="44101" cy="124046"/>
              </a:xfrm>
              <a:custGeom>
                <a:avLst/>
                <a:gdLst>
                  <a:gd name="connsiteX0" fmla="*/ 38738 w 44101"/>
                  <a:gd name="connsiteY0" fmla="*/ 43711 h 124046"/>
                  <a:gd name="connsiteX1" fmla="*/ 33970 w 44101"/>
                  <a:gd name="connsiteY1" fmla="*/ 25713 h 124046"/>
                  <a:gd name="connsiteX2" fmla="*/ 20978 w 44101"/>
                  <a:gd name="connsiteY2" fmla="*/ 3304 h 124046"/>
                  <a:gd name="connsiteX3" fmla="*/ 2861 w 44101"/>
                  <a:gd name="connsiteY3" fmla="*/ 206 h 124046"/>
                  <a:gd name="connsiteX4" fmla="*/ 0 w 44101"/>
                  <a:gd name="connsiteY4" fmla="*/ 206 h 124046"/>
                  <a:gd name="connsiteX5" fmla="*/ 4768 w 44101"/>
                  <a:gd name="connsiteY5" fmla="*/ 15701 h 124046"/>
                  <a:gd name="connsiteX6" fmla="*/ 10608 w 44101"/>
                  <a:gd name="connsiteY6" fmla="*/ 30004 h 124046"/>
                  <a:gd name="connsiteX7" fmla="*/ 10608 w 44101"/>
                  <a:gd name="connsiteY7" fmla="*/ 63497 h 124046"/>
                  <a:gd name="connsiteX8" fmla="*/ 17045 w 44101"/>
                  <a:gd name="connsiteY8" fmla="*/ 96394 h 124046"/>
                  <a:gd name="connsiteX9" fmla="*/ 25865 w 44101"/>
                  <a:gd name="connsiteY9" fmla="*/ 124046 h 124046"/>
                  <a:gd name="connsiteX10" fmla="*/ 30633 w 44101"/>
                  <a:gd name="connsiteY10" fmla="*/ 120828 h 124046"/>
                  <a:gd name="connsiteX11" fmla="*/ 44101 w 44101"/>
                  <a:gd name="connsiteY11" fmla="*/ 115584 h 124046"/>
                  <a:gd name="connsiteX12" fmla="*/ 42075 w 44101"/>
                  <a:gd name="connsiteY12" fmla="*/ 71483 h 124046"/>
                  <a:gd name="connsiteX13" fmla="*/ 38738 w 44101"/>
                  <a:gd name="connsiteY13" fmla="*/ 43711 h 1240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44101" h="124046">
                    <a:moveTo>
                      <a:pt x="38738" y="43711"/>
                    </a:moveTo>
                    <a:cubicBezTo>
                      <a:pt x="34566" y="39539"/>
                      <a:pt x="44101" y="31791"/>
                      <a:pt x="33970" y="25713"/>
                    </a:cubicBezTo>
                    <a:cubicBezTo>
                      <a:pt x="23838" y="19634"/>
                      <a:pt x="22051" y="22018"/>
                      <a:pt x="20978" y="3304"/>
                    </a:cubicBezTo>
                    <a:cubicBezTo>
                      <a:pt x="15853" y="3304"/>
                      <a:pt x="8344" y="802"/>
                      <a:pt x="2861" y="206"/>
                    </a:cubicBezTo>
                    <a:cubicBezTo>
                      <a:pt x="1931" y="-69"/>
                      <a:pt x="930" y="-69"/>
                      <a:pt x="0" y="206"/>
                    </a:cubicBezTo>
                    <a:cubicBezTo>
                      <a:pt x="1073" y="6999"/>
                      <a:pt x="2742" y="14509"/>
                      <a:pt x="4768" y="15701"/>
                    </a:cubicBezTo>
                    <a:cubicBezTo>
                      <a:pt x="9476" y="18812"/>
                      <a:pt x="11788" y="24485"/>
                      <a:pt x="10608" y="30004"/>
                    </a:cubicBezTo>
                    <a:cubicBezTo>
                      <a:pt x="8820" y="41100"/>
                      <a:pt x="8820" y="52400"/>
                      <a:pt x="10608" y="63497"/>
                    </a:cubicBezTo>
                    <a:cubicBezTo>
                      <a:pt x="14685" y="73997"/>
                      <a:pt x="16854" y="85130"/>
                      <a:pt x="17045" y="96394"/>
                    </a:cubicBezTo>
                    <a:cubicBezTo>
                      <a:pt x="18034" y="106120"/>
                      <a:pt x="21038" y="115548"/>
                      <a:pt x="25865" y="124046"/>
                    </a:cubicBezTo>
                    <a:cubicBezTo>
                      <a:pt x="27581" y="123164"/>
                      <a:pt x="29178" y="122092"/>
                      <a:pt x="30633" y="120828"/>
                    </a:cubicBezTo>
                    <a:cubicBezTo>
                      <a:pt x="34661" y="118087"/>
                      <a:pt x="39274" y="116287"/>
                      <a:pt x="44101" y="115584"/>
                    </a:cubicBezTo>
                    <a:cubicBezTo>
                      <a:pt x="43506" y="100327"/>
                      <a:pt x="42671" y="79826"/>
                      <a:pt x="42075" y="71483"/>
                    </a:cubicBezTo>
                    <a:cubicBezTo>
                      <a:pt x="41479" y="58610"/>
                      <a:pt x="43029" y="48002"/>
                      <a:pt x="38738" y="43711"/>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53" name="Freeform: Shape 52">
                <a:extLst>
                  <a:ext uri="{FF2B5EF4-FFF2-40B4-BE49-F238E27FC236}">
                    <a16:creationId xmlns:a16="http://schemas.microsoft.com/office/drawing/2014/main" id="{0454FB06-B191-4C99-9453-263376AEB196}"/>
                  </a:ext>
                </a:extLst>
              </p:cNvPr>
              <p:cNvSpPr/>
              <p:nvPr/>
            </p:nvSpPr>
            <p:spPr>
              <a:xfrm>
                <a:off x="4474608" y="8298519"/>
                <a:ext cx="177954" cy="275572"/>
              </a:xfrm>
              <a:custGeom>
                <a:avLst/>
                <a:gdLst>
                  <a:gd name="connsiteX0" fmla="*/ 74495 w 177954"/>
                  <a:gd name="connsiteY0" fmla="*/ 262104 h 275572"/>
                  <a:gd name="connsiteX1" fmla="*/ 138025 w 177954"/>
                  <a:gd name="connsiteY1" fmla="*/ 263653 h 275572"/>
                  <a:gd name="connsiteX2" fmla="*/ 171995 w 177954"/>
                  <a:gd name="connsiteY2" fmla="*/ 275573 h 275572"/>
                  <a:gd name="connsiteX3" fmla="*/ 177954 w 177954"/>
                  <a:gd name="connsiteY3" fmla="*/ 254237 h 275572"/>
                  <a:gd name="connsiteX4" fmla="*/ 173782 w 177954"/>
                  <a:gd name="connsiteY4" fmla="*/ 250185 h 275572"/>
                  <a:gd name="connsiteX5" fmla="*/ 158407 w 177954"/>
                  <a:gd name="connsiteY5" fmla="*/ 234690 h 275572"/>
                  <a:gd name="connsiteX6" fmla="*/ 153162 w 177954"/>
                  <a:gd name="connsiteY6" fmla="*/ 226823 h 275572"/>
                  <a:gd name="connsiteX7" fmla="*/ 149467 w 177954"/>
                  <a:gd name="connsiteY7" fmla="*/ 212401 h 275572"/>
                  <a:gd name="connsiteX8" fmla="*/ 142554 w 177954"/>
                  <a:gd name="connsiteY8" fmla="*/ 193330 h 275572"/>
                  <a:gd name="connsiteX9" fmla="*/ 139336 w 177954"/>
                  <a:gd name="connsiteY9" fmla="*/ 173663 h 275572"/>
                  <a:gd name="connsiteX10" fmla="*/ 151255 w 177954"/>
                  <a:gd name="connsiteY10" fmla="*/ 149825 h 275572"/>
                  <a:gd name="connsiteX11" fmla="*/ 163174 w 177954"/>
                  <a:gd name="connsiteY11" fmla="*/ 134926 h 275572"/>
                  <a:gd name="connsiteX12" fmla="*/ 156023 w 177954"/>
                  <a:gd name="connsiteY12" fmla="*/ 117643 h 275572"/>
                  <a:gd name="connsiteX13" fmla="*/ 136237 w 177954"/>
                  <a:gd name="connsiteY13" fmla="*/ 97023 h 275572"/>
                  <a:gd name="connsiteX14" fmla="*/ 130635 w 177954"/>
                  <a:gd name="connsiteY14" fmla="*/ 80097 h 275572"/>
                  <a:gd name="connsiteX15" fmla="*/ 151136 w 177954"/>
                  <a:gd name="connsiteY15" fmla="*/ 77237 h 275572"/>
                  <a:gd name="connsiteX16" fmla="*/ 161029 w 177954"/>
                  <a:gd name="connsiteY16" fmla="*/ 73661 h 275572"/>
                  <a:gd name="connsiteX17" fmla="*/ 151136 w 177954"/>
                  <a:gd name="connsiteY17" fmla="*/ 43863 h 275572"/>
                  <a:gd name="connsiteX18" fmla="*/ 148275 w 177954"/>
                  <a:gd name="connsiteY18" fmla="*/ 22646 h 275572"/>
                  <a:gd name="connsiteX19" fmla="*/ 133376 w 177954"/>
                  <a:gd name="connsiteY19" fmla="*/ 0 h 275572"/>
                  <a:gd name="connsiteX20" fmla="*/ 132065 w 177954"/>
                  <a:gd name="connsiteY20" fmla="*/ 0 h 275572"/>
                  <a:gd name="connsiteX21" fmla="*/ 130635 w 177954"/>
                  <a:gd name="connsiteY21" fmla="*/ 12992 h 275572"/>
                  <a:gd name="connsiteX22" fmla="*/ 140528 w 177954"/>
                  <a:gd name="connsiteY22" fmla="*/ 22885 h 275572"/>
                  <a:gd name="connsiteX23" fmla="*/ 141958 w 177954"/>
                  <a:gd name="connsiteY23" fmla="*/ 37784 h 275572"/>
                  <a:gd name="connsiteX24" fmla="*/ 127774 w 177954"/>
                  <a:gd name="connsiteY24" fmla="*/ 45532 h 275572"/>
                  <a:gd name="connsiteX25" fmla="*/ 113590 w 177954"/>
                  <a:gd name="connsiteY25" fmla="*/ 71754 h 275572"/>
                  <a:gd name="connsiteX26" fmla="*/ 107869 w 177954"/>
                  <a:gd name="connsiteY26" fmla="*/ 87368 h 275572"/>
                  <a:gd name="connsiteX27" fmla="*/ 105128 w 177954"/>
                  <a:gd name="connsiteY27" fmla="*/ 100122 h 275572"/>
                  <a:gd name="connsiteX28" fmla="*/ 93209 w 177954"/>
                  <a:gd name="connsiteY28" fmla="*/ 114305 h 275572"/>
                  <a:gd name="connsiteX29" fmla="*/ 75568 w 177954"/>
                  <a:gd name="connsiteY29" fmla="*/ 151136 h 275572"/>
                  <a:gd name="connsiteX30" fmla="*/ 65675 w 177954"/>
                  <a:gd name="connsiteY30" fmla="*/ 161744 h 275572"/>
                  <a:gd name="connsiteX31" fmla="*/ 48630 w 177954"/>
                  <a:gd name="connsiteY31" fmla="*/ 149825 h 275572"/>
                  <a:gd name="connsiteX32" fmla="*/ 34447 w 177954"/>
                  <a:gd name="connsiteY32" fmla="*/ 151970 h 275572"/>
                  <a:gd name="connsiteX33" fmla="*/ 7032 w 177954"/>
                  <a:gd name="connsiteY33" fmla="*/ 178193 h 275572"/>
                  <a:gd name="connsiteX34" fmla="*/ 0 w 177954"/>
                  <a:gd name="connsiteY34" fmla="*/ 203819 h 275572"/>
                  <a:gd name="connsiteX35" fmla="*/ 10012 w 177954"/>
                  <a:gd name="connsiteY35" fmla="*/ 217169 h 275572"/>
                  <a:gd name="connsiteX36" fmla="*/ 28368 w 177954"/>
                  <a:gd name="connsiteY36" fmla="*/ 221102 h 275572"/>
                  <a:gd name="connsiteX37" fmla="*/ 35162 w 177954"/>
                  <a:gd name="connsiteY37" fmla="*/ 244940 h 275572"/>
                  <a:gd name="connsiteX38" fmla="*/ 30633 w 177954"/>
                  <a:gd name="connsiteY38" fmla="*/ 266156 h 275572"/>
                  <a:gd name="connsiteX39" fmla="*/ 63768 w 177954"/>
                  <a:gd name="connsiteY39" fmla="*/ 266156 h 2755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177954" h="275572">
                    <a:moveTo>
                      <a:pt x="74495" y="262104"/>
                    </a:moveTo>
                    <a:cubicBezTo>
                      <a:pt x="74495" y="262104"/>
                      <a:pt x="130635" y="265084"/>
                      <a:pt x="138025" y="263653"/>
                    </a:cubicBezTo>
                    <a:cubicBezTo>
                      <a:pt x="145415" y="262223"/>
                      <a:pt x="171995" y="275573"/>
                      <a:pt x="171995" y="275573"/>
                    </a:cubicBezTo>
                    <a:cubicBezTo>
                      <a:pt x="172734" y="268171"/>
                      <a:pt x="174748" y="260948"/>
                      <a:pt x="177954" y="254237"/>
                    </a:cubicBezTo>
                    <a:cubicBezTo>
                      <a:pt x="176166" y="253379"/>
                      <a:pt x="174700" y="251949"/>
                      <a:pt x="173782" y="250185"/>
                    </a:cubicBezTo>
                    <a:cubicBezTo>
                      <a:pt x="172829" y="246490"/>
                      <a:pt x="161863" y="239577"/>
                      <a:pt x="158407" y="234690"/>
                    </a:cubicBezTo>
                    <a:cubicBezTo>
                      <a:pt x="156428" y="232223"/>
                      <a:pt x="154676" y="229600"/>
                      <a:pt x="153162" y="226823"/>
                    </a:cubicBezTo>
                    <a:cubicBezTo>
                      <a:pt x="153663" y="221734"/>
                      <a:pt x="152352" y="216620"/>
                      <a:pt x="149467" y="212401"/>
                    </a:cubicBezTo>
                    <a:cubicBezTo>
                      <a:pt x="144747" y="207204"/>
                      <a:pt x="142256" y="200351"/>
                      <a:pt x="142554" y="193330"/>
                    </a:cubicBezTo>
                    <a:cubicBezTo>
                      <a:pt x="142554" y="184748"/>
                      <a:pt x="139336" y="178431"/>
                      <a:pt x="139336" y="173663"/>
                    </a:cubicBezTo>
                    <a:cubicBezTo>
                      <a:pt x="139336" y="168896"/>
                      <a:pt x="147799" y="159837"/>
                      <a:pt x="151255" y="149825"/>
                    </a:cubicBezTo>
                    <a:cubicBezTo>
                      <a:pt x="154008" y="143996"/>
                      <a:pt x="158085" y="138895"/>
                      <a:pt x="163174" y="134926"/>
                    </a:cubicBezTo>
                    <a:cubicBezTo>
                      <a:pt x="160147" y="129455"/>
                      <a:pt x="157751" y="123650"/>
                      <a:pt x="156023" y="117643"/>
                    </a:cubicBezTo>
                    <a:cubicBezTo>
                      <a:pt x="153281" y="108346"/>
                      <a:pt x="145415" y="105724"/>
                      <a:pt x="136237" y="97023"/>
                    </a:cubicBezTo>
                    <a:cubicBezTo>
                      <a:pt x="130826" y="93244"/>
                      <a:pt x="128549" y="86355"/>
                      <a:pt x="130635" y="80097"/>
                    </a:cubicBezTo>
                    <a:cubicBezTo>
                      <a:pt x="130635" y="76521"/>
                      <a:pt x="142554" y="76521"/>
                      <a:pt x="151136" y="77237"/>
                    </a:cubicBezTo>
                    <a:cubicBezTo>
                      <a:pt x="159718" y="77952"/>
                      <a:pt x="164605" y="75806"/>
                      <a:pt x="161029" y="73661"/>
                    </a:cubicBezTo>
                    <a:cubicBezTo>
                      <a:pt x="154462" y="65127"/>
                      <a:pt x="150969" y="54626"/>
                      <a:pt x="151136" y="43863"/>
                    </a:cubicBezTo>
                    <a:cubicBezTo>
                      <a:pt x="151851" y="32539"/>
                      <a:pt x="147560" y="29083"/>
                      <a:pt x="148275" y="22646"/>
                    </a:cubicBezTo>
                    <a:cubicBezTo>
                      <a:pt x="148991" y="16210"/>
                      <a:pt x="140528" y="0"/>
                      <a:pt x="133376" y="0"/>
                    </a:cubicBezTo>
                    <a:lnTo>
                      <a:pt x="132065" y="0"/>
                    </a:lnTo>
                    <a:cubicBezTo>
                      <a:pt x="131159" y="4267"/>
                      <a:pt x="130671" y="8630"/>
                      <a:pt x="130635" y="12992"/>
                    </a:cubicBezTo>
                    <a:cubicBezTo>
                      <a:pt x="130635" y="16449"/>
                      <a:pt x="136237" y="21455"/>
                      <a:pt x="140528" y="22885"/>
                    </a:cubicBezTo>
                    <a:cubicBezTo>
                      <a:pt x="144819" y="24315"/>
                      <a:pt x="142673" y="31348"/>
                      <a:pt x="141958" y="37784"/>
                    </a:cubicBezTo>
                    <a:cubicBezTo>
                      <a:pt x="141243" y="44220"/>
                      <a:pt x="130039" y="42671"/>
                      <a:pt x="127774" y="45532"/>
                    </a:cubicBezTo>
                    <a:cubicBezTo>
                      <a:pt x="121815" y="53541"/>
                      <a:pt x="117035" y="62373"/>
                      <a:pt x="113590" y="71754"/>
                    </a:cubicBezTo>
                    <a:cubicBezTo>
                      <a:pt x="114305" y="75330"/>
                      <a:pt x="111445" y="85938"/>
                      <a:pt x="107869" y="87368"/>
                    </a:cubicBezTo>
                    <a:cubicBezTo>
                      <a:pt x="104293" y="88798"/>
                      <a:pt x="105128" y="96546"/>
                      <a:pt x="105128" y="100122"/>
                    </a:cubicBezTo>
                    <a:cubicBezTo>
                      <a:pt x="105128" y="103697"/>
                      <a:pt x="93209" y="108584"/>
                      <a:pt x="93209" y="114305"/>
                    </a:cubicBezTo>
                    <a:cubicBezTo>
                      <a:pt x="88632" y="127166"/>
                      <a:pt x="82720" y="139503"/>
                      <a:pt x="75568" y="151136"/>
                    </a:cubicBezTo>
                    <a:cubicBezTo>
                      <a:pt x="71277" y="158883"/>
                      <a:pt x="66986" y="168896"/>
                      <a:pt x="65675" y="161744"/>
                    </a:cubicBezTo>
                    <a:cubicBezTo>
                      <a:pt x="64364" y="154593"/>
                      <a:pt x="53756" y="146130"/>
                      <a:pt x="48630" y="149825"/>
                    </a:cubicBezTo>
                    <a:cubicBezTo>
                      <a:pt x="43505" y="153520"/>
                      <a:pt x="36711" y="151255"/>
                      <a:pt x="34447" y="151970"/>
                    </a:cubicBezTo>
                    <a:cubicBezTo>
                      <a:pt x="24816" y="160171"/>
                      <a:pt x="15662" y="168931"/>
                      <a:pt x="7032" y="178193"/>
                    </a:cubicBezTo>
                    <a:cubicBezTo>
                      <a:pt x="5471" y="186929"/>
                      <a:pt x="3123" y="195511"/>
                      <a:pt x="0" y="203819"/>
                    </a:cubicBezTo>
                    <a:cubicBezTo>
                      <a:pt x="3898" y="207824"/>
                      <a:pt x="7259" y="212305"/>
                      <a:pt x="10012" y="217169"/>
                    </a:cubicBezTo>
                    <a:cubicBezTo>
                      <a:pt x="15018" y="224201"/>
                      <a:pt x="24554" y="218956"/>
                      <a:pt x="28368" y="221102"/>
                    </a:cubicBezTo>
                    <a:cubicBezTo>
                      <a:pt x="33505" y="227932"/>
                      <a:pt x="35925" y="236430"/>
                      <a:pt x="35162" y="244940"/>
                    </a:cubicBezTo>
                    <a:cubicBezTo>
                      <a:pt x="33731" y="249351"/>
                      <a:pt x="27891" y="260554"/>
                      <a:pt x="30633" y="266156"/>
                    </a:cubicBezTo>
                    <a:lnTo>
                      <a:pt x="63768" y="266156"/>
                    </a:ln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54" name="Freeform: Shape 53">
                <a:extLst>
                  <a:ext uri="{FF2B5EF4-FFF2-40B4-BE49-F238E27FC236}">
                    <a16:creationId xmlns:a16="http://schemas.microsoft.com/office/drawing/2014/main" id="{100FEAD2-1379-4B86-9670-FA0DCA71CF7F}"/>
                  </a:ext>
                </a:extLst>
              </p:cNvPr>
              <p:cNvSpPr/>
              <p:nvPr/>
            </p:nvSpPr>
            <p:spPr>
              <a:xfrm>
                <a:off x="4062840" y="8357919"/>
                <a:ext cx="145968" cy="149305"/>
              </a:xfrm>
              <a:custGeom>
                <a:avLst/>
                <a:gdLst>
                  <a:gd name="connsiteX0" fmla="*/ 137983 w 145968"/>
                  <a:gd name="connsiteY0" fmla="*/ 125348 h 149305"/>
                  <a:gd name="connsiteX1" fmla="*/ 127971 w 145968"/>
                  <a:gd name="connsiteY1" fmla="*/ 98768 h 149305"/>
                  <a:gd name="connsiteX2" fmla="*/ 137029 w 145968"/>
                  <a:gd name="connsiteY2" fmla="*/ 74929 h 149305"/>
                  <a:gd name="connsiteX3" fmla="*/ 145969 w 145968"/>
                  <a:gd name="connsiteY3" fmla="*/ 58957 h 149305"/>
                  <a:gd name="connsiteX4" fmla="*/ 137625 w 145968"/>
                  <a:gd name="connsiteY4" fmla="*/ 21770 h 149305"/>
                  <a:gd name="connsiteX5" fmla="*/ 133215 w 145968"/>
                  <a:gd name="connsiteY5" fmla="*/ 19505 h 149305"/>
                  <a:gd name="connsiteX6" fmla="*/ 104967 w 145968"/>
                  <a:gd name="connsiteY6" fmla="*/ 22962 h 149305"/>
                  <a:gd name="connsiteX7" fmla="*/ 83631 w 145968"/>
                  <a:gd name="connsiteY7" fmla="*/ 13069 h 149305"/>
                  <a:gd name="connsiteX8" fmla="*/ 65275 w 145968"/>
                  <a:gd name="connsiteY8" fmla="*/ 6751 h 149305"/>
                  <a:gd name="connsiteX9" fmla="*/ 56694 w 145968"/>
                  <a:gd name="connsiteY9" fmla="*/ 3891 h 149305"/>
                  <a:gd name="connsiteX10" fmla="*/ 44774 w 145968"/>
                  <a:gd name="connsiteY10" fmla="*/ 5321 h 149305"/>
                  <a:gd name="connsiteX11" fmla="*/ 31305 w 145968"/>
                  <a:gd name="connsiteY11" fmla="*/ 11638 h 149305"/>
                  <a:gd name="connsiteX12" fmla="*/ 19386 w 145968"/>
                  <a:gd name="connsiteY12" fmla="*/ 8062 h 149305"/>
                  <a:gd name="connsiteX13" fmla="*/ 11281 w 145968"/>
                  <a:gd name="connsiteY13" fmla="*/ 10089 h 149305"/>
                  <a:gd name="connsiteX14" fmla="*/ 11281 w 145968"/>
                  <a:gd name="connsiteY14" fmla="*/ 29159 h 149305"/>
                  <a:gd name="connsiteX15" fmla="*/ 15453 w 145968"/>
                  <a:gd name="connsiteY15" fmla="*/ 40363 h 149305"/>
                  <a:gd name="connsiteX16" fmla="*/ 19744 w 145968"/>
                  <a:gd name="connsiteY16" fmla="*/ 55263 h 149305"/>
                  <a:gd name="connsiteX17" fmla="*/ 8540 w 145968"/>
                  <a:gd name="connsiteY17" fmla="*/ 56812 h 149305"/>
                  <a:gd name="connsiteX18" fmla="*/ 10685 w 145968"/>
                  <a:gd name="connsiteY18" fmla="*/ 71234 h 149305"/>
                  <a:gd name="connsiteX19" fmla="*/ 3772 w 145968"/>
                  <a:gd name="connsiteY19" fmla="*/ 84465 h 149305"/>
                  <a:gd name="connsiteX20" fmla="*/ 1150 w 145968"/>
                  <a:gd name="connsiteY20" fmla="*/ 101509 h 149305"/>
                  <a:gd name="connsiteX21" fmla="*/ 9136 w 145968"/>
                  <a:gd name="connsiteY21" fmla="*/ 108899 h 149305"/>
                  <a:gd name="connsiteX22" fmla="*/ 27730 w 145968"/>
                  <a:gd name="connsiteY22" fmla="*/ 127016 h 149305"/>
                  <a:gd name="connsiteX23" fmla="*/ 20698 w 145968"/>
                  <a:gd name="connsiteY23" fmla="*/ 149305 h 149305"/>
                  <a:gd name="connsiteX24" fmla="*/ 91379 w 145968"/>
                  <a:gd name="connsiteY24" fmla="*/ 133930 h 149305"/>
                  <a:gd name="connsiteX25" fmla="*/ 137864 w 145968"/>
                  <a:gd name="connsiteY25" fmla="*/ 136552 h 149305"/>
                  <a:gd name="connsiteX26" fmla="*/ 137983 w 145968"/>
                  <a:gd name="connsiteY26" fmla="*/ 125348 h 1493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145968" h="149305">
                    <a:moveTo>
                      <a:pt x="137983" y="125348"/>
                    </a:moveTo>
                    <a:cubicBezTo>
                      <a:pt x="133048" y="117171"/>
                      <a:pt x="129663" y="108160"/>
                      <a:pt x="127971" y="98768"/>
                    </a:cubicBezTo>
                    <a:cubicBezTo>
                      <a:pt x="127971" y="94477"/>
                      <a:pt x="137506" y="81723"/>
                      <a:pt x="137029" y="74929"/>
                    </a:cubicBezTo>
                    <a:cubicBezTo>
                      <a:pt x="136553" y="68135"/>
                      <a:pt x="145969" y="64321"/>
                      <a:pt x="145969" y="58957"/>
                    </a:cubicBezTo>
                    <a:cubicBezTo>
                      <a:pt x="145158" y="46204"/>
                      <a:pt x="142345" y="33653"/>
                      <a:pt x="137625" y="21770"/>
                    </a:cubicBezTo>
                    <a:cubicBezTo>
                      <a:pt x="135921" y="21603"/>
                      <a:pt x="134348" y="20792"/>
                      <a:pt x="133215" y="19505"/>
                    </a:cubicBezTo>
                    <a:cubicBezTo>
                      <a:pt x="123930" y="15059"/>
                      <a:pt x="112905" y="16418"/>
                      <a:pt x="104967" y="22962"/>
                    </a:cubicBezTo>
                    <a:cubicBezTo>
                      <a:pt x="98530" y="30113"/>
                      <a:pt x="85777" y="16644"/>
                      <a:pt x="83631" y="13069"/>
                    </a:cubicBezTo>
                    <a:cubicBezTo>
                      <a:pt x="81486" y="9493"/>
                      <a:pt x="71712" y="1745"/>
                      <a:pt x="65275" y="6751"/>
                    </a:cubicBezTo>
                    <a:cubicBezTo>
                      <a:pt x="58839" y="11757"/>
                      <a:pt x="55978" y="10208"/>
                      <a:pt x="56694" y="3891"/>
                    </a:cubicBezTo>
                    <a:cubicBezTo>
                      <a:pt x="57409" y="-2427"/>
                      <a:pt x="46086" y="-400"/>
                      <a:pt x="44774" y="5321"/>
                    </a:cubicBezTo>
                    <a:cubicBezTo>
                      <a:pt x="43463" y="11042"/>
                      <a:pt x="34166" y="15929"/>
                      <a:pt x="31305" y="11638"/>
                    </a:cubicBezTo>
                    <a:cubicBezTo>
                      <a:pt x="28445" y="7347"/>
                      <a:pt x="22128" y="1745"/>
                      <a:pt x="19386" y="8062"/>
                    </a:cubicBezTo>
                    <a:cubicBezTo>
                      <a:pt x="17479" y="12592"/>
                      <a:pt x="14142" y="12115"/>
                      <a:pt x="11281" y="10089"/>
                    </a:cubicBezTo>
                    <a:cubicBezTo>
                      <a:pt x="9493" y="17955"/>
                      <a:pt x="7348" y="27014"/>
                      <a:pt x="11281" y="29159"/>
                    </a:cubicBezTo>
                    <a:cubicBezTo>
                      <a:pt x="15167" y="31424"/>
                      <a:pt x="16919" y="36108"/>
                      <a:pt x="15453" y="40363"/>
                    </a:cubicBezTo>
                    <a:cubicBezTo>
                      <a:pt x="14500" y="43582"/>
                      <a:pt x="23439" y="51568"/>
                      <a:pt x="19744" y="55263"/>
                    </a:cubicBezTo>
                    <a:cubicBezTo>
                      <a:pt x="16049" y="58957"/>
                      <a:pt x="11281" y="51568"/>
                      <a:pt x="8540" y="56812"/>
                    </a:cubicBezTo>
                    <a:cubicBezTo>
                      <a:pt x="5798" y="62057"/>
                      <a:pt x="13903" y="66944"/>
                      <a:pt x="10685" y="71234"/>
                    </a:cubicBezTo>
                    <a:cubicBezTo>
                      <a:pt x="7467" y="75525"/>
                      <a:pt x="2699" y="76002"/>
                      <a:pt x="3772" y="84465"/>
                    </a:cubicBezTo>
                    <a:cubicBezTo>
                      <a:pt x="4845" y="92927"/>
                      <a:pt x="4368" y="98768"/>
                      <a:pt x="1150" y="101509"/>
                    </a:cubicBezTo>
                    <a:cubicBezTo>
                      <a:pt x="-2068" y="104251"/>
                      <a:pt x="1746" y="104131"/>
                      <a:pt x="9136" y="108899"/>
                    </a:cubicBezTo>
                    <a:cubicBezTo>
                      <a:pt x="16526" y="113667"/>
                      <a:pt x="28803" y="119031"/>
                      <a:pt x="27730" y="127016"/>
                    </a:cubicBezTo>
                    <a:cubicBezTo>
                      <a:pt x="26657" y="135002"/>
                      <a:pt x="23558" y="135956"/>
                      <a:pt x="20698" y="149305"/>
                    </a:cubicBezTo>
                    <a:cubicBezTo>
                      <a:pt x="35001" y="149305"/>
                      <a:pt x="60865" y="139055"/>
                      <a:pt x="91379" y="133930"/>
                    </a:cubicBezTo>
                    <a:cubicBezTo>
                      <a:pt x="106874" y="131271"/>
                      <a:pt x="122762" y="132166"/>
                      <a:pt x="137864" y="136552"/>
                    </a:cubicBezTo>
                    <a:cubicBezTo>
                      <a:pt x="138817" y="132976"/>
                      <a:pt x="139652" y="127970"/>
                      <a:pt x="137983" y="125348"/>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55" name="Freeform: Shape 54">
                <a:extLst>
                  <a:ext uri="{FF2B5EF4-FFF2-40B4-BE49-F238E27FC236}">
                    <a16:creationId xmlns:a16="http://schemas.microsoft.com/office/drawing/2014/main" id="{12300E1C-F273-48C1-A15D-67E10188146A}"/>
                  </a:ext>
                </a:extLst>
              </p:cNvPr>
              <p:cNvSpPr/>
              <p:nvPr/>
            </p:nvSpPr>
            <p:spPr>
              <a:xfrm>
                <a:off x="4191288" y="8347626"/>
                <a:ext cx="102147" cy="154830"/>
              </a:xfrm>
              <a:custGeom>
                <a:avLst/>
                <a:gdLst>
                  <a:gd name="connsiteX0" fmla="*/ 86057 w 102147"/>
                  <a:gd name="connsiteY0" fmla="*/ 63291 h 154830"/>
                  <a:gd name="connsiteX1" fmla="*/ 86057 w 102147"/>
                  <a:gd name="connsiteY1" fmla="*/ 29798 h 154830"/>
                  <a:gd name="connsiteX2" fmla="*/ 80216 w 102147"/>
                  <a:gd name="connsiteY2" fmla="*/ 15495 h 154830"/>
                  <a:gd name="connsiteX3" fmla="*/ 75449 w 102147"/>
                  <a:gd name="connsiteY3" fmla="*/ 0 h 154830"/>
                  <a:gd name="connsiteX4" fmla="*/ 69012 w 102147"/>
                  <a:gd name="connsiteY4" fmla="*/ 5840 h 154830"/>
                  <a:gd name="connsiteX5" fmla="*/ 8820 w 102147"/>
                  <a:gd name="connsiteY5" fmla="*/ 4529 h 154830"/>
                  <a:gd name="connsiteX6" fmla="*/ 13111 w 102147"/>
                  <a:gd name="connsiteY6" fmla="*/ 28368 h 154830"/>
                  <a:gd name="connsiteX7" fmla="*/ 9655 w 102147"/>
                  <a:gd name="connsiteY7" fmla="*/ 32778 h 154830"/>
                  <a:gd name="connsiteX8" fmla="*/ 17998 w 102147"/>
                  <a:gd name="connsiteY8" fmla="*/ 69966 h 154830"/>
                  <a:gd name="connsiteX9" fmla="*/ 9058 w 102147"/>
                  <a:gd name="connsiteY9" fmla="*/ 85938 h 154830"/>
                  <a:gd name="connsiteX10" fmla="*/ 0 w 102147"/>
                  <a:gd name="connsiteY10" fmla="*/ 109776 h 154830"/>
                  <a:gd name="connsiteX11" fmla="*/ 10012 w 102147"/>
                  <a:gd name="connsiteY11" fmla="*/ 136356 h 154830"/>
                  <a:gd name="connsiteX12" fmla="*/ 10012 w 102147"/>
                  <a:gd name="connsiteY12" fmla="*/ 148275 h 154830"/>
                  <a:gd name="connsiteX13" fmla="*/ 28010 w 102147"/>
                  <a:gd name="connsiteY13" fmla="*/ 154831 h 154830"/>
                  <a:gd name="connsiteX14" fmla="*/ 74376 w 102147"/>
                  <a:gd name="connsiteY14" fmla="*/ 135999 h 154830"/>
                  <a:gd name="connsiteX15" fmla="*/ 102148 w 102147"/>
                  <a:gd name="connsiteY15" fmla="*/ 124079 h 154830"/>
                  <a:gd name="connsiteX16" fmla="*/ 93328 w 102147"/>
                  <a:gd name="connsiteY16" fmla="*/ 96427 h 154830"/>
                  <a:gd name="connsiteX17" fmla="*/ 86057 w 102147"/>
                  <a:gd name="connsiteY17" fmla="*/ 63291 h 1548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2147" h="154830">
                    <a:moveTo>
                      <a:pt x="86057" y="63291"/>
                    </a:moveTo>
                    <a:cubicBezTo>
                      <a:pt x="84269" y="52194"/>
                      <a:pt x="84269" y="40895"/>
                      <a:pt x="86057" y="29798"/>
                    </a:cubicBezTo>
                    <a:cubicBezTo>
                      <a:pt x="87237" y="24280"/>
                      <a:pt x="84925" y="18606"/>
                      <a:pt x="80216" y="15495"/>
                    </a:cubicBezTo>
                    <a:cubicBezTo>
                      <a:pt x="78190" y="14303"/>
                      <a:pt x="76521" y="6794"/>
                      <a:pt x="75449" y="0"/>
                    </a:cubicBezTo>
                    <a:cubicBezTo>
                      <a:pt x="71158" y="1907"/>
                      <a:pt x="70800" y="8820"/>
                      <a:pt x="69012" y="5840"/>
                    </a:cubicBezTo>
                    <a:cubicBezTo>
                      <a:pt x="67224" y="2861"/>
                      <a:pt x="11681" y="238"/>
                      <a:pt x="8820" y="4529"/>
                    </a:cubicBezTo>
                    <a:cubicBezTo>
                      <a:pt x="5960" y="8820"/>
                      <a:pt x="13826" y="24315"/>
                      <a:pt x="13111" y="28368"/>
                    </a:cubicBezTo>
                    <a:cubicBezTo>
                      <a:pt x="13111" y="30871"/>
                      <a:pt x="11442" y="32659"/>
                      <a:pt x="9655" y="32778"/>
                    </a:cubicBezTo>
                    <a:cubicBezTo>
                      <a:pt x="14375" y="44661"/>
                      <a:pt x="17187" y="57212"/>
                      <a:pt x="17998" y="69966"/>
                    </a:cubicBezTo>
                    <a:cubicBezTo>
                      <a:pt x="17998" y="75330"/>
                      <a:pt x="8463" y="79501"/>
                      <a:pt x="9058" y="85938"/>
                    </a:cubicBezTo>
                    <a:cubicBezTo>
                      <a:pt x="9655" y="92374"/>
                      <a:pt x="477" y="105008"/>
                      <a:pt x="0" y="109776"/>
                    </a:cubicBezTo>
                    <a:cubicBezTo>
                      <a:pt x="1693" y="119169"/>
                      <a:pt x="5078" y="128179"/>
                      <a:pt x="10012" y="136356"/>
                    </a:cubicBezTo>
                    <a:cubicBezTo>
                      <a:pt x="11681" y="138502"/>
                      <a:pt x="10847" y="143508"/>
                      <a:pt x="10012" y="148275"/>
                    </a:cubicBezTo>
                    <a:cubicBezTo>
                      <a:pt x="19667" y="151136"/>
                      <a:pt x="25984" y="154354"/>
                      <a:pt x="28010" y="154831"/>
                    </a:cubicBezTo>
                    <a:cubicBezTo>
                      <a:pt x="44125" y="150314"/>
                      <a:pt x="59680" y="143996"/>
                      <a:pt x="74376" y="135999"/>
                    </a:cubicBezTo>
                    <a:cubicBezTo>
                      <a:pt x="84031" y="131231"/>
                      <a:pt x="94758" y="128251"/>
                      <a:pt x="102148" y="124079"/>
                    </a:cubicBezTo>
                    <a:cubicBezTo>
                      <a:pt x="97320" y="115581"/>
                      <a:pt x="94317" y="106153"/>
                      <a:pt x="93328" y="96427"/>
                    </a:cubicBezTo>
                    <a:cubicBezTo>
                      <a:pt x="92898" y="85032"/>
                      <a:pt x="90443" y="73816"/>
                      <a:pt x="86057" y="63291"/>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56" name="Freeform: Shape 55">
                <a:extLst>
                  <a:ext uri="{FF2B5EF4-FFF2-40B4-BE49-F238E27FC236}">
                    <a16:creationId xmlns:a16="http://schemas.microsoft.com/office/drawing/2014/main" id="{E99E664A-CB3B-489D-AF1A-D7AECAFBD0DE}"/>
                  </a:ext>
                </a:extLst>
              </p:cNvPr>
              <p:cNvSpPr/>
              <p:nvPr/>
            </p:nvSpPr>
            <p:spPr>
              <a:xfrm>
                <a:off x="3904869" y="8308531"/>
                <a:ext cx="178973" cy="134327"/>
              </a:xfrm>
              <a:custGeom>
                <a:avLst/>
                <a:gdLst>
                  <a:gd name="connsiteX0" fmla="*/ 60192 w 178973"/>
                  <a:gd name="connsiteY0" fmla="*/ 73184 h 134327"/>
                  <a:gd name="connsiteX1" fmla="*/ 71277 w 178973"/>
                  <a:gd name="connsiteY1" fmla="*/ 70443 h 134327"/>
                  <a:gd name="connsiteX2" fmla="*/ 89394 w 178973"/>
                  <a:gd name="connsiteY2" fmla="*/ 66748 h 134327"/>
                  <a:gd name="connsiteX3" fmla="*/ 108584 w 178973"/>
                  <a:gd name="connsiteY3" fmla="*/ 90586 h 134327"/>
                  <a:gd name="connsiteX4" fmla="*/ 111683 w 178973"/>
                  <a:gd name="connsiteY4" fmla="*/ 104889 h 134327"/>
                  <a:gd name="connsiteX5" fmla="*/ 112518 w 178973"/>
                  <a:gd name="connsiteY5" fmla="*/ 106558 h 134327"/>
                  <a:gd name="connsiteX6" fmla="*/ 129800 w 178973"/>
                  <a:gd name="connsiteY6" fmla="*/ 103578 h 134327"/>
                  <a:gd name="connsiteX7" fmla="*/ 136594 w 178973"/>
                  <a:gd name="connsiteY7" fmla="*/ 123960 h 134327"/>
                  <a:gd name="connsiteX8" fmla="*/ 148514 w 178973"/>
                  <a:gd name="connsiteY8" fmla="*/ 132304 h 134327"/>
                  <a:gd name="connsiteX9" fmla="*/ 157930 w 178973"/>
                  <a:gd name="connsiteY9" fmla="*/ 125033 h 134327"/>
                  <a:gd name="connsiteX10" fmla="*/ 162698 w 178973"/>
                  <a:gd name="connsiteY10" fmla="*/ 128609 h 134327"/>
                  <a:gd name="connsiteX11" fmla="*/ 169015 w 178973"/>
                  <a:gd name="connsiteY11" fmla="*/ 121457 h 134327"/>
                  <a:gd name="connsiteX12" fmla="*/ 166869 w 178973"/>
                  <a:gd name="connsiteY12" fmla="*/ 107035 h 134327"/>
                  <a:gd name="connsiteX13" fmla="*/ 178074 w 178973"/>
                  <a:gd name="connsiteY13" fmla="*/ 105485 h 134327"/>
                  <a:gd name="connsiteX14" fmla="*/ 173782 w 178973"/>
                  <a:gd name="connsiteY14" fmla="*/ 90586 h 134327"/>
                  <a:gd name="connsiteX15" fmla="*/ 169611 w 178973"/>
                  <a:gd name="connsiteY15" fmla="*/ 79382 h 134327"/>
                  <a:gd name="connsiteX16" fmla="*/ 169611 w 178973"/>
                  <a:gd name="connsiteY16" fmla="*/ 60311 h 134327"/>
                  <a:gd name="connsiteX17" fmla="*/ 166393 w 178973"/>
                  <a:gd name="connsiteY17" fmla="*/ 56974 h 134327"/>
                  <a:gd name="connsiteX18" fmla="*/ 160790 w 178973"/>
                  <a:gd name="connsiteY18" fmla="*/ 43505 h 134327"/>
                  <a:gd name="connsiteX19" fmla="*/ 160790 w 178973"/>
                  <a:gd name="connsiteY19" fmla="*/ 34923 h 134327"/>
                  <a:gd name="connsiteX20" fmla="*/ 152209 w 178973"/>
                  <a:gd name="connsiteY20" fmla="*/ 23600 h 134327"/>
                  <a:gd name="connsiteX21" fmla="*/ 143031 w 178973"/>
                  <a:gd name="connsiteY21" fmla="*/ 5840 h 134327"/>
                  <a:gd name="connsiteX22" fmla="*/ 125986 w 178973"/>
                  <a:gd name="connsiteY22" fmla="*/ 17760 h 134327"/>
                  <a:gd name="connsiteX23" fmla="*/ 109776 w 178973"/>
                  <a:gd name="connsiteY23" fmla="*/ 16329 h 134327"/>
                  <a:gd name="connsiteX24" fmla="*/ 96307 w 178973"/>
                  <a:gd name="connsiteY24" fmla="*/ 18475 h 134327"/>
                  <a:gd name="connsiteX25" fmla="*/ 89156 w 178973"/>
                  <a:gd name="connsiteY25" fmla="*/ 12039 h 134327"/>
                  <a:gd name="connsiteX26" fmla="*/ 89156 w 178973"/>
                  <a:gd name="connsiteY26" fmla="*/ 8105 h 134327"/>
                  <a:gd name="connsiteX27" fmla="*/ 86533 w 178973"/>
                  <a:gd name="connsiteY27" fmla="*/ 9059 h 134327"/>
                  <a:gd name="connsiteX28" fmla="*/ 51491 w 178973"/>
                  <a:gd name="connsiteY28" fmla="*/ 6913 h 134327"/>
                  <a:gd name="connsiteX29" fmla="*/ 34446 w 178973"/>
                  <a:gd name="connsiteY29" fmla="*/ 0 h 134327"/>
                  <a:gd name="connsiteX30" fmla="*/ 29202 w 178973"/>
                  <a:gd name="connsiteY30" fmla="*/ 11085 h 134327"/>
                  <a:gd name="connsiteX31" fmla="*/ 30751 w 178973"/>
                  <a:gd name="connsiteY31" fmla="*/ 22289 h 134327"/>
                  <a:gd name="connsiteX32" fmla="*/ 22289 w 178973"/>
                  <a:gd name="connsiteY32" fmla="*/ 25984 h 134327"/>
                  <a:gd name="connsiteX33" fmla="*/ 2622 w 178973"/>
                  <a:gd name="connsiteY33" fmla="*/ 37903 h 134327"/>
                  <a:gd name="connsiteX34" fmla="*/ 0 w 178973"/>
                  <a:gd name="connsiteY34" fmla="*/ 40526 h 134327"/>
                  <a:gd name="connsiteX35" fmla="*/ 17164 w 178973"/>
                  <a:gd name="connsiteY35" fmla="*/ 61503 h 134327"/>
                  <a:gd name="connsiteX36" fmla="*/ 44101 w 178973"/>
                  <a:gd name="connsiteY36" fmla="*/ 90944 h 134327"/>
                  <a:gd name="connsiteX37" fmla="*/ 60192 w 178973"/>
                  <a:gd name="connsiteY37" fmla="*/ 73184 h 134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Lst>
                <a:rect l="l" t="t" r="r" b="b"/>
                <a:pathLst>
                  <a:path w="178973" h="134327">
                    <a:moveTo>
                      <a:pt x="60192" y="73184"/>
                    </a:moveTo>
                    <a:cubicBezTo>
                      <a:pt x="60192" y="67344"/>
                      <a:pt x="65437" y="69370"/>
                      <a:pt x="71277" y="70443"/>
                    </a:cubicBezTo>
                    <a:cubicBezTo>
                      <a:pt x="77118" y="71515"/>
                      <a:pt x="84031" y="66748"/>
                      <a:pt x="89394" y="66748"/>
                    </a:cubicBezTo>
                    <a:cubicBezTo>
                      <a:pt x="94758" y="66748"/>
                      <a:pt x="108584" y="85342"/>
                      <a:pt x="108584" y="90586"/>
                    </a:cubicBezTo>
                    <a:cubicBezTo>
                      <a:pt x="108227" y="95556"/>
                      <a:pt x="109311" y="100515"/>
                      <a:pt x="111683" y="104889"/>
                    </a:cubicBezTo>
                    <a:lnTo>
                      <a:pt x="112518" y="106558"/>
                    </a:lnTo>
                    <a:cubicBezTo>
                      <a:pt x="118203" y="105175"/>
                      <a:pt x="123984" y="104174"/>
                      <a:pt x="129800" y="103578"/>
                    </a:cubicBezTo>
                    <a:cubicBezTo>
                      <a:pt x="132423" y="103578"/>
                      <a:pt x="137667" y="116093"/>
                      <a:pt x="136594" y="123960"/>
                    </a:cubicBezTo>
                    <a:cubicBezTo>
                      <a:pt x="135522" y="131827"/>
                      <a:pt x="144461" y="137548"/>
                      <a:pt x="148514" y="132304"/>
                    </a:cubicBezTo>
                    <a:cubicBezTo>
                      <a:pt x="152566" y="127059"/>
                      <a:pt x="156857" y="120384"/>
                      <a:pt x="157930" y="125033"/>
                    </a:cubicBezTo>
                    <a:cubicBezTo>
                      <a:pt x="157930" y="126463"/>
                      <a:pt x="160195" y="127655"/>
                      <a:pt x="162698" y="128609"/>
                    </a:cubicBezTo>
                    <a:cubicBezTo>
                      <a:pt x="164009" y="125510"/>
                      <a:pt x="166869" y="124318"/>
                      <a:pt x="169015" y="121457"/>
                    </a:cubicBezTo>
                    <a:cubicBezTo>
                      <a:pt x="171160" y="118596"/>
                      <a:pt x="164247" y="112398"/>
                      <a:pt x="166869" y="107035"/>
                    </a:cubicBezTo>
                    <a:cubicBezTo>
                      <a:pt x="169492" y="101671"/>
                      <a:pt x="174378" y="109180"/>
                      <a:pt x="178074" y="105485"/>
                    </a:cubicBezTo>
                    <a:cubicBezTo>
                      <a:pt x="181768" y="101790"/>
                      <a:pt x="172829" y="93566"/>
                      <a:pt x="173782" y="90586"/>
                    </a:cubicBezTo>
                    <a:cubicBezTo>
                      <a:pt x="175249" y="86331"/>
                      <a:pt x="173496" y="81647"/>
                      <a:pt x="169611" y="79382"/>
                    </a:cubicBezTo>
                    <a:cubicBezTo>
                      <a:pt x="165677" y="77237"/>
                      <a:pt x="167823" y="68178"/>
                      <a:pt x="169611" y="60311"/>
                    </a:cubicBezTo>
                    <a:cubicBezTo>
                      <a:pt x="168395" y="59346"/>
                      <a:pt x="167310" y="58226"/>
                      <a:pt x="166393" y="56974"/>
                    </a:cubicBezTo>
                    <a:cubicBezTo>
                      <a:pt x="163532" y="52683"/>
                      <a:pt x="165677" y="43505"/>
                      <a:pt x="160790" y="43505"/>
                    </a:cubicBezTo>
                    <a:cubicBezTo>
                      <a:pt x="155904" y="43505"/>
                      <a:pt x="156499" y="36354"/>
                      <a:pt x="160790" y="34923"/>
                    </a:cubicBezTo>
                    <a:cubicBezTo>
                      <a:pt x="165081" y="33493"/>
                      <a:pt x="152209" y="28606"/>
                      <a:pt x="152209" y="23600"/>
                    </a:cubicBezTo>
                    <a:cubicBezTo>
                      <a:pt x="151231" y="16818"/>
                      <a:pt x="148001" y="10560"/>
                      <a:pt x="143031" y="5840"/>
                    </a:cubicBezTo>
                    <a:cubicBezTo>
                      <a:pt x="140170" y="5244"/>
                      <a:pt x="130277" y="17760"/>
                      <a:pt x="125986" y="17760"/>
                    </a:cubicBezTo>
                    <a:cubicBezTo>
                      <a:pt x="121695" y="17760"/>
                      <a:pt x="112518" y="9178"/>
                      <a:pt x="109776" y="16329"/>
                    </a:cubicBezTo>
                    <a:cubicBezTo>
                      <a:pt x="107035" y="23481"/>
                      <a:pt x="100479" y="12754"/>
                      <a:pt x="96307" y="18475"/>
                    </a:cubicBezTo>
                    <a:cubicBezTo>
                      <a:pt x="92136" y="24196"/>
                      <a:pt x="89156" y="12039"/>
                      <a:pt x="89156" y="12039"/>
                    </a:cubicBezTo>
                    <a:cubicBezTo>
                      <a:pt x="89156" y="12039"/>
                      <a:pt x="89156" y="10370"/>
                      <a:pt x="89156" y="8105"/>
                    </a:cubicBezTo>
                    <a:lnTo>
                      <a:pt x="86533" y="9059"/>
                    </a:lnTo>
                    <a:cubicBezTo>
                      <a:pt x="74614" y="13230"/>
                      <a:pt x="52564" y="10608"/>
                      <a:pt x="51491" y="6913"/>
                    </a:cubicBezTo>
                    <a:cubicBezTo>
                      <a:pt x="50418" y="3218"/>
                      <a:pt x="34446" y="0"/>
                      <a:pt x="34446" y="0"/>
                    </a:cubicBezTo>
                    <a:cubicBezTo>
                      <a:pt x="34446" y="0"/>
                      <a:pt x="35043" y="9059"/>
                      <a:pt x="29202" y="11085"/>
                    </a:cubicBezTo>
                    <a:cubicBezTo>
                      <a:pt x="23362" y="13111"/>
                      <a:pt x="30751" y="20144"/>
                      <a:pt x="30751" y="22289"/>
                    </a:cubicBezTo>
                    <a:cubicBezTo>
                      <a:pt x="30751" y="24434"/>
                      <a:pt x="25984" y="27653"/>
                      <a:pt x="22289" y="25984"/>
                    </a:cubicBezTo>
                    <a:cubicBezTo>
                      <a:pt x="18594" y="24315"/>
                      <a:pt x="7866" y="33970"/>
                      <a:pt x="2622" y="37903"/>
                    </a:cubicBezTo>
                    <a:cubicBezTo>
                      <a:pt x="1693" y="38714"/>
                      <a:pt x="810" y="39596"/>
                      <a:pt x="0" y="40526"/>
                    </a:cubicBezTo>
                    <a:cubicBezTo>
                      <a:pt x="8224" y="47081"/>
                      <a:pt x="7509" y="54471"/>
                      <a:pt x="17164" y="61503"/>
                    </a:cubicBezTo>
                    <a:cubicBezTo>
                      <a:pt x="28439" y="68941"/>
                      <a:pt x="37700" y="79048"/>
                      <a:pt x="44101" y="90944"/>
                    </a:cubicBezTo>
                    <a:cubicBezTo>
                      <a:pt x="50537" y="85223"/>
                      <a:pt x="60192" y="77117"/>
                      <a:pt x="60192" y="73184"/>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57" name="Freeform: Shape 56">
                <a:extLst>
                  <a:ext uri="{FF2B5EF4-FFF2-40B4-BE49-F238E27FC236}">
                    <a16:creationId xmlns:a16="http://schemas.microsoft.com/office/drawing/2014/main" id="{930D8AB7-95E1-49C1-AF4E-4B449B71BF1B}"/>
                  </a:ext>
                </a:extLst>
              </p:cNvPr>
              <p:cNvSpPr/>
              <p:nvPr/>
            </p:nvSpPr>
            <p:spPr>
              <a:xfrm>
                <a:off x="3990449" y="8412228"/>
                <a:ext cx="100054" cy="95727"/>
              </a:xfrm>
              <a:custGeom>
                <a:avLst/>
                <a:gdLst>
                  <a:gd name="connsiteX0" fmla="*/ 81885 w 100054"/>
                  <a:gd name="connsiteY0" fmla="*/ 55544 h 95727"/>
                  <a:gd name="connsiteX1" fmla="*/ 73899 w 100054"/>
                  <a:gd name="connsiteY1" fmla="*/ 48154 h 95727"/>
                  <a:gd name="connsiteX2" fmla="*/ 76521 w 100054"/>
                  <a:gd name="connsiteY2" fmla="*/ 31109 h 95727"/>
                  <a:gd name="connsiteX3" fmla="*/ 77118 w 100054"/>
                  <a:gd name="connsiteY3" fmla="*/ 25030 h 95727"/>
                  <a:gd name="connsiteX4" fmla="*/ 72350 w 100054"/>
                  <a:gd name="connsiteY4" fmla="*/ 21455 h 95727"/>
                  <a:gd name="connsiteX5" fmla="*/ 62934 w 100054"/>
                  <a:gd name="connsiteY5" fmla="*/ 28725 h 95727"/>
                  <a:gd name="connsiteX6" fmla="*/ 51014 w 100054"/>
                  <a:gd name="connsiteY6" fmla="*/ 20382 h 95727"/>
                  <a:gd name="connsiteX7" fmla="*/ 44220 w 100054"/>
                  <a:gd name="connsiteY7" fmla="*/ 0 h 95727"/>
                  <a:gd name="connsiteX8" fmla="*/ 26938 w 100054"/>
                  <a:gd name="connsiteY8" fmla="*/ 2980 h 95727"/>
                  <a:gd name="connsiteX9" fmla="*/ 24554 w 100054"/>
                  <a:gd name="connsiteY9" fmla="*/ 14899 h 95727"/>
                  <a:gd name="connsiteX10" fmla="*/ 5363 w 100054"/>
                  <a:gd name="connsiteY10" fmla="*/ 30871 h 95727"/>
                  <a:gd name="connsiteX11" fmla="*/ 0 w 100054"/>
                  <a:gd name="connsiteY11" fmla="*/ 38976 h 95727"/>
                  <a:gd name="connsiteX12" fmla="*/ 31109 w 100054"/>
                  <a:gd name="connsiteY12" fmla="*/ 59715 h 95727"/>
                  <a:gd name="connsiteX13" fmla="*/ 87130 w 100054"/>
                  <a:gd name="connsiteY13" fmla="*/ 94758 h 95727"/>
                  <a:gd name="connsiteX14" fmla="*/ 92970 w 100054"/>
                  <a:gd name="connsiteY14" fmla="*/ 95712 h 95727"/>
                  <a:gd name="connsiteX15" fmla="*/ 100002 w 100054"/>
                  <a:gd name="connsiteY15" fmla="*/ 73423 h 95727"/>
                  <a:gd name="connsiteX16" fmla="*/ 81885 w 100054"/>
                  <a:gd name="connsiteY16" fmla="*/ 55544 h 957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00054" h="95727">
                    <a:moveTo>
                      <a:pt x="81885" y="55544"/>
                    </a:moveTo>
                    <a:cubicBezTo>
                      <a:pt x="74495" y="50776"/>
                      <a:pt x="70681" y="50776"/>
                      <a:pt x="73899" y="48154"/>
                    </a:cubicBezTo>
                    <a:cubicBezTo>
                      <a:pt x="77118" y="45532"/>
                      <a:pt x="77594" y="39572"/>
                      <a:pt x="76521" y="31109"/>
                    </a:cubicBezTo>
                    <a:cubicBezTo>
                      <a:pt x="76235" y="29059"/>
                      <a:pt x="76438" y="26985"/>
                      <a:pt x="77118" y="25030"/>
                    </a:cubicBezTo>
                    <a:cubicBezTo>
                      <a:pt x="74615" y="24077"/>
                      <a:pt x="72707" y="22885"/>
                      <a:pt x="72350" y="21455"/>
                    </a:cubicBezTo>
                    <a:cubicBezTo>
                      <a:pt x="71277" y="16687"/>
                      <a:pt x="66629" y="23481"/>
                      <a:pt x="62934" y="28725"/>
                    </a:cubicBezTo>
                    <a:cubicBezTo>
                      <a:pt x="59239" y="33970"/>
                      <a:pt x="50418" y="28725"/>
                      <a:pt x="51014" y="20382"/>
                    </a:cubicBezTo>
                    <a:cubicBezTo>
                      <a:pt x="51610" y="12039"/>
                      <a:pt x="46843" y="0"/>
                      <a:pt x="44220" y="0"/>
                    </a:cubicBezTo>
                    <a:cubicBezTo>
                      <a:pt x="38404" y="596"/>
                      <a:pt x="32623" y="1597"/>
                      <a:pt x="26938" y="2980"/>
                    </a:cubicBezTo>
                    <a:cubicBezTo>
                      <a:pt x="28010" y="6794"/>
                      <a:pt x="25507" y="10966"/>
                      <a:pt x="24554" y="14899"/>
                    </a:cubicBezTo>
                    <a:cubicBezTo>
                      <a:pt x="23600" y="18832"/>
                      <a:pt x="10727" y="26818"/>
                      <a:pt x="5363" y="30871"/>
                    </a:cubicBezTo>
                    <a:cubicBezTo>
                      <a:pt x="3170" y="33279"/>
                      <a:pt x="1371" y="36020"/>
                      <a:pt x="0" y="38976"/>
                    </a:cubicBezTo>
                    <a:cubicBezTo>
                      <a:pt x="10012" y="45293"/>
                      <a:pt x="21574" y="52564"/>
                      <a:pt x="31109" y="59715"/>
                    </a:cubicBezTo>
                    <a:cubicBezTo>
                      <a:pt x="48487" y="73339"/>
                      <a:pt x="67272" y="85092"/>
                      <a:pt x="87130" y="94758"/>
                    </a:cubicBezTo>
                    <a:cubicBezTo>
                      <a:pt x="88989" y="95485"/>
                      <a:pt x="90980" y="95807"/>
                      <a:pt x="92970" y="95712"/>
                    </a:cubicBezTo>
                    <a:cubicBezTo>
                      <a:pt x="95831" y="82362"/>
                      <a:pt x="99049" y="80693"/>
                      <a:pt x="100002" y="73423"/>
                    </a:cubicBezTo>
                    <a:cubicBezTo>
                      <a:pt x="100956" y="66152"/>
                      <a:pt x="88679" y="60311"/>
                      <a:pt x="81885" y="55544"/>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58" name="Freeform: Shape 57">
                <a:extLst>
                  <a:ext uri="{FF2B5EF4-FFF2-40B4-BE49-F238E27FC236}">
                    <a16:creationId xmlns:a16="http://schemas.microsoft.com/office/drawing/2014/main" id="{BA04F106-47AC-496D-84ED-5366CD37EF35}"/>
                  </a:ext>
                </a:extLst>
              </p:cNvPr>
              <p:cNvSpPr/>
              <p:nvPr/>
            </p:nvSpPr>
            <p:spPr>
              <a:xfrm>
                <a:off x="3948493" y="8375398"/>
                <a:ext cx="69019" cy="76163"/>
              </a:xfrm>
              <a:custGeom>
                <a:avLst/>
                <a:gdLst>
                  <a:gd name="connsiteX0" fmla="*/ 66390 w 69019"/>
                  <a:gd name="connsiteY0" fmla="*/ 51968 h 76163"/>
                  <a:gd name="connsiteX1" fmla="*/ 67940 w 69019"/>
                  <a:gd name="connsiteY1" fmla="*/ 38142 h 76163"/>
                  <a:gd name="connsiteX2" fmla="*/ 64841 w 69019"/>
                  <a:gd name="connsiteY2" fmla="*/ 23838 h 76163"/>
                  <a:gd name="connsiteX3" fmla="*/ 45651 w 69019"/>
                  <a:gd name="connsiteY3" fmla="*/ 0 h 76163"/>
                  <a:gd name="connsiteX4" fmla="*/ 27534 w 69019"/>
                  <a:gd name="connsiteY4" fmla="*/ 3695 h 76163"/>
                  <a:gd name="connsiteX5" fmla="*/ 16449 w 69019"/>
                  <a:gd name="connsiteY5" fmla="*/ 6436 h 76163"/>
                  <a:gd name="connsiteX6" fmla="*/ 0 w 69019"/>
                  <a:gd name="connsiteY6" fmla="*/ 24315 h 76163"/>
                  <a:gd name="connsiteX7" fmla="*/ 3457 w 69019"/>
                  <a:gd name="connsiteY7" fmla="*/ 33135 h 76163"/>
                  <a:gd name="connsiteX8" fmla="*/ 22647 w 69019"/>
                  <a:gd name="connsiteY8" fmla="*/ 63291 h 76163"/>
                  <a:gd name="connsiteX9" fmla="*/ 41837 w 69019"/>
                  <a:gd name="connsiteY9" fmla="*/ 76164 h 76163"/>
                  <a:gd name="connsiteX10" fmla="*/ 47200 w 69019"/>
                  <a:gd name="connsiteY10" fmla="*/ 68059 h 76163"/>
                  <a:gd name="connsiteX11" fmla="*/ 66390 w 69019"/>
                  <a:gd name="connsiteY11" fmla="*/ 51968 h 761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69019" h="76163">
                    <a:moveTo>
                      <a:pt x="66390" y="51968"/>
                    </a:moveTo>
                    <a:cubicBezTo>
                      <a:pt x="67463" y="47200"/>
                      <a:pt x="70681" y="42432"/>
                      <a:pt x="67940" y="38142"/>
                    </a:cubicBezTo>
                    <a:cubicBezTo>
                      <a:pt x="65568" y="33767"/>
                      <a:pt x="64483" y="28809"/>
                      <a:pt x="64841" y="23838"/>
                    </a:cubicBezTo>
                    <a:cubicBezTo>
                      <a:pt x="64841" y="18475"/>
                      <a:pt x="51015" y="0"/>
                      <a:pt x="45651" y="0"/>
                    </a:cubicBezTo>
                    <a:cubicBezTo>
                      <a:pt x="40287" y="0"/>
                      <a:pt x="33732" y="4768"/>
                      <a:pt x="27534" y="3695"/>
                    </a:cubicBezTo>
                    <a:cubicBezTo>
                      <a:pt x="21336" y="2622"/>
                      <a:pt x="16925" y="596"/>
                      <a:pt x="16449" y="6436"/>
                    </a:cubicBezTo>
                    <a:cubicBezTo>
                      <a:pt x="16449" y="10370"/>
                      <a:pt x="6913" y="18356"/>
                      <a:pt x="0" y="24315"/>
                    </a:cubicBezTo>
                    <a:cubicBezTo>
                      <a:pt x="1442" y="27140"/>
                      <a:pt x="2599" y="30084"/>
                      <a:pt x="3457" y="33135"/>
                    </a:cubicBezTo>
                    <a:cubicBezTo>
                      <a:pt x="5698" y="45293"/>
                      <a:pt x="12587" y="56104"/>
                      <a:pt x="22647" y="63291"/>
                    </a:cubicBezTo>
                    <a:cubicBezTo>
                      <a:pt x="26342" y="66271"/>
                      <a:pt x="33493" y="70919"/>
                      <a:pt x="41837" y="76164"/>
                    </a:cubicBezTo>
                    <a:cubicBezTo>
                      <a:pt x="43207" y="73208"/>
                      <a:pt x="45007" y="70467"/>
                      <a:pt x="47200" y="68059"/>
                    </a:cubicBezTo>
                    <a:cubicBezTo>
                      <a:pt x="52326" y="63649"/>
                      <a:pt x="65318" y="56736"/>
                      <a:pt x="66390" y="51968"/>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59" name="Freeform: Shape 58">
                <a:extLst>
                  <a:ext uri="{FF2B5EF4-FFF2-40B4-BE49-F238E27FC236}">
                    <a16:creationId xmlns:a16="http://schemas.microsoft.com/office/drawing/2014/main" id="{162A541F-4A2C-4501-8F26-8C05D2CA82C5}"/>
                  </a:ext>
                </a:extLst>
              </p:cNvPr>
              <p:cNvSpPr/>
              <p:nvPr/>
            </p:nvSpPr>
            <p:spPr>
              <a:xfrm>
                <a:off x="3858979" y="7931168"/>
                <a:ext cx="200451" cy="163293"/>
              </a:xfrm>
              <a:custGeom>
                <a:avLst/>
                <a:gdLst>
                  <a:gd name="connsiteX0" fmla="*/ 94162 w 200451"/>
                  <a:gd name="connsiteY0" fmla="*/ 125748 h 163293"/>
                  <a:gd name="connsiteX1" fmla="*/ 119192 w 200451"/>
                  <a:gd name="connsiteY1" fmla="*/ 107750 h 163293"/>
                  <a:gd name="connsiteX2" fmla="*/ 119192 w 200451"/>
                  <a:gd name="connsiteY2" fmla="*/ 43744 h 163293"/>
                  <a:gd name="connsiteX3" fmla="*/ 199647 w 200451"/>
                  <a:gd name="connsiteY3" fmla="*/ 43744 h 163293"/>
                  <a:gd name="connsiteX4" fmla="*/ 199647 w 200451"/>
                  <a:gd name="connsiteY4" fmla="*/ 9178 h 163293"/>
                  <a:gd name="connsiteX5" fmla="*/ 182484 w 200451"/>
                  <a:gd name="connsiteY5" fmla="*/ 0 h 163293"/>
                  <a:gd name="connsiteX6" fmla="*/ 94162 w 200451"/>
                  <a:gd name="connsiteY6" fmla="*/ 0 h 163293"/>
                  <a:gd name="connsiteX7" fmla="*/ 81051 w 200451"/>
                  <a:gd name="connsiteY7" fmla="*/ 22051 h 163293"/>
                  <a:gd name="connsiteX8" fmla="*/ 49227 w 200451"/>
                  <a:gd name="connsiteY8" fmla="*/ 65914 h 163293"/>
                  <a:gd name="connsiteX9" fmla="*/ 7032 w 200451"/>
                  <a:gd name="connsiteY9" fmla="*/ 140647 h 163293"/>
                  <a:gd name="connsiteX10" fmla="*/ 0 w 200451"/>
                  <a:gd name="connsiteY10" fmla="*/ 163294 h 163293"/>
                  <a:gd name="connsiteX11" fmla="*/ 94162 w 200451"/>
                  <a:gd name="connsiteY11" fmla="*/ 163294 h 16329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200451" h="163293">
                    <a:moveTo>
                      <a:pt x="94162" y="125748"/>
                    </a:moveTo>
                    <a:cubicBezTo>
                      <a:pt x="94162" y="120265"/>
                      <a:pt x="119192" y="113829"/>
                      <a:pt x="119192" y="107750"/>
                    </a:cubicBezTo>
                    <a:lnTo>
                      <a:pt x="119192" y="43744"/>
                    </a:lnTo>
                    <a:cubicBezTo>
                      <a:pt x="119192" y="43744"/>
                      <a:pt x="197263" y="45293"/>
                      <a:pt x="199647" y="43744"/>
                    </a:cubicBezTo>
                    <a:cubicBezTo>
                      <a:pt x="200720" y="32242"/>
                      <a:pt x="200720" y="20680"/>
                      <a:pt x="199647" y="9178"/>
                    </a:cubicBezTo>
                    <a:cubicBezTo>
                      <a:pt x="196667" y="4172"/>
                      <a:pt x="200958" y="0"/>
                      <a:pt x="182484" y="0"/>
                    </a:cubicBezTo>
                    <a:lnTo>
                      <a:pt x="94162" y="0"/>
                    </a:lnTo>
                    <a:cubicBezTo>
                      <a:pt x="88167" y="6258"/>
                      <a:pt x="83685" y="13803"/>
                      <a:pt x="81051" y="22051"/>
                    </a:cubicBezTo>
                    <a:cubicBezTo>
                      <a:pt x="76879" y="33374"/>
                      <a:pt x="50299" y="49942"/>
                      <a:pt x="49227" y="65914"/>
                    </a:cubicBezTo>
                    <a:cubicBezTo>
                      <a:pt x="48154" y="81885"/>
                      <a:pt x="23362" y="106677"/>
                      <a:pt x="7032" y="140647"/>
                    </a:cubicBezTo>
                    <a:cubicBezTo>
                      <a:pt x="3325" y="147703"/>
                      <a:pt x="941" y="155379"/>
                      <a:pt x="0" y="163294"/>
                    </a:cubicBezTo>
                    <a:lnTo>
                      <a:pt x="94162" y="163294"/>
                    </a:ln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60" name="Freeform: Shape 59">
                <a:extLst>
                  <a:ext uri="{FF2B5EF4-FFF2-40B4-BE49-F238E27FC236}">
                    <a16:creationId xmlns:a16="http://schemas.microsoft.com/office/drawing/2014/main" id="{53FF78BC-EC7F-4278-AC53-707DE57F7D04}"/>
                  </a:ext>
                </a:extLst>
              </p:cNvPr>
              <p:cNvSpPr/>
              <p:nvPr/>
            </p:nvSpPr>
            <p:spPr>
              <a:xfrm>
                <a:off x="3858833" y="7940346"/>
                <a:ext cx="289664" cy="319673"/>
              </a:xfrm>
              <a:custGeom>
                <a:avLst/>
                <a:gdLst>
                  <a:gd name="connsiteX0" fmla="*/ 21243 w 289664"/>
                  <a:gd name="connsiteY0" fmla="*/ 275573 h 319673"/>
                  <a:gd name="connsiteX1" fmla="*/ 43174 w 289664"/>
                  <a:gd name="connsiteY1" fmla="*/ 275573 h 319673"/>
                  <a:gd name="connsiteX2" fmla="*/ 61649 w 289664"/>
                  <a:gd name="connsiteY2" fmla="*/ 273904 h 319673"/>
                  <a:gd name="connsiteX3" fmla="*/ 75118 w 289664"/>
                  <a:gd name="connsiteY3" fmla="*/ 285823 h 319673"/>
                  <a:gd name="connsiteX4" fmla="*/ 83581 w 289664"/>
                  <a:gd name="connsiteY4" fmla="*/ 285823 h 319673"/>
                  <a:gd name="connsiteX5" fmla="*/ 100387 w 289664"/>
                  <a:gd name="connsiteY5" fmla="*/ 307755 h 319673"/>
                  <a:gd name="connsiteX6" fmla="*/ 111710 w 289664"/>
                  <a:gd name="connsiteY6" fmla="*/ 319674 h 319673"/>
                  <a:gd name="connsiteX7" fmla="*/ 124583 w 289664"/>
                  <a:gd name="connsiteY7" fmla="*/ 311926 h 319673"/>
                  <a:gd name="connsiteX8" fmla="*/ 138528 w 289664"/>
                  <a:gd name="connsiteY8" fmla="*/ 306563 h 319673"/>
                  <a:gd name="connsiteX9" fmla="*/ 151401 w 289664"/>
                  <a:gd name="connsiteY9" fmla="*/ 304417 h 319673"/>
                  <a:gd name="connsiteX10" fmla="*/ 167492 w 289664"/>
                  <a:gd name="connsiteY10" fmla="*/ 305490 h 319673"/>
                  <a:gd name="connsiteX11" fmla="*/ 182630 w 289664"/>
                  <a:gd name="connsiteY11" fmla="*/ 301199 h 319673"/>
                  <a:gd name="connsiteX12" fmla="*/ 276076 w 289664"/>
                  <a:gd name="connsiteY12" fmla="*/ 300126 h 319673"/>
                  <a:gd name="connsiteX13" fmla="*/ 279294 w 289664"/>
                  <a:gd name="connsiteY13" fmla="*/ 279625 h 319673"/>
                  <a:gd name="connsiteX14" fmla="*/ 271786 w 289664"/>
                  <a:gd name="connsiteY14" fmla="*/ 272116 h 319673"/>
                  <a:gd name="connsiteX15" fmla="*/ 249258 w 289664"/>
                  <a:gd name="connsiteY15" fmla="*/ 59715 h 319673"/>
                  <a:gd name="connsiteX16" fmla="*/ 289664 w 289664"/>
                  <a:gd name="connsiteY16" fmla="*/ 59715 h 319673"/>
                  <a:gd name="connsiteX17" fmla="*/ 204918 w 289664"/>
                  <a:gd name="connsiteY17" fmla="*/ 4291 h 319673"/>
                  <a:gd name="connsiteX18" fmla="*/ 200151 w 289664"/>
                  <a:gd name="connsiteY18" fmla="*/ 0 h 319673"/>
                  <a:gd name="connsiteX19" fmla="*/ 200151 w 289664"/>
                  <a:gd name="connsiteY19" fmla="*/ 34566 h 319673"/>
                  <a:gd name="connsiteX20" fmla="*/ 119696 w 289664"/>
                  <a:gd name="connsiteY20" fmla="*/ 34566 h 319673"/>
                  <a:gd name="connsiteX21" fmla="*/ 119696 w 289664"/>
                  <a:gd name="connsiteY21" fmla="*/ 98572 h 319673"/>
                  <a:gd name="connsiteX22" fmla="*/ 94666 w 289664"/>
                  <a:gd name="connsiteY22" fmla="*/ 116570 h 319673"/>
                  <a:gd name="connsiteX23" fmla="*/ 94666 w 289664"/>
                  <a:gd name="connsiteY23" fmla="*/ 154116 h 319673"/>
                  <a:gd name="connsiteX24" fmla="*/ 146 w 289664"/>
                  <a:gd name="connsiteY24" fmla="*/ 154116 h 319673"/>
                  <a:gd name="connsiteX25" fmla="*/ 13615 w 289664"/>
                  <a:gd name="connsiteY25" fmla="*/ 181172 h 319673"/>
                  <a:gd name="connsiteX26" fmla="*/ 18859 w 289664"/>
                  <a:gd name="connsiteY26" fmla="*/ 219791 h 319673"/>
                  <a:gd name="connsiteX27" fmla="*/ 11112 w 289664"/>
                  <a:gd name="connsiteY27" fmla="*/ 267468 h 319673"/>
                  <a:gd name="connsiteX28" fmla="*/ 6940 w 289664"/>
                  <a:gd name="connsiteY28" fmla="*/ 288326 h 319673"/>
                  <a:gd name="connsiteX29" fmla="*/ 8251 w 289664"/>
                  <a:gd name="connsiteY29" fmla="*/ 288326 h 319673"/>
                  <a:gd name="connsiteX30" fmla="*/ 21243 w 289664"/>
                  <a:gd name="connsiteY30" fmla="*/ 275573 h 3196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289664" h="319673">
                    <a:moveTo>
                      <a:pt x="21243" y="275573"/>
                    </a:moveTo>
                    <a:cubicBezTo>
                      <a:pt x="28525" y="276479"/>
                      <a:pt x="35892" y="276479"/>
                      <a:pt x="43174" y="275573"/>
                    </a:cubicBezTo>
                    <a:cubicBezTo>
                      <a:pt x="48967" y="272939"/>
                      <a:pt x="55475" y="272355"/>
                      <a:pt x="61649" y="273904"/>
                    </a:cubicBezTo>
                    <a:cubicBezTo>
                      <a:pt x="66822" y="277027"/>
                      <a:pt x="71387" y="281068"/>
                      <a:pt x="75118" y="285823"/>
                    </a:cubicBezTo>
                    <a:lnTo>
                      <a:pt x="83581" y="285823"/>
                    </a:lnTo>
                    <a:cubicBezTo>
                      <a:pt x="83581" y="285823"/>
                      <a:pt x="90255" y="304298"/>
                      <a:pt x="100387" y="307755"/>
                    </a:cubicBezTo>
                    <a:cubicBezTo>
                      <a:pt x="105679" y="309948"/>
                      <a:pt x="109791" y="314275"/>
                      <a:pt x="111710" y="319674"/>
                    </a:cubicBezTo>
                    <a:cubicBezTo>
                      <a:pt x="118981" y="319674"/>
                      <a:pt x="124583" y="317052"/>
                      <a:pt x="124583" y="311926"/>
                    </a:cubicBezTo>
                    <a:cubicBezTo>
                      <a:pt x="124583" y="306801"/>
                      <a:pt x="127801" y="296908"/>
                      <a:pt x="138528" y="306563"/>
                    </a:cubicBezTo>
                    <a:cubicBezTo>
                      <a:pt x="149255" y="316217"/>
                      <a:pt x="149255" y="307635"/>
                      <a:pt x="151401" y="304417"/>
                    </a:cubicBezTo>
                    <a:cubicBezTo>
                      <a:pt x="153547" y="301199"/>
                      <a:pt x="161056" y="305490"/>
                      <a:pt x="167492" y="305490"/>
                    </a:cubicBezTo>
                    <a:cubicBezTo>
                      <a:pt x="172760" y="305013"/>
                      <a:pt x="177898" y="303559"/>
                      <a:pt x="182630" y="301199"/>
                    </a:cubicBezTo>
                    <a:cubicBezTo>
                      <a:pt x="182630" y="301199"/>
                      <a:pt x="271786" y="302272"/>
                      <a:pt x="276076" y="300126"/>
                    </a:cubicBezTo>
                    <a:cubicBezTo>
                      <a:pt x="280367" y="297981"/>
                      <a:pt x="279294" y="279625"/>
                      <a:pt x="279294" y="279625"/>
                    </a:cubicBezTo>
                    <a:lnTo>
                      <a:pt x="271786" y="272116"/>
                    </a:lnTo>
                    <a:lnTo>
                      <a:pt x="249258" y="59715"/>
                    </a:lnTo>
                    <a:lnTo>
                      <a:pt x="289664" y="59715"/>
                    </a:lnTo>
                    <a:cubicBezTo>
                      <a:pt x="246517" y="31229"/>
                      <a:pt x="209567" y="7032"/>
                      <a:pt x="204918" y="4291"/>
                    </a:cubicBezTo>
                    <a:cubicBezTo>
                      <a:pt x="202964" y="3326"/>
                      <a:pt x="201319" y="1836"/>
                      <a:pt x="200151" y="0"/>
                    </a:cubicBezTo>
                    <a:cubicBezTo>
                      <a:pt x="201224" y="11502"/>
                      <a:pt x="201224" y="23064"/>
                      <a:pt x="200151" y="34566"/>
                    </a:cubicBezTo>
                    <a:cubicBezTo>
                      <a:pt x="197767" y="36115"/>
                      <a:pt x="119696" y="34566"/>
                      <a:pt x="119696" y="34566"/>
                    </a:cubicBezTo>
                    <a:lnTo>
                      <a:pt x="119696" y="98572"/>
                    </a:lnTo>
                    <a:cubicBezTo>
                      <a:pt x="119696" y="104055"/>
                      <a:pt x="94666" y="111087"/>
                      <a:pt x="94666" y="116570"/>
                    </a:cubicBezTo>
                    <a:lnTo>
                      <a:pt x="94666" y="154116"/>
                    </a:lnTo>
                    <a:lnTo>
                      <a:pt x="146" y="154116"/>
                    </a:lnTo>
                    <a:cubicBezTo>
                      <a:pt x="-1284" y="169492"/>
                      <a:pt x="8132" y="174974"/>
                      <a:pt x="13615" y="181172"/>
                    </a:cubicBezTo>
                    <a:cubicBezTo>
                      <a:pt x="21005" y="189635"/>
                      <a:pt x="7893" y="205011"/>
                      <a:pt x="18859" y="219791"/>
                    </a:cubicBezTo>
                    <a:cubicBezTo>
                      <a:pt x="29825" y="234571"/>
                      <a:pt x="16356" y="258409"/>
                      <a:pt x="11112" y="267468"/>
                    </a:cubicBezTo>
                    <a:cubicBezTo>
                      <a:pt x="8454" y="274107"/>
                      <a:pt x="7047" y="281175"/>
                      <a:pt x="6940" y="288326"/>
                    </a:cubicBezTo>
                    <a:lnTo>
                      <a:pt x="8251" y="288326"/>
                    </a:lnTo>
                    <a:cubicBezTo>
                      <a:pt x="14449" y="285704"/>
                      <a:pt x="12780" y="273904"/>
                      <a:pt x="21243" y="275573"/>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61" name="Freeform: Shape 60">
                <a:extLst>
                  <a:ext uri="{FF2B5EF4-FFF2-40B4-BE49-F238E27FC236}">
                    <a16:creationId xmlns:a16="http://schemas.microsoft.com/office/drawing/2014/main" id="{DF131AB7-7684-4386-A22D-D25E549E7015}"/>
                  </a:ext>
                </a:extLst>
              </p:cNvPr>
              <p:cNvSpPr/>
              <p:nvPr/>
            </p:nvSpPr>
            <p:spPr>
              <a:xfrm>
                <a:off x="3970543" y="8000061"/>
                <a:ext cx="400251" cy="372302"/>
              </a:xfrm>
              <a:custGeom>
                <a:avLst/>
                <a:gdLst>
                  <a:gd name="connsiteX0" fmla="*/ 379628 w 400251"/>
                  <a:gd name="connsiteY0" fmla="*/ 155188 h 372302"/>
                  <a:gd name="connsiteX1" fmla="*/ 367709 w 400251"/>
                  <a:gd name="connsiteY1" fmla="*/ 129920 h 372302"/>
                  <a:gd name="connsiteX2" fmla="*/ 340771 w 400251"/>
                  <a:gd name="connsiteY2" fmla="*/ 121576 h 372302"/>
                  <a:gd name="connsiteX3" fmla="*/ 325514 w 400251"/>
                  <a:gd name="connsiteY3" fmla="*/ 99645 h 372302"/>
                  <a:gd name="connsiteX4" fmla="*/ 177835 w 400251"/>
                  <a:gd name="connsiteY4" fmla="*/ 0 h 372302"/>
                  <a:gd name="connsiteX5" fmla="*/ 137548 w 400251"/>
                  <a:gd name="connsiteY5" fmla="*/ 0 h 372302"/>
                  <a:gd name="connsiteX6" fmla="*/ 160076 w 400251"/>
                  <a:gd name="connsiteY6" fmla="*/ 211686 h 372302"/>
                  <a:gd name="connsiteX7" fmla="*/ 167585 w 400251"/>
                  <a:gd name="connsiteY7" fmla="*/ 219195 h 372302"/>
                  <a:gd name="connsiteX8" fmla="*/ 164366 w 400251"/>
                  <a:gd name="connsiteY8" fmla="*/ 239696 h 372302"/>
                  <a:gd name="connsiteX9" fmla="*/ 70920 w 400251"/>
                  <a:gd name="connsiteY9" fmla="*/ 240769 h 372302"/>
                  <a:gd name="connsiteX10" fmla="*/ 55782 w 400251"/>
                  <a:gd name="connsiteY10" fmla="*/ 245059 h 372302"/>
                  <a:gd name="connsiteX11" fmla="*/ 39691 w 400251"/>
                  <a:gd name="connsiteY11" fmla="*/ 243987 h 372302"/>
                  <a:gd name="connsiteX12" fmla="*/ 26818 w 400251"/>
                  <a:gd name="connsiteY12" fmla="*/ 246132 h 372302"/>
                  <a:gd name="connsiteX13" fmla="*/ 12873 w 400251"/>
                  <a:gd name="connsiteY13" fmla="*/ 251496 h 372302"/>
                  <a:gd name="connsiteX14" fmla="*/ 0 w 400251"/>
                  <a:gd name="connsiteY14" fmla="*/ 259243 h 372302"/>
                  <a:gd name="connsiteX15" fmla="*/ 2146 w 400251"/>
                  <a:gd name="connsiteY15" fmla="*/ 264726 h 372302"/>
                  <a:gd name="connsiteX16" fmla="*/ 6556 w 400251"/>
                  <a:gd name="connsiteY16" fmla="*/ 271282 h 372302"/>
                  <a:gd name="connsiteX17" fmla="*/ 10131 w 400251"/>
                  <a:gd name="connsiteY17" fmla="*/ 286181 h 372302"/>
                  <a:gd name="connsiteX18" fmla="*/ 22885 w 400251"/>
                  <a:gd name="connsiteY18" fmla="*/ 301676 h 372302"/>
                  <a:gd name="connsiteX19" fmla="*/ 22885 w 400251"/>
                  <a:gd name="connsiteY19" fmla="*/ 320866 h 372302"/>
                  <a:gd name="connsiteX20" fmla="*/ 30037 w 400251"/>
                  <a:gd name="connsiteY20" fmla="*/ 327302 h 372302"/>
                  <a:gd name="connsiteX21" fmla="*/ 43505 w 400251"/>
                  <a:gd name="connsiteY21" fmla="*/ 325157 h 372302"/>
                  <a:gd name="connsiteX22" fmla="*/ 59716 w 400251"/>
                  <a:gd name="connsiteY22" fmla="*/ 326587 h 372302"/>
                  <a:gd name="connsiteX23" fmla="*/ 76760 w 400251"/>
                  <a:gd name="connsiteY23" fmla="*/ 314668 h 372302"/>
                  <a:gd name="connsiteX24" fmla="*/ 85938 w 400251"/>
                  <a:gd name="connsiteY24" fmla="*/ 332428 h 372302"/>
                  <a:gd name="connsiteX25" fmla="*/ 94520 w 400251"/>
                  <a:gd name="connsiteY25" fmla="*/ 343751 h 372302"/>
                  <a:gd name="connsiteX26" fmla="*/ 94520 w 400251"/>
                  <a:gd name="connsiteY26" fmla="*/ 352333 h 372302"/>
                  <a:gd name="connsiteX27" fmla="*/ 100122 w 400251"/>
                  <a:gd name="connsiteY27" fmla="*/ 365801 h 372302"/>
                  <a:gd name="connsiteX28" fmla="*/ 111445 w 400251"/>
                  <a:gd name="connsiteY28" fmla="*/ 367112 h 372302"/>
                  <a:gd name="connsiteX29" fmla="*/ 123364 w 400251"/>
                  <a:gd name="connsiteY29" fmla="*/ 370688 h 372302"/>
                  <a:gd name="connsiteX30" fmla="*/ 136833 w 400251"/>
                  <a:gd name="connsiteY30" fmla="*/ 364371 h 372302"/>
                  <a:gd name="connsiteX31" fmla="*/ 148752 w 400251"/>
                  <a:gd name="connsiteY31" fmla="*/ 362941 h 372302"/>
                  <a:gd name="connsiteX32" fmla="*/ 157334 w 400251"/>
                  <a:gd name="connsiteY32" fmla="*/ 365801 h 372302"/>
                  <a:gd name="connsiteX33" fmla="*/ 164009 w 400251"/>
                  <a:gd name="connsiteY33" fmla="*/ 364371 h 372302"/>
                  <a:gd name="connsiteX34" fmla="*/ 170803 w 400251"/>
                  <a:gd name="connsiteY34" fmla="*/ 345896 h 372302"/>
                  <a:gd name="connsiteX35" fmla="*/ 169373 w 400251"/>
                  <a:gd name="connsiteY35" fmla="*/ 330282 h 372302"/>
                  <a:gd name="connsiteX36" fmla="*/ 188443 w 400251"/>
                  <a:gd name="connsiteY36" fmla="*/ 321819 h 372302"/>
                  <a:gd name="connsiteX37" fmla="*/ 196310 w 400251"/>
                  <a:gd name="connsiteY37" fmla="*/ 306920 h 372302"/>
                  <a:gd name="connsiteX38" fmla="*/ 204057 w 400251"/>
                  <a:gd name="connsiteY38" fmla="*/ 289280 h 372302"/>
                  <a:gd name="connsiteX39" fmla="*/ 218956 w 400251"/>
                  <a:gd name="connsiteY39" fmla="*/ 289280 h 372302"/>
                  <a:gd name="connsiteX40" fmla="*/ 229565 w 400251"/>
                  <a:gd name="connsiteY40" fmla="*/ 277957 h 372302"/>
                  <a:gd name="connsiteX41" fmla="*/ 240888 w 400251"/>
                  <a:gd name="connsiteY41" fmla="*/ 272354 h 372302"/>
                  <a:gd name="connsiteX42" fmla="*/ 250066 w 400251"/>
                  <a:gd name="connsiteY42" fmla="*/ 267348 h 372302"/>
                  <a:gd name="connsiteX43" fmla="*/ 270686 w 400251"/>
                  <a:gd name="connsiteY43" fmla="*/ 258886 h 372302"/>
                  <a:gd name="connsiteX44" fmla="*/ 288326 w 400251"/>
                  <a:gd name="connsiteY44" fmla="*/ 251019 h 372302"/>
                  <a:gd name="connsiteX45" fmla="*/ 318840 w 400251"/>
                  <a:gd name="connsiteY45" fmla="*/ 252449 h 372302"/>
                  <a:gd name="connsiteX46" fmla="*/ 338030 w 400251"/>
                  <a:gd name="connsiteY46" fmla="*/ 246132 h 372302"/>
                  <a:gd name="connsiteX47" fmla="*/ 375575 w 400251"/>
                  <a:gd name="connsiteY47" fmla="*/ 242556 h 372302"/>
                  <a:gd name="connsiteX48" fmla="*/ 390355 w 400251"/>
                  <a:gd name="connsiteY48" fmla="*/ 231948 h 372302"/>
                  <a:gd name="connsiteX49" fmla="*/ 398222 w 400251"/>
                  <a:gd name="connsiteY49" fmla="*/ 214189 h 372302"/>
                  <a:gd name="connsiteX50" fmla="*/ 399771 w 400251"/>
                  <a:gd name="connsiteY50" fmla="*/ 150421 h 3723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400251" h="372302">
                    <a:moveTo>
                      <a:pt x="379628" y="155188"/>
                    </a:moveTo>
                    <a:cubicBezTo>
                      <a:pt x="379628" y="155188"/>
                      <a:pt x="379628" y="136713"/>
                      <a:pt x="367709" y="129920"/>
                    </a:cubicBezTo>
                    <a:cubicBezTo>
                      <a:pt x="359282" y="125593"/>
                      <a:pt x="350164" y="122768"/>
                      <a:pt x="340771" y="121576"/>
                    </a:cubicBezTo>
                    <a:cubicBezTo>
                      <a:pt x="336480" y="113745"/>
                      <a:pt x="331367" y="106391"/>
                      <a:pt x="325514" y="99645"/>
                    </a:cubicBezTo>
                    <a:cubicBezTo>
                      <a:pt x="321462" y="95592"/>
                      <a:pt x="242676" y="42909"/>
                      <a:pt x="177835" y="0"/>
                    </a:cubicBezTo>
                    <a:lnTo>
                      <a:pt x="137548" y="0"/>
                    </a:lnTo>
                    <a:lnTo>
                      <a:pt x="160076" y="211686"/>
                    </a:lnTo>
                    <a:lnTo>
                      <a:pt x="167585" y="219195"/>
                    </a:lnTo>
                    <a:cubicBezTo>
                      <a:pt x="167585" y="219195"/>
                      <a:pt x="168657" y="237550"/>
                      <a:pt x="164366" y="239696"/>
                    </a:cubicBezTo>
                    <a:cubicBezTo>
                      <a:pt x="160076" y="241841"/>
                      <a:pt x="70920" y="240769"/>
                      <a:pt x="70920" y="240769"/>
                    </a:cubicBezTo>
                    <a:cubicBezTo>
                      <a:pt x="66188" y="243129"/>
                      <a:pt x="61050" y="244583"/>
                      <a:pt x="55782" y="245059"/>
                    </a:cubicBezTo>
                    <a:cubicBezTo>
                      <a:pt x="49346" y="245059"/>
                      <a:pt x="41837" y="240769"/>
                      <a:pt x="39691" y="243987"/>
                    </a:cubicBezTo>
                    <a:cubicBezTo>
                      <a:pt x="37546" y="247205"/>
                      <a:pt x="37546" y="255906"/>
                      <a:pt x="26818" y="246132"/>
                    </a:cubicBezTo>
                    <a:cubicBezTo>
                      <a:pt x="16091" y="236358"/>
                      <a:pt x="12873" y="245059"/>
                      <a:pt x="12873" y="251496"/>
                    </a:cubicBezTo>
                    <a:cubicBezTo>
                      <a:pt x="12873" y="257932"/>
                      <a:pt x="7271" y="259005"/>
                      <a:pt x="0" y="259243"/>
                    </a:cubicBezTo>
                    <a:cubicBezTo>
                      <a:pt x="918" y="260984"/>
                      <a:pt x="1633" y="262819"/>
                      <a:pt x="2146" y="264726"/>
                    </a:cubicBezTo>
                    <a:lnTo>
                      <a:pt x="6556" y="271282"/>
                    </a:lnTo>
                    <a:cubicBezTo>
                      <a:pt x="6079" y="276502"/>
                      <a:pt x="7331" y="281747"/>
                      <a:pt x="10131" y="286181"/>
                    </a:cubicBezTo>
                    <a:cubicBezTo>
                      <a:pt x="15245" y="290567"/>
                      <a:pt x="19571" y="295812"/>
                      <a:pt x="22885" y="301676"/>
                    </a:cubicBezTo>
                    <a:cubicBezTo>
                      <a:pt x="23255" y="308065"/>
                      <a:pt x="23255" y="314477"/>
                      <a:pt x="22885" y="320866"/>
                    </a:cubicBezTo>
                    <a:cubicBezTo>
                      <a:pt x="22885" y="320866"/>
                      <a:pt x="25746" y="332785"/>
                      <a:pt x="30037" y="327302"/>
                    </a:cubicBezTo>
                    <a:cubicBezTo>
                      <a:pt x="34327" y="321819"/>
                      <a:pt x="40645" y="332189"/>
                      <a:pt x="43505" y="325157"/>
                    </a:cubicBezTo>
                    <a:cubicBezTo>
                      <a:pt x="46366" y="318124"/>
                      <a:pt x="55424" y="326587"/>
                      <a:pt x="59716" y="326587"/>
                    </a:cubicBezTo>
                    <a:cubicBezTo>
                      <a:pt x="64006" y="326587"/>
                      <a:pt x="73899" y="313833"/>
                      <a:pt x="76760" y="314668"/>
                    </a:cubicBezTo>
                    <a:cubicBezTo>
                      <a:pt x="81730" y="319388"/>
                      <a:pt x="84961" y="325645"/>
                      <a:pt x="85938" y="332428"/>
                    </a:cubicBezTo>
                    <a:cubicBezTo>
                      <a:pt x="85938" y="337434"/>
                      <a:pt x="98691" y="342320"/>
                      <a:pt x="94520" y="343751"/>
                    </a:cubicBezTo>
                    <a:cubicBezTo>
                      <a:pt x="90348" y="345181"/>
                      <a:pt x="89514" y="352333"/>
                      <a:pt x="94520" y="352333"/>
                    </a:cubicBezTo>
                    <a:cubicBezTo>
                      <a:pt x="99526" y="352333"/>
                      <a:pt x="97261" y="361510"/>
                      <a:pt x="100122" y="365801"/>
                    </a:cubicBezTo>
                    <a:cubicBezTo>
                      <a:pt x="102982" y="370092"/>
                      <a:pt x="108584" y="373549"/>
                      <a:pt x="111445" y="367112"/>
                    </a:cubicBezTo>
                    <a:cubicBezTo>
                      <a:pt x="114305" y="360676"/>
                      <a:pt x="120623" y="366397"/>
                      <a:pt x="123364" y="370688"/>
                    </a:cubicBezTo>
                    <a:cubicBezTo>
                      <a:pt x="126106" y="374979"/>
                      <a:pt x="135283" y="369973"/>
                      <a:pt x="136833" y="364371"/>
                    </a:cubicBezTo>
                    <a:cubicBezTo>
                      <a:pt x="138383" y="358769"/>
                      <a:pt x="149587" y="356504"/>
                      <a:pt x="148752" y="362941"/>
                    </a:cubicBezTo>
                    <a:cubicBezTo>
                      <a:pt x="147918" y="369377"/>
                      <a:pt x="150183" y="370688"/>
                      <a:pt x="157334" y="365801"/>
                    </a:cubicBezTo>
                    <a:cubicBezTo>
                      <a:pt x="159265" y="364419"/>
                      <a:pt x="161685" y="363906"/>
                      <a:pt x="164009" y="364371"/>
                    </a:cubicBezTo>
                    <a:cubicBezTo>
                      <a:pt x="165928" y="358090"/>
                      <a:pt x="168193" y="351927"/>
                      <a:pt x="170803" y="345896"/>
                    </a:cubicBezTo>
                    <a:cubicBezTo>
                      <a:pt x="172829" y="341605"/>
                      <a:pt x="165797" y="331712"/>
                      <a:pt x="169373" y="330282"/>
                    </a:cubicBezTo>
                    <a:cubicBezTo>
                      <a:pt x="172948" y="328852"/>
                      <a:pt x="184868" y="331712"/>
                      <a:pt x="188443" y="321819"/>
                    </a:cubicBezTo>
                    <a:cubicBezTo>
                      <a:pt x="190231" y="316456"/>
                      <a:pt x="192889" y="311426"/>
                      <a:pt x="196310" y="306920"/>
                    </a:cubicBezTo>
                    <a:cubicBezTo>
                      <a:pt x="196310" y="306920"/>
                      <a:pt x="197621" y="285704"/>
                      <a:pt x="204057" y="289280"/>
                    </a:cubicBezTo>
                    <a:cubicBezTo>
                      <a:pt x="210494" y="292856"/>
                      <a:pt x="218241" y="298458"/>
                      <a:pt x="218956" y="289280"/>
                    </a:cubicBezTo>
                    <a:cubicBezTo>
                      <a:pt x="219672" y="280102"/>
                      <a:pt x="227419" y="285823"/>
                      <a:pt x="229565" y="277957"/>
                    </a:cubicBezTo>
                    <a:cubicBezTo>
                      <a:pt x="231710" y="270090"/>
                      <a:pt x="235882" y="270924"/>
                      <a:pt x="240888" y="272354"/>
                    </a:cubicBezTo>
                    <a:cubicBezTo>
                      <a:pt x="245894" y="273785"/>
                      <a:pt x="250066" y="271639"/>
                      <a:pt x="250066" y="267348"/>
                    </a:cubicBezTo>
                    <a:cubicBezTo>
                      <a:pt x="250066" y="263057"/>
                      <a:pt x="261985" y="265203"/>
                      <a:pt x="270686" y="258886"/>
                    </a:cubicBezTo>
                    <a:cubicBezTo>
                      <a:pt x="279387" y="252568"/>
                      <a:pt x="284870" y="246966"/>
                      <a:pt x="288326" y="251019"/>
                    </a:cubicBezTo>
                    <a:cubicBezTo>
                      <a:pt x="298231" y="253987"/>
                      <a:pt x="308708" y="254476"/>
                      <a:pt x="318840" y="252449"/>
                    </a:cubicBezTo>
                    <a:cubicBezTo>
                      <a:pt x="322416" y="251019"/>
                      <a:pt x="329448" y="244702"/>
                      <a:pt x="338030" y="246132"/>
                    </a:cubicBezTo>
                    <a:cubicBezTo>
                      <a:pt x="350605" y="245643"/>
                      <a:pt x="363132" y="244451"/>
                      <a:pt x="375575" y="242556"/>
                    </a:cubicBezTo>
                    <a:cubicBezTo>
                      <a:pt x="384038" y="242556"/>
                      <a:pt x="387495" y="234809"/>
                      <a:pt x="390355" y="231948"/>
                    </a:cubicBezTo>
                    <a:cubicBezTo>
                      <a:pt x="393216" y="229088"/>
                      <a:pt x="395361" y="216334"/>
                      <a:pt x="398222" y="214189"/>
                    </a:cubicBezTo>
                    <a:cubicBezTo>
                      <a:pt x="400236" y="192996"/>
                      <a:pt x="400749" y="171685"/>
                      <a:pt x="399771" y="150421"/>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62" name="Freeform: Shape 61">
                <a:extLst>
                  <a:ext uri="{FF2B5EF4-FFF2-40B4-BE49-F238E27FC236}">
                    <a16:creationId xmlns:a16="http://schemas.microsoft.com/office/drawing/2014/main" id="{5B6650C8-A6DC-4A02-884F-BA4A89AD64CE}"/>
                  </a:ext>
                </a:extLst>
              </p:cNvPr>
              <p:cNvSpPr/>
              <p:nvPr/>
            </p:nvSpPr>
            <p:spPr>
              <a:xfrm>
                <a:off x="4135387" y="8250294"/>
                <a:ext cx="196437" cy="134197"/>
              </a:xfrm>
              <a:custGeom>
                <a:avLst/>
                <a:gdLst>
                  <a:gd name="connsiteX0" fmla="*/ 195356 w 196437"/>
                  <a:gd name="connsiteY0" fmla="*/ 76712 h 134197"/>
                  <a:gd name="connsiteX1" fmla="*/ 185582 w 196437"/>
                  <a:gd name="connsiteY1" fmla="*/ 72421 h 134197"/>
                  <a:gd name="connsiteX2" fmla="*/ 184033 w 196437"/>
                  <a:gd name="connsiteY2" fmla="*/ 59071 h 134197"/>
                  <a:gd name="connsiteX3" fmla="*/ 172114 w 196437"/>
                  <a:gd name="connsiteY3" fmla="*/ 60740 h 134197"/>
                  <a:gd name="connsiteX4" fmla="*/ 162578 w 196437"/>
                  <a:gd name="connsiteY4" fmla="*/ 52158 h 134197"/>
                  <a:gd name="connsiteX5" fmla="*/ 158288 w 196437"/>
                  <a:gd name="connsiteY5" fmla="*/ 43219 h 134197"/>
                  <a:gd name="connsiteX6" fmla="*/ 147203 w 196437"/>
                  <a:gd name="connsiteY6" fmla="*/ 30465 h 134197"/>
                  <a:gd name="connsiteX7" fmla="*/ 139217 w 196437"/>
                  <a:gd name="connsiteY7" fmla="*/ 16639 h 134197"/>
                  <a:gd name="connsiteX8" fmla="*/ 139217 w 196437"/>
                  <a:gd name="connsiteY8" fmla="*/ 3766 h 134197"/>
                  <a:gd name="connsiteX9" fmla="*/ 124318 w 196437"/>
                  <a:gd name="connsiteY9" fmla="*/ 1144 h 134197"/>
                  <a:gd name="connsiteX10" fmla="*/ 106677 w 196437"/>
                  <a:gd name="connsiteY10" fmla="*/ 9010 h 134197"/>
                  <a:gd name="connsiteX11" fmla="*/ 86057 w 196437"/>
                  <a:gd name="connsiteY11" fmla="*/ 17473 h 134197"/>
                  <a:gd name="connsiteX12" fmla="*/ 76879 w 196437"/>
                  <a:gd name="connsiteY12" fmla="*/ 22479 h 134197"/>
                  <a:gd name="connsiteX13" fmla="*/ 65556 w 196437"/>
                  <a:gd name="connsiteY13" fmla="*/ 28081 h 134197"/>
                  <a:gd name="connsiteX14" fmla="*/ 54948 w 196437"/>
                  <a:gd name="connsiteY14" fmla="*/ 39404 h 134197"/>
                  <a:gd name="connsiteX15" fmla="*/ 40048 w 196437"/>
                  <a:gd name="connsiteY15" fmla="*/ 39404 h 134197"/>
                  <a:gd name="connsiteX16" fmla="*/ 32301 w 196437"/>
                  <a:gd name="connsiteY16" fmla="*/ 57045 h 134197"/>
                  <a:gd name="connsiteX17" fmla="*/ 24434 w 196437"/>
                  <a:gd name="connsiteY17" fmla="*/ 71944 h 134197"/>
                  <a:gd name="connsiteX18" fmla="*/ 5363 w 196437"/>
                  <a:gd name="connsiteY18" fmla="*/ 80407 h 134197"/>
                  <a:gd name="connsiteX19" fmla="*/ 6794 w 196437"/>
                  <a:gd name="connsiteY19" fmla="*/ 96021 h 134197"/>
                  <a:gd name="connsiteX20" fmla="*/ 0 w 196437"/>
                  <a:gd name="connsiteY20" fmla="*/ 114496 h 134197"/>
                  <a:gd name="connsiteX21" fmla="*/ 11919 w 196437"/>
                  <a:gd name="connsiteY21" fmla="*/ 122243 h 134197"/>
                  <a:gd name="connsiteX22" fmla="*/ 33254 w 196437"/>
                  <a:gd name="connsiteY22" fmla="*/ 132136 h 134197"/>
                  <a:gd name="connsiteX23" fmla="*/ 61503 w 196437"/>
                  <a:gd name="connsiteY23" fmla="*/ 128679 h 134197"/>
                  <a:gd name="connsiteX24" fmla="*/ 69370 w 196437"/>
                  <a:gd name="connsiteY24" fmla="*/ 126534 h 134197"/>
                  <a:gd name="connsiteX25" fmla="*/ 65079 w 196437"/>
                  <a:gd name="connsiteY25" fmla="*/ 102696 h 134197"/>
                  <a:gd name="connsiteX26" fmla="*/ 125271 w 196437"/>
                  <a:gd name="connsiteY26" fmla="*/ 104007 h 134197"/>
                  <a:gd name="connsiteX27" fmla="*/ 134568 w 196437"/>
                  <a:gd name="connsiteY27" fmla="*/ 97689 h 134197"/>
                  <a:gd name="connsiteX28" fmla="*/ 156500 w 196437"/>
                  <a:gd name="connsiteY28" fmla="*/ 100550 h 134197"/>
                  <a:gd name="connsiteX29" fmla="*/ 169968 w 196437"/>
                  <a:gd name="connsiteY29" fmla="*/ 91253 h 134197"/>
                  <a:gd name="connsiteX30" fmla="*/ 189754 w 196437"/>
                  <a:gd name="connsiteY30" fmla="*/ 87081 h 134197"/>
                  <a:gd name="connsiteX31" fmla="*/ 196191 w 196437"/>
                  <a:gd name="connsiteY31" fmla="*/ 77904 h 1341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196437" h="134197">
                    <a:moveTo>
                      <a:pt x="195356" y="76712"/>
                    </a:moveTo>
                    <a:cubicBezTo>
                      <a:pt x="192627" y="74292"/>
                      <a:pt x="189206" y="72790"/>
                      <a:pt x="185582" y="72421"/>
                    </a:cubicBezTo>
                    <a:cubicBezTo>
                      <a:pt x="183437" y="72421"/>
                      <a:pt x="185582" y="60501"/>
                      <a:pt x="184033" y="59071"/>
                    </a:cubicBezTo>
                    <a:cubicBezTo>
                      <a:pt x="182484" y="57641"/>
                      <a:pt x="176047" y="62289"/>
                      <a:pt x="172114" y="60740"/>
                    </a:cubicBezTo>
                    <a:cubicBezTo>
                      <a:pt x="168180" y="59190"/>
                      <a:pt x="166273" y="52158"/>
                      <a:pt x="162578" y="52158"/>
                    </a:cubicBezTo>
                    <a:cubicBezTo>
                      <a:pt x="158883" y="52158"/>
                      <a:pt x="158288" y="47986"/>
                      <a:pt x="158288" y="43219"/>
                    </a:cubicBezTo>
                    <a:cubicBezTo>
                      <a:pt x="158288" y="38451"/>
                      <a:pt x="151374" y="33564"/>
                      <a:pt x="147203" y="30465"/>
                    </a:cubicBezTo>
                    <a:cubicBezTo>
                      <a:pt x="143031" y="27366"/>
                      <a:pt x="141839" y="18546"/>
                      <a:pt x="139217" y="16639"/>
                    </a:cubicBezTo>
                    <a:cubicBezTo>
                      <a:pt x="136594" y="14732"/>
                      <a:pt x="138263" y="9130"/>
                      <a:pt x="139217" y="3766"/>
                    </a:cubicBezTo>
                    <a:cubicBezTo>
                      <a:pt x="134103" y="4183"/>
                      <a:pt x="128978" y="3277"/>
                      <a:pt x="124318" y="1144"/>
                    </a:cubicBezTo>
                    <a:cubicBezTo>
                      <a:pt x="120861" y="-2313"/>
                      <a:pt x="115855" y="2574"/>
                      <a:pt x="106677" y="9010"/>
                    </a:cubicBezTo>
                    <a:cubicBezTo>
                      <a:pt x="97499" y="15447"/>
                      <a:pt x="86057" y="13301"/>
                      <a:pt x="86057" y="17473"/>
                    </a:cubicBezTo>
                    <a:cubicBezTo>
                      <a:pt x="86057" y="21645"/>
                      <a:pt x="81885" y="23909"/>
                      <a:pt x="76879" y="22479"/>
                    </a:cubicBezTo>
                    <a:cubicBezTo>
                      <a:pt x="71873" y="21049"/>
                      <a:pt x="67701" y="20334"/>
                      <a:pt x="65556" y="28081"/>
                    </a:cubicBezTo>
                    <a:cubicBezTo>
                      <a:pt x="63410" y="35829"/>
                      <a:pt x="55663" y="30942"/>
                      <a:pt x="54948" y="39404"/>
                    </a:cubicBezTo>
                    <a:cubicBezTo>
                      <a:pt x="54232" y="47867"/>
                      <a:pt x="46366" y="42265"/>
                      <a:pt x="40048" y="39404"/>
                    </a:cubicBezTo>
                    <a:cubicBezTo>
                      <a:pt x="33731" y="36544"/>
                      <a:pt x="32301" y="57045"/>
                      <a:pt x="32301" y="57045"/>
                    </a:cubicBezTo>
                    <a:cubicBezTo>
                      <a:pt x="28880" y="61550"/>
                      <a:pt x="26222" y="66580"/>
                      <a:pt x="24434" y="71944"/>
                    </a:cubicBezTo>
                    <a:cubicBezTo>
                      <a:pt x="20859" y="81837"/>
                      <a:pt x="8820" y="78976"/>
                      <a:pt x="5363" y="80407"/>
                    </a:cubicBezTo>
                    <a:cubicBezTo>
                      <a:pt x="1907" y="81837"/>
                      <a:pt x="8820" y="91730"/>
                      <a:pt x="6794" y="96021"/>
                    </a:cubicBezTo>
                    <a:cubicBezTo>
                      <a:pt x="4183" y="102052"/>
                      <a:pt x="1919" y="108214"/>
                      <a:pt x="0" y="114496"/>
                    </a:cubicBezTo>
                    <a:cubicBezTo>
                      <a:pt x="4827" y="115449"/>
                      <a:pt x="9094" y="118226"/>
                      <a:pt x="11919" y="122243"/>
                    </a:cubicBezTo>
                    <a:cubicBezTo>
                      <a:pt x="14065" y="125819"/>
                      <a:pt x="26818" y="139288"/>
                      <a:pt x="33254" y="132136"/>
                    </a:cubicBezTo>
                    <a:cubicBezTo>
                      <a:pt x="41193" y="125592"/>
                      <a:pt x="52218" y="124234"/>
                      <a:pt x="61503" y="128679"/>
                    </a:cubicBezTo>
                    <a:cubicBezTo>
                      <a:pt x="65794" y="132851"/>
                      <a:pt x="68655" y="130706"/>
                      <a:pt x="69370" y="126534"/>
                    </a:cubicBezTo>
                    <a:cubicBezTo>
                      <a:pt x="70085" y="122362"/>
                      <a:pt x="62218" y="106629"/>
                      <a:pt x="65079" y="102696"/>
                    </a:cubicBezTo>
                    <a:cubicBezTo>
                      <a:pt x="67939" y="98762"/>
                      <a:pt x="123126" y="100550"/>
                      <a:pt x="125271" y="104007"/>
                    </a:cubicBezTo>
                    <a:cubicBezTo>
                      <a:pt x="127417" y="107463"/>
                      <a:pt x="127417" y="96974"/>
                      <a:pt x="134568" y="97689"/>
                    </a:cubicBezTo>
                    <a:cubicBezTo>
                      <a:pt x="141732" y="99525"/>
                      <a:pt x="149098" y="100490"/>
                      <a:pt x="156500" y="100550"/>
                    </a:cubicBezTo>
                    <a:cubicBezTo>
                      <a:pt x="160790" y="99120"/>
                      <a:pt x="165677" y="91253"/>
                      <a:pt x="169968" y="91253"/>
                    </a:cubicBezTo>
                    <a:cubicBezTo>
                      <a:pt x="174259" y="91253"/>
                      <a:pt x="187013" y="91253"/>
                      <a:pt x="189754" y="87081"/>
                    </a:cubicBezTo>
                    <a:cubicBezTo>
                      <a:pt x="192496" y="82910"/>
                      <a:pt x="197621" y="83506"/>
                      <a:pt x="196191" y="77904"/>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63" name="Freeform: Shape 62">
                <a:extLst>
                  <a:ext uri="{FF2B5EF4-FFF2-40B4-BE49-F238E27FC236}">
                    <a16:creationId xmlns:a16="http://schemas.microsoft.com/office/drawing/2014/main" id="{FD069356-0545-4482-91D9-E409F7311A80}"/>
                  </a:ext>
                </a:extLst>
              </p:cNvPr>
              <p:cNvSpPr/>
              <p:nvPr/>
            </p:nvSpPr>
            <p:spPr>
              <a:xfrm>
                <a:off x="4272874" y="8039013"/>
                <a:ext cx="369597" cy="290772"/>
              </a:xfrm>
              <a:custGeom>
                <a:avLst/>
                <a:gdLst>
                  <a:gd name="connsiteX0" fmla="*/ 355492 w 369597"/>
                  <a:gd name="connsiteY0" fmla="*/ 42456 h 290772"/>
                  <a:gd name="connsiteX1" fmla="*/ 354062 w 369597"/>
                  <a:gd name="connsiteY1" fmla="*/ 11586 h 290772"/>
                  <a:gd name="connsiteX2" fmla="*/ 334991 w 369597"/>
                  <a:gd name="connsiteY2" fmla="*/ 21956 h 290772"/>
                  <a:gd name="connsiteX3" fmla="*/ 319854 w 369597"/>
                  <a:gd name="connsiteY3" fmla="*/ 6699 h 290772"/>
                  <a:gd name="connsiteX4" fmla="*/ 284096 w 369597"/>
                  <a:gd name="connsiteY4" fmla="*/ 24 h 290772"/>
                  <a:gd name="connsiteX5" fmla="*/ 181352 w 369597"/>
                  <a:gd name="connsiteY5" fmla="*/ 64030 h 290772"/>
                  <a:gd name="connsiteX6" fmla="*/ 137608 w 369597"/>
                  <a:gd name="connsiteY6" fmla="*/ 99788 h 290772"/>
                  <a:gd name="connsiteX7" fmla="*/ 100540 w 369597"/>
                  <a:gd name="connsiteY7" fmla="*/ 111707 h 290772"/>
                  <a:gd name="connsiteX8" fmla="*/ 97321 w 369597"/>
                  <a:gd name="connsiteY8" fmla="*/ 112303 h 290772"/>
                  <a:gd name="connsiteX9" fmla="*/ 95772 w 369597"/>
                  <a:gd name="connsiteY9" fmla="*/ 176071 h 290772"/>
                  <a:gd name="connsiteX10" fmla="*/ 87905 w 369597"/>
                  <a:gd name="connsiteY10" fmla="*/ 193831 h 290772"/>
                  <a:gd name="connsiteX11" fmla="*/ 73125 w 369597"/>
                  <a:gd name="connsiteY11" fmla="*/ 204439 h 290772"/>
                  <a:gd name="connsiteX12" fmla="*/ 35580 w 369597"/>
                  <a:gd name="connsiteY12" fmla="*/ 208015 h 290772"/>
                  <a:gd name="connsiteX13" fmla="*/ 16390 w 369597"/>
                  <a:gd name="connsiteY13" fmla="*/ 214332 h 290772"/>
                  <a:gd name="connsiteX14" fmla="*/ 776 w 369597"/>
                  <a:gd name="connsiteY14" fmla="*/ 215524 h 290772"/>
                  <a:gd name="connsiteX15" fmla="*/ 776 w 369597"/>
                  <a:gd name="connsiteY15" fmla="*/ 228397 h 290772"/>
                  <a:gd name="connsiteX16" fmla="*/ 8762 w 369597"/>
                  <a:gd name="connsiteY16" fmla="*/ 242223 h 290772"/>
                  <a:gd name="connsiteX17" fmla="*/ 19846 w 369597"/>
                  <a:gd name="connsiteY17" fmla="*/ 254976 h 290772"/>
                  <a:gd name="connsiteX18" fmla="*/ 24137 w 369597"/>
                  <a:gd name="connsiteY18" fmla="*/ 263916 h 290772"/>
                  <a:gd name="connsiteX19" fmla="*/ 33673 w 369597"/>
                  <a:gd name="connsiteY19" fmla="*/ 272498 h 290772"/>
                  <a:gd name="connsiteX20" fmla="*/ 45592 w 369597"/>
                  <a:gd name="connsiteY20" fmla="*/ 270829 h 290772"/>
                  <a:gd name="connsiteX21" fmla="*/ 47141 w 369597"/>
                  <a:gd name="connsiteY21" fmla="*/ 284179 h 290772"/>
                  <a:gd name="connsiteX22" fmla="*/ 56915 w 369597"/>
                  <a:gd name="connsiteY22" fmla="*/ 288469 h 290772"/>
                  <a:gd name="connsiteX23" fmla="*/ 65378 w 369597"/>
                  <a:gd name="connsiteY23" fmla="*/ 277385 h 290772"/>
                  <a:gd name="connsiteX24" fmla="*/ 73245 w 369597"/>
                  <a:gd name="connsiteY24" fmla="*/ 289304 h 290772"/>
                  <a:gd name="connsiteX25" fmla="*/ 83137 w 369597"/>
                  <a:gd name="connsiteY25" fmla="*/ 285013 h 290772"/>
                  <a:gd name="connsiteX26" fmla="*/ 93746 w 369597"/>
                  <a:gd name="connsiteY26" fmla="*/ 267969 h 290772"/>
                  <a:gd name="connsiteX27" fmla="*/ 99467 w 369597"/>
                  <a:gd name="connsiteY27" fmla="*/ 248898 h 290772"/>
                  <a:gd name="connsiteX28" fmla="*/ 121398 w 369597"/>
                  <a:gd name="connsiteY28" fmla="*/ 248898 h 290772"/>
                  <a:gd name="connsiteX29" fmla="*/ 135582 w 369597"/>
                  <a:gd name="connsiteY29" fmla="*/ 243892 h 290772"/>
                  <a:gd name="connsiteX30" fmla="*/ 154653 w 369597"/>
                  <a:gd name="connsiteY30" fmla="*/ 249613 h 290772"/>
                  <a:gd name="connsiteX31" fmla="*/ 168122 w 369597"/>
                  <a:gd name="connsiteY31" fmla="*/ 262366 h 290772"/>
                  <a:gd name="connsiteX32" fmla="*/ 188027 w 369597"/>
                  <a:gd name="connsiteY32" fmla="*/ 256645 h 290772"/>
                  <a:gd name="connsiteX33" fmla="*/ 206383 w 369597"/>
                  <a:gd name="connsiteY33" fmla="*/ 266538 h 290772"/>
                  <a:gd name="connsiteX34" fmla="*/ 230221 w 369597"/>
                  <a:gd name="connsiteY34" fmla="*/ 266538 h 290772"/>
                  <a:gd name="connsiteX35" fmla="*/ 247981 w 369597"/>
                  <a:gd name="connsiteY35" fmla="*/ 255215 h 290772"/>
                  <a:gd name="connsiteX36" fmla="*/ 278494 w 369597"/>
                  <a:gd name="connsiteY36" fmla="*/ 255930 h 290772"/>
                  <a:gd name="connsiteX37" fmla="*/ 298280 w 369597"/>
                  <a:gd name="connsiteY37" fmla="*/ 260936 h 290772"/>
                  <a:gd name="connsiteX38" fmla="*/ 315324 w 369597"/>
                  <a:gd name="connsiteY38" fmla="*/ 245322 h 290772"/>
                  <a:gd name="connsiteX39" fmla="*/ 318662 w 369597"/>
                  <a:gd name="connsiteY39" fmla="*/ 245322 h 290772"/>
                  <a:gd name="connsiteX40" fmla="*/ 318662 w 369597"/>
                  <a:gd name="connsiteY40" fmla="*/ 237694 h 290772"/>
                  <a:gd name="connsiteX41" fmla="*/ 323668 w 369597"/>
                  <a:gd name="connsiteY41" fmla="*/ 217073 h 290772"/>
                  <a:gd name="connsiteX42" fmla="*/ 361929 w 369597"/>
                  <a:gd name="connsiteY42" fmla="*/ 169396 h 290772"/>
                  <a:gd name="connsiteX43" fmla="*/ 364789 w 369597"/>
                  <a:gd name="connsiteY43" fmla="*/ 109800 h 290772"/>
                  <a:gd name="connsiteX44" fmla="*/ 368961 w 369597"/>
                  <a:gd name="connsiteY44" fmla="*/ 84412 h 290772"/>
                  <a:gd name="connsiteX45" fmla="*/ 364789 w 369597"/>
                  <a:gd name="connsiteY45" fmla="*/ 65937 h 290772"/>
                  <a:gd name="connsiteX46" fmla="*/ 355492 w 369597"/>
                  <a:gd name="connsiteY46" fmla="*/ 42456 h 2907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369597" h="290772">
                    <a:moveTo>
                      <a:pt x="355492" y="42456"/>
                    </a:moveTo>
                    <a:cubicBezTo>
                      <a:pt x="355492" y="38881"/>
                      <a:pt x="354658" y="23266"/>
                      <a:pt x="354062" y="11586"/>
                    </a:cubicBezTo>
                    <a:lnTo>
                      <a:pt x="334991" y="21956"/>
                    </a:lnTo>
                    <a:cubicBezTo>
                      <a:pt x="331034" y="15900"/>
                      <a:pt x="325885" y="10704"/>
                      <a:pt x="319854" y="6699"/>
                    </a:cubicBezTo>
                    <a:cubicBezTo>
                      <a:pt x="308530" y="2015"/>
                      <a:pt x="296349" y="-262"/>
                      <a:pt x="284096" y="24"/>
                    </a:cubicBezTo>
                    <a:lnTo>
                      <a:pt x="181352" y="64030"/>
                    </a:lnTo>
                    <a:lnTo>
                      <a:pt x="137608" y="99788"/>
                    </a:lnTo>
                    <a:cubicBezTo>
                      <a:pt x="137608" y="99788"/>
                      <a:pt x="108883" y="109919"/>
                      <a:pt x="100540" y="111707"/>
                    </a:cubicBezTo>
                    <a:lnTo>
                      <a:pt x="97321" y="112303"/>
                    </a:lnTo>
                    <a:cubicBezTo>
                      <a:pt x="98299" y="133567"/>
                      <a:pt x="97786" y="154879"/>
                      <a:pt x="95772" y="176071"/>
                    </a:cubicBezTo>
                    <a:cubicBezTo>
                      <a:pt x="92911" y="178217"/>
                      <a:pt x="90766" y="190970"/>
                      <a:pt x="87905" y="193831"/>
                    </a:cubicBezTo>
                    <a:cubicBezTo>
                      <a:pt x="85045" y="196691"/>
                      <a:pt x="81588" y="204439"/>
                      <a:pt x="73125" y="204439"/>
                    </a:cubicBezTo>
                    <a:cubicBezTo>
                      <a:pt x="60682" y="206334"/>
                      <a:pt x="48155" y="207526"/>
                      <a:pt x="35580" y="208015"/>
                    </a:cubicBezTo>
                    <a:cubicBezTo>
                      <a:pt x="26998" y="206584"/>
                      <a:pt x="19966" y="212902"/>
                      <a:pt x="16390" y="214332"/>
                    </a:cubicBezTo>
                    <a:cubicBezTo>
                      <a:pt x="11253" y="215369"/>
                      <a:pt x="6008" y="215774"/>
                      <a:pt x="776" y="215524"/>
                    </a:cubicBezTo>
                    <a:cubicBezTo>
                      <a:pt x="60" y="220887"/>
                      <a:pt x="-535" y="227443"/>
                      <a:pt x="776" y="228397"/>
                    </a:cubicBezTo>
                    <a:cubicBezTo>
                      <a:pt x="2087" y="229350"/>
                      <a:pt x="4471" y="239005"/>
                      <a:pt x="8762" y="242223"/>
                    </a:cubicBezTo>
                    <a:cubicBezTo>
                      <a:pt x="13053" y="245441"/>
                      <a:pt x="19846" y="250090"/>
                      <a:pt x="19846" y="254976"/>
                    </a:cubicBezTo>
                    <a:cubicBezTo>
                      <a:pt x="19846" y="259863"/>
                      <a:pt x="19846" y="263916"/>
                      <a:pt x="24137" y="263916"/>
                    </a:cubicBezTo>
                    <a:cubicBezTo>
                      <a:pt x="28428" y="263916"/>
                      <a:pt x="29382" y="270829"/>
                      <a:pt x="33673" y="272498"/>
                    </a:cubicBezTo>
                    <a:cubicBezTo>
                      <a:pt x="37964" y="274166"/>
                      <a:pt x="44877" y="269280"/>
                      <a:pt x="45592" y="270829"/>
                    </a:cubicBezTo>
                    <a:cubicBezTo>
                      <a:pt x="46307" y="272379"/>
                      <a:pt x="44996" y="284179"/>
                      <a:pt x="47141" y="284179"/>
                    </a:cubicBezTo>
                    <a:cubicBezTo>
                      <a:pt x="50765" y="284548"/>
                      <a:pt x="54186" y="286050"/>
                      <a:pt x="56915" y="288469"/>
                    </a:cubicBezTo>
                    <a:cubicBezTo>
                      <a:pt x="55604" y="282868"/>
                      <a:pt x="58465" y="275358"/>
                      <a:pt x="65378" y="277385"/>
                    </a:cubicBezTo>
                    <a:cubicBezTo>
                      <a:pt x="72291" y="279411"/>
                      <a:pt x="66808" y="285967"/>
                      <a:pt x="73245" y="289304"/>
                    </a:cubicBezTo>
                    <a:cubicBezTo>
                      <a:pt x="79681" y="292641"/>
                      <a:pt x="83137" y="289900"/>
                      <a:pt x="83137" y="285013"/>
                    </a:cubicBezTo>
                    <a:cubicBezTo>
                      <a:pt x="83137" y="280126"/>
                      <a:pt x="91600" y="270114"/>
                      <a:pt x="93746" y="267969"/>
                    </a:cubicBezTo>
                    <a:cubicBezTo>
                      <a:pt x="95891" y="265823"/>
                      <a:pt x="95176" y="252354"/>
                      <a:pt x="99467" y="248898"/>
                    </a:cubicBezTo>
                    <a:cubicBezTo>
                      <a:pt x="103758" y="245441"/>
                      <a:pt x="116392" y="248183"/>
                      <a:pt x="121398" y="248898"/>
                    </a:cubicBezTo>
                    <a:cubicBezTo>
                      <a:pt x="126404" y="249613"/>
                      <a:pt x="129861" y="238886"/>
                      <a:pt x="135582" y="243892"/>
                    </a:cubicBezTo>
                    <a:cubicBezTo>
                      <a:pt x="141303" y="248898"/>
                      <a:pt x="150481" y="244607"/>
                      <a:pt x="154653" y="249613"/>
                    </a:cubicBezTo>
                    <a:cubicBezTo>
                      <a:pt x="158825" y="254619"/>
                      <a:pt x="161089" y="266538"/>
                      <a:pt x="168122" y="262366"/>
                    </a:cubicBezTo>
                    <a:cubicBezTo>
                      <a:pt x="174189" y="258850"/>
                      <a:pt x="181018" y="256884"/>
                      <a:pt x="188027" y="256645"/>
                    </a:cubicBezTo>
                    <a:cubicBezTo>
                      <a:pt x="192199" y="256645"/>
                      <a:pt x="202211" y="265108"/>
                      <a:pt x="206383" y="266538"/>
                    </a:cubicBezTo>
                    <a:cubicBezTo>
                      <a:pt x="214166" y="268779"/>
                      <a:pt x="222438" y="268779"/>
                      <a:pt x="230221" y="266538"/>
                    </a:cubicBezTo>
                    <a:cubicBezTo>
                      <a:pt x="235227" y="263678"/>
                      <a:pt x="241544" y="254619"/>
                      <a:pt x="247981" y="255215"/>
                    </a:cubicBezTo>
                    <a:cubicBezTo>
                      <a:pt x="258160" y="254714"/>
                      <a:pt x="268351" y="254953"/>
                      <a:pt x="278494" y="255930"/>
                    </a:cubicBezTo>
                    <a:cubicBezTo>
                      <a:pt x="282666" y="258076"/>
                      <a:pt x="291963" y="263082"/>
                      <a:pt x="298280" y="260936"/>
                    </a:cubicBezTo>
                    <a:cubicBezTo>
                      <a:pt x="304597" y="258791"/>
                      <a:pt x="310199" y="246752"/>
                      <a:pt x="315324" y="245322"/>
                    </a:cubicBezTo>
                    <a:cubicBezTo>
                      <a:pt x="316409" y="244964"/>
                      <a:pt x="317577" y="244964"/>
                      <a:pt x="318662" y="245322"/>
                    </a:cubicBezTo>
                    <a:cubicBezTo>
                      <a:pt x="318662" y="242581"/>
                      <a:pt x="318662" y="239958"/>
                      <a:pt x="318662" y="237694"/>
                    </a:cubicBezTo>
                    <a:cubicBezTo>
                      <a:pt x="318662" y="224940"/>
                      <a:pt x="321522" y="229827"/>
                      <a:pt x="323668" y="217073"/>
                    </a:cubicBezTo>
                    <a:cubicBezTo>
                      <a:pt x="325813" y="204320"/>
                      <a:pt x="359426" y="171065"/>
                      <a:pt x="361929" y="169396"/>
                    </a:cubicBezTo>
                    <a:cubicBezTo>
                      <a:pt x="364432" y="167728"/>
                      <a:pt x="364789" y="116952"/>
                      <a:pt x="364789" y="109800"/>
                    </a:cubicBezTo>
                    <a:cubicBezTo>
                      <a:pt x="365063" y="101195"/>
                      <a:pt x="366458" y="92660"/>
                      <a:pt x="368961" y="84412"/>
                    </a:cubicBezTo>
                    <a:cubicBezTo>
                      <a:pt x="371822" y="74400"/>
                      <a:pt x="364074" y="75115"/>
                      <a:pt x="364789" y="65937"/>
                    </a:cubicBezTo>
                    <a:cubicBezTo>
                      <a:pt x="365504" y="56760"/>
                      <a:pt x="355492" y="48058"/>
                      <a:pt x="355492" y="42456"/>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64" name="Freeform: Shape 63">
                <a:extLst>
                  <a:ext uri="{FF2B5EF4-FFF2-40B4-BE49-F238E27FC236}">
                    <a16:creationId xmlns:a16="http://schemas.microsoft.com/office/drawing/2014/main" id="{78524A1C-1768-4444-ADB4-E91604219DAB}"/>
                  </a:ext>
                </a:extLst>
              </p:cNvPr>
              <p:cNvSpPr/>
              <p:nvPr/>
            </p:nvSpPr>
            <p:spPr>
              <a:xfrm>
                <a:off x="4592132" y="8039275"/>
                <a:ext cx="239917" cy="397620"/>
              </a:xfrm>
              <a:custGeom>
                <a:avLst/>
                <a:gdLst>
                  <a:gd name="connsiteX0" fmla="*/ 239100 w 239917"/>
                  <a:gd name="connsiteY0" fmla="*/ 98334 h 397620"/>
                  <a:gd name="connsiteX1" fmla="*/ 56140 w 239917"/>
                  <a:gd name="connsiteY1" fmla="*/ 0 h 397620"/>
                  <a:gd name="connsiteX2" fmla="*/ 34804 w 239917"/>
                  <a:gd name="connsiteY2" fmla="*/ 11919 h 397620"/>
                  <a:gd name="connsiteX3" fmla="*/ 36235 w 239917"/>
                  <a:gd name="connsiteY3" fmla="*/ 42790 h 397620"/>
                  <a:gd name="connsiteX4" fmla="*/ 46128 w 239917"/>
                  <a:gd name="connsiteY4" fmla="*/ 64721 h 397620"/>
                  <a:gd name="connsiteX5" fmla="*/ 50299 w 239917"/>
                  <a:gd name="connsiteY5" fmla="*/ 83196 h 397620"/>
                  <a:gd name="connsiteX6" fmla="*/ 46128 w 239917"/>
                  <a:gd name="connsiteY6" fmla="*/ 108584 h 397620"/>
                  <a:gd name="connsiteX7" fmla="*/ 43267 w 239917"/>
                  <a:gd name="connsiteY7" fmla="*/ 168180 h 397620"/>
                  <a:gd name="connsiteX8" fmla="*/ 5006 w 239917"/>
                  <a:gd name="connsiteY8" fmla="*/ 215857 h 397620"/>
                  <a:gd name="connsiteX9" fmla="*/ 0 w 239917"/>
                  <a:gd name="connsiteY9" fmla="*/ 236478 h 397620"/>
                  <a:gd name="connsiteX10" fmla="*/ 0 w 239917"/>
                  <a:gd name="connsiteY10" fmla="*/ 244106 h 397620"/>
                  <a:gd name="connsiteX11" fmla="*/ 5126 w 239917"/>
                  <a:gd name="connsiteY11" fmla="*/ 249112 h 397620"/>
                  <a:gd name="connsiteX12" fmla="*/ 15733 w 239917"/>
                  <a:gd name="connsiteY12" fmla="*/ 259124 h 397620"/>
                  <a:gd name="connsiteX13" fmla="*/ 30633 w 239917"/>
                  <a:gd name="connsiteY13" fmla="*/ 281771 h 397620"/>
                  <a:gd name="connsiteX14" fmla="*/ 33493 w 239917"/>
                  <a:gd name="connsiteY14" fmla="*/ 302987 h 397620"/>
                  <a:gd name="connsiteX15" fmla="*/ 43386 w 239917"/>
                  <a:gd name="connsiteY15" fmla="*/ 332785 h 397620"/>
                  <a:gd name="connsiteX16" fmla="*/ 33493 w 239917"/>
                  <a:gd name="connsiteY16" fmla="*/ 336361 h 397620"/>
                  <a:gd name="connsiteX17" fmla="*/ 12992 w 239917"/>
                  <a:gd name="connsiteY17" fmla="*/ 339222 h 397620"/>
                  <a:gd name="connsiteX18" fmla="*/ 18594 w 239917"/>
                  <a:gd name="connsiteY18" fmla="*/ 356147 h 397620"/>
                  <a:gd name="connsiteX19" fmla="*/ 38380 w 239917"/>
                  <a:gd name="connsiteY19" fmla="*/ 376767 h 397620"/>
                  <a:gd name="connsiteX20" fmla="*/ 47677 w 239917"/>
                  <a:gd name="connsiteY20" fmla="*/ 396553 h 397620"/>
                  <a:gd name="connsiteX21" fmla="*/ 61146 w 239917"/>
                  <a:gd name="connsiteY21" fmla="*/ 390951 h 397620"/>
                  <a:gd name="connsiteX22" fmla="*/ 76641 w 239917"/>
                  <a:gd name="connsiteY22" fmla="*/ 390951 h 397620"/>
                  <a:gd name="connsiteX23" fmla="*/ 102982 w 239917"/>
                  <a:gd name="connsiteY23" fmla="*/ 383084 h 397620"/>
                  <a:gd name="connsiteX24" fmla="*/ 124199 w 239917"/>
                  <a:gd name="connsiteY24" fmla="*/ 371761 h 397620"/>
                  <a:gd name="connsiteX25" fmla="*/ 125629 w 239917"/>
                  <a:gd name="connsiteY25" fmla="*/ 359007 h 397620"/>
                  <a:gd name="connsiteX26" fmla="*/ 159599 w 239917"/>
                  <a:gd name="connsiteY26" fmla="*/ 351975 h 397620"/>
                  <a:gd name="connsiteX27" fmla="*/ 183437 w 239917"/>
                  <a:gd name="connsiteY27" fmla="*/ 328137 h 397620"/>
                  <a:gd name="connsiteX28" fmla="*/ 188444 w 239917"/>
                  <a:gd name="connsiteY28" fmla="*/ 316217 h 397620"/>
                  <a:gd name="connsiteX29" fmla="*/ 208229 w 239917"/>
                  <a:gd name="connsiteY29" fmla="*/ 308470 h 397620"/>
                  <a:gd name="connsiteX30" fmla="*/ 212401 w 239917"/>
                  <a:gd name="connsiteY30" fmla="*/ 309423 h 397620"/>
                  <a:gd name="connsiteX31" fmla="*/ 211686 w 239917"/>
                  <a:gd name="connsiteY31" fmla="*/ 308470 h 397620"/>
                  <a:gd name="connsiteX32" fmla="*/ 214666 w 239917"/>
                  <a:gd name="connsiteY32" fmla="*/ 298100 h 397620"/>
                  <a:gd name="connsiteX33" fmla="*/ 202746 w 239917"/>
                  <a:gd name="connsiteY33" fmla="*/ 283320 h 397620"/>
                  <a:gd name="connsiteX34" fmla="*/ 198336 w 239917"/>
                  <a:gd name="connsiteY34" fmla="*/ 265680 h 397620"/>
                  <a:gd name="connsiteX35" fmla="*/ 195357 w 239917"/>
                  <a:gd name="connsiteY35" fmla="*/ 252330 h 397620"/>
                  <a:gd name="connsiteX36" fmla="*/ 196906 w 239917"/>
                  <a:gd name="connsiteY36" fmla="*/ 234570 h 397620"/>
                  <a:gd name="connsiteX37" fmla="*/ 207276 w 239917"/>
                  <a:gd name="connsiteY37" fmla="*/ 216811 h 397620"/>
                  <a:gd name="connsiteX38" fmla="*/ 216096 w 239917"/>
                  <a:gd name="connsiteY38" fmla="*/ 202031 h 397620"/>
                  <a:gd name="connsiteX39" fmla="*/ 236716 w 239917"/>
                  <a:gd name="connsiteY39" fmla="*/ 188801 h 397620"/>
                  <a:gd name="connsiteX40" fmla="*/ 239696 w 239917"/>
                  <a:gd name="connsiteY40" fmla="*/ 163651 h 39762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Lst>
                <a:rect l="l" t="t" r="r" b="b"/>
                <a:pathLst>
                  <a:path w="239917" h="397620">
                    <a:moveTo>
                      <a:pt x="239100" y="98334"/>
                    </a:moveTo>
                    <a:lnTo>
                      <a:pt x="56140" y="0"/>
                    </a:lnTo>
                    <a:lnTo>
                      <a:pt x="34804" y="11919"/>
                    </a:lnTo>
                    <a:cubicBezTo>
                      <a:pt x="35400" y="23838"/>
                      <a:pt x="36235" y="39214"/>
                      <a:pt x="36235" y="42790"/>
                    </a:cubicBezTo>
                    <a:cubicBezTo>
                      <a:pt x="36235" y="48392"/>
                      <a:pt x="46843" y="55544"/>
                      <a:pt x="46128" y="64721"/>
                    </a:cubicBezTo>
                    <a:cubicBezTo>
                      <a:pt x="45413" y="73899"/>
                      <a:pt x="53160" y="73184"/>
                      <a:pt x="50299" y="83196"/>
                    </a:cubicBezTo>
                    <a:cubicBezTo>
                      <a:pt x="47796" y="91444"/>
                      <a:pt x="46402" y="99979"/>
                      <a:pt x="46128" y="108584"/>
                    </a:cubicBezTo>
                    <a:cubicBezTo>
                      <a:pt x="46128" y="115736"/>
                      <a:pt x="46128" y="166035"/>
                      <a:pt x="43267" y="168180"/>
                    </a:cubicBezTo>
                    <a:cubicBezTo>
                      <a:pt x="40406" y="170326"/>
                      <a:pt x="7509" y="203938"/>
                      <a:pt x="5006" y="215857"/>
                    </a:cubicBezTo>
                    <a:cubicBezTo>
                      <a:pt x="2503" y="227777"/>
                      <a:pt x="0" y="223724"/>
                      <a:pt x="0" y="236478"/>
                    </a:cubicBezTo>
                    <a:cubicBezTo>
                      <a:pt x="0" y="238742"/>
                      <a:pt x="0" y="241365"/>
                      <a:pt x="0" y="244106"/>
                    </a:cubicBezTo>
                    <a:cubicBezTo>
                      <a:pt x="1907" y="244821"/>
                      <a:pt x="2742" y="246728"/>
                      <a:pt x="5126" y="249112"/>
                    </a:cubicBezTo>
                    <a:cubicBezTo>
                      <a:pt x="7509" y="251496"/>
                      <a:pt x="8701" y="259124"/>
                      <a:pt x="15733" y="259124"/>
                    </a:cubicBezTo>
                    <a:cubicBezTo>
                      <a:pt x="22766" y="259124"/>
                      <a:pt x="31348" y="275334"/>
                      <a:pt x="30633" y="281771"/>
                    </a:cubicBezTo>
                    <a:cubicBezTo>
                      <a:pt x="29917" y="288207"/>
                      <a:pt x="34209" y="291664"/>
                      <a:pt x="33493" y="302987"/>
                    </a:cubicBezTo>
                    <a:cubicBezTo>
                      <a:pt x="33326" y="313750"/>
                      <a:pt x="36819" y="324251"/>
                      <a:pt x="43386" y="332785"/>
                    </a:cubicBezTo>
                    <a:cubicBezTo>
                      <a:pt x="46962" y="334931"/>
                      <a:pt x="41956" y="337076"/>
                      <a:pt x="33493" y="336361"/>
                    </a:cubicBezTo>
                    <a:cubicBezTo>
                      <a:pt x="25030" y="335646"/>
                      <a:pt x="12992" y="335646"/>
                      <a:pt x="12992" y="339222"/>
                    </a:cubicBezTo>
                    <a:cubicBezTo>
                      <a:pt x="10906" y="345479"/>
                      <a:pt x="13183" y="352368"/>
                      <a:pt x="18594" y="356147"/>
                    </a:cubicBezTo>
                    <a:cubicBezTo>
                      <a:pt x="27772" y="364729"/>
                      <a:pt x="35639" y="367470"/>
                      <a:pt x="38380" y="376767"/>
                    </a:cubicBezTo>
                    <a:cubicBezTo>
                      <a:pt x="40025" y="383954"/>
                      <a:pt x="43196" y="390701"/>
                      <a:pt x="47677" y="396553"/>
                    </a:cubicBezTo>
                    <a:cubicBezTo>
                      <a:pt x="50419" y="398698"/>
                      <a:pt x="56140" y="397983"/>
                      <a:pt x="61146" y="390951"/>
                    </a:cubicBezTo>
                    <a:cubicBezTo>
                      <a:pt x="66152" y="383919"/>
                      <a:pt x="71754" y="397268"/>
                      <a:pt x="76641" y="390951"/>
                    </a:cubicBezTo>
                    <a:cubicBezTo>
                      <a:pt x="81528" y="384634"/>
                      <a:pt x="98692" y="385230"/>
                      <a:pt x="102982" y="383084"/>
                    </a:cubicBezTo>
                    <a:cubicBezTo>
                      <a:pt x="110325" y="379842"/>
                      <a:pt x="117417" y="376064"/>
                      <a:pt x="124199" y="371761"/>
                    </a:cubicBezTo>
                    <a:cubicBezTo>
                      <a:pt x="128370" y="368185"/>
                      <a:pt x="119192" y="362583"/>
                      <a:pt x="125629" y="359007"/>
                    </a:cubicBezTo>
                    <a:cubicBezTo>
                      <a:pt x="132065" y="355432"/>
                      <a:pt x="151851" y="361868"/>
                      <a:pt x="159599" y="351975"/>
                    </a:cubicBezTo>
                    <a:cubicBezTo>
                      <a:pt x="167001" y="343500"/>
                      <a:pt x="174963" y="335538"/>
                      <a:pt x="183437" y="328137"/>
                    </a:cubicBezTo>
                    <a:cubicBezTo>
                      <a:pt x="187013" y="324680"/>
                      <a:pt x="183437" y="321819"/>
                      <a:pt x="188444" y="316217"/>
                    </a:cubicBezTo>
                    <a:cubicBezTo>
                      <a:pt x="193449" y="310615"/>
                      <a:pt x="203343" y="305609"/>
                      <a:pt x="208229" y="308470"/>
                    </a:cubicBezTo>
                    <a:cubicBezTo>
                      <a:pt x="209540" y="309066"/>
                      <a:pt x="210959" y="309388"/>
                      <a:pt x="212401" y="309423"/>
                    </a:cubicBezTo>
                    <a:lnTo>
                      <a:pt x="211686" y="308470"/>
                    </a:lnTo>
                    <a:lnTo>
                      <a:pt x="214666" y="298100"/>
                    </a:lnTo>
                    <a:cubicBezTo>
                      <a:pt x="214666" y="298100"/>
                      <a:pt x="202746" y="292260"/>
                      <a:pt x="202746" y="283320"/>
                    </a:cubicBezTo>
                    <a:cubicBezTo>
                      <a:pt x="202746" y="274381"/>
                      <a:pt x="205726" y="265680"/>
                      <a:pt x="198336" y="265680"/>
                    </a:cubicBezTo>
                    <a:cubicBezTo>
                      <a:pt x="190946" y="265680"/>
                      <a:pt x="189516" y="258171"/>
                      <a:pt x="195357" y="252330"/>
                    </a:cubicBezTo>
                    <a:cubicBezTo>
                      <a:pt x="201197" y="246490"/>
                      <a:pt x="186536" y="234570"/>
                      <a:pt x="196906" y="234570"/>
                    </a:cubicBezTo>
                    <a:cubicBezTo>
                      <a:pt x="207276" y="234570"/>
                      <a:pt x="199886" y="218360"/>
                      <a:pt x="207276" y="216811"/>
                    </a:cubicBezTo>
                    <a:cubicBezTo>
                      <a:pt x="214666" y="215261"/>
                      <a:pt x="216096" y="209421"/>
                      <a:pt x="216096" y="202031"/>
                    </a:cubicBezTo>
                    <a:cubicBezTo>
                      <a:pt x="216096" y="194641"/>
                      <a:pt x="232306" y="190112"/>
                      <a:pt x="236716" y="188801"/>
                    </a:cubicBezTo>
                    <a:cubicBezTo>
                      <a:pt x="241126" y="187490"/>
                      <a:pt x="239696" y="163651"/>
                      <a:pt x="239696" y="163651"/>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65" name="Freeform: Shape 64">
                <a:extLst>
                  <a:ext uri="{FF2B5EF4-FFF2-40B4-BE49-F238E27FC236}">
                    <a16:creationId xmlns:a16="http://schemas.microsoft.com/office/drawing/2014/main" id="{AE3ECE81-E26C-4F77-AA27-6F06A9F4086B}"/>
                  </a:ext>
                </a:extLst>
              </p:cNvPr>
              <p:cNvSpPr/>
              <p:nvPr/>
            </p:nvSpPr>
            <p:spPr>
              <a:xfrm>
                <a:off x="4850236" y="7819246"/>
                <a:ext cx="256711" cy="261627"/>
              </a:xfrm>
              <a:custGeom>
                <a:avLst/>
                <a:gdLst>
                  <a:gd name="connsiteX0" fmla="*/ 240835 w 256711"/>
                  <a:gd name="connsiteY0" fmla="*/ 56140 h 261627"/>
                  <a:gd name="connsiteX1" fmla="*/ 223313 w 256711"/>
                  <a:gd name="connsiteY1" fmla="*/ 13946 h 261627"/>
                  <a:gd name="connsiteX2" fmla="*/ 220572 w 256711"/>
                  <a:gd name="connsiteY2" fmla="*/ 17760 h 261627"/>
                  <a:gd name="connsiteX3" fmla="*/ 195065 w 256711"/>
                  <a:gd name="connsiteY3" fmla="*/ 16329 h 261627"/>
                  <a:gd name="connsiteX4" fmla="*/ 164909 w 256711"/>
                  <a:gd name="connsiteY4" fmla="*/ 9893 h 261627"/>
                  <a:gd name="connsiteX5" fmla="*/ 114968 w 256711"/>
                  <a:gd name="connsiteY5" fmla="*/ 18117 h 261627"/>
                  <a:gd name="connsiteX6" fmla="*/ 88030 w 256711"/>
                  <a:gd name="connsiteY6" fmla="*/ 20501 h 261627"/>
                  <a:gd name="connsiteX7" fmla="*/ 44167 w 256711"/>
                  <a:gd name="connsiteY7" fmla="*/ 8582 h 261627"/>
                  <a:gd name="connsiteX8" fmla="*/ 8410 w 256711"/>
                  <a:gd name="connsiteY8" fmla="*/ 0 h 261627"/>
                  <a:gd name="connsiteX9" fmla="*/ 6264 w 256711"/>
                  <a:gd name="connsiteY9" fmla="*/ 5960 h 261627"/>
                  <a:gd name="connsiteX10" fmla="*/ 3284 w 256711"/>
                  <a:gd name="connsiteY10" fmla="*/ 35519 h 261627"/>
                  <a:gd name="connsiteX11" fmla="*/ 3284 w 256711"/>
                  <a:gd name="connsiteY11" fmla="*/ 71277 h 261627"/>
                  <a:gd name="connsiteX12" fmla="*/ 3284 w 256711"/>
                  <a:gd name="connsiteY12" fmla="*/ 255906 h 261627"/>
                  <a:gd name="connsiteX13" fmla="*/ 149414 w 256711"/>
                  <a:gd name="connsiteY13" fmla="*/ 255906 h 261627"/>
                  <a:gd name="connsiteX14" fmla="*/ 157877 w 256711"/>
                  <a:gd name="connsiteY14" fmla="*/ 250304 h 261627"/>
                  <a:gd name="connsiteX15" fmla="*/ 169200 w 256711"/>
                  <a:gd name="connsiteY15" fmla="*/ 254476 h 261627"/>
                  <a:gd name="connsiteX16" fmla="*/ 200428 w 256711"/>
                  <a:gd name="connsiteY16" fmla="*/ 254476 h 261627"/>
                  <a:gd name="connsiteX17" fmla="*/ 213182 w 256711"/>
                  <a:gd name="connsiteY17" fmla="*/ 261627 h 261627"/>
                  <a:gd name="connsiteX18" fmla="*/ 227366 w 256711"/>
                  <a:gd name="connsiteY18" fmla="*/ 250304 h 261627"/>
                  <a:gd name="connsiteX19" fmla="*/ 242861 w 256711"/>
                  <a:gd name="connsiteY19" fmla="*/ 233260 h 261627"/>
                  <a:gd name="connsiteX20" fmla="*/ 255615 w 256711"/>
                  <a:gd name="connsiteY20" fmla="*/ 224797 h 261627"/>
                  <a:gd name="connsiteX21" fmla="*/ 256449 w 256711"/>
                  <a:gd name="connsiteY21" fmla="*/ 223724 h 261627"/>
                  <a:gd name="connsiteX22" fmla="*/ 256449 w 256711"/>
                  <a:gd name="connsiteY22" fmla="*/ 214070 h 261627"/>
                  <a:gd name="connsiteX23" fmla="*/ 245483 w 256711"/>
                  <a:gd name="connsiteY23" fmla="*/ 187609 h 261627"/>
                  <a:gd name="connsiteX24" fmla="*/ 219976 w 256711"/>
                  <a:gd name="connsiteY24" fmla="*/ 138621 h 261627"/>
                  <a:gd name="connsiteX25" fmla="*/ 208653 w 256711"/>
                  <a:gd name="connsiteY25" fmla="*/ 114782 h 261627"/>
                  <a:gd name="connsiteX26" fmla="*/ 192323 w 256711"/>
                  <a:gd name="connsiteY26" fmla="*/ 88202 h 261627"/>
                  <a:gd name="connsiteX27" fmla="*/ 181358 w 256711"/>
                  <a:gd name="connsiteY27" fmla="*/ 44340 h 261627"/>
                  <a:gd name="connsiteX28" fmla="*/ 197330 w 256711"/>
                  <a:gd name="connsiteY28" fmla="*/ 75091 h 261627"/>
                  <a:gd name="connsiteX29" fmla="*/ 221168 w 256711"/>
                  <a:gd name="connsiteY29" fmla="*/ 106677 h 261627"/>
                  <a:gd name="connsiteX30" fmla="*/ 235710 w 256711"/>
                  <a:gd name="connsiteY30" fmla="*/ 72707 h 261627"/>
                  <a:gd name="connsiteX31" fmla="*/ 236305 w 256711"/>
                  <a:gd name="connsiteY31" fmla="*/ 73661 h 261627"/>
                  <a:gd name="connsiteX32" fmla="*/ 237259 w 256711"/>
                  <a:gd name="connsiteY32" fmla="*/ 67224 h 2616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Lst>
                <a:rect l="l" t="t" r="r" b="b"/>
                <a:pathLst>
                  <a:path w="256711" h="261627">
                    <a:moveTo>
                      <a:pt x="240835" y="56140"/>
                    </a:moveTo>
                    <a:lnTo>
                      <a:pt x="223313" y="13946"/>
                    </a:lnTo>
                    <a:cubicBezTo>
                      <a:pt x="222479" y="15269"/>
                      <a:pt x="221561" y="16544"/>
                      <a:pt x="220572" y="17760"/>
                    </a:cubicBezTo>
                    <a:cubicBezTo>
                      <a:pt x="217711" y="20501"/>
                      <a:pt x="206030" y="13469"/>
                      <a:pt x="195065" y="16329"/>
                    </a:cubicBezTo>
                    <a:cubicBezTo>
                      <a:pt x="184552" y="18225"/>
                      <a:pt x="173729" y="15912"/>
                      <a:pt x="164909" y="9893"/>
                    </a:cubicBezTo>
                    <a:cubicBezTo>
                      <a:pt x="154301" y="4648"/>
                      <a:pt x="119616" y="11323"/>
                      <a:pt x="114968" y="18117"/>
                    </a:cubicBezTo>
                    <a:cubicBezTo>
                      <a:pt x="110319" y="24911"/>
                      <a:pt x="98757" y="24792"/>
                      <a:pt x="88030" y="20501"/>
                    </a:cubicBezTo>
                    <a:cubicBezTo>
                      <a:pt x="74120" y="14267"/>
                      <a:pt x="59317" y="10239"/>
                      <a:pt x="44167" y="8582"/>
                    </a:cubicBezTo>
                    <a:cubicBezTo>
                      <a:pt x="25931" y="7032"/>
                      <a:pt x="11270" y="4410"/>
                      <a:pt x="8410" y="0"/>
                    </a:cubicBezTo>
                    <a:lnTo>
                      <a:pt x="6264" y="5960"/>
                    </a:lnTo>
                    <a:cubicBezTo>
                      <a:pt x="305" y="22170"/>
                      <a:pt x="10674" y="26699"/>
                      <a:pt x="3284" y="35519"/>
                    </a:cubicBezTo>
                    <a:cubicBezTo>
                      <a:pt x="-4105" y="44340"/>
                      <a:pt x="3284" y="54709"/>
                      <a:pt x="3284" y="71277"/>
                    </a:cubicBezTo>
                    <a:lnTo>
                      <a:pt x="3284" y="255906"/>
                    </a:lnTo>
                    <a:lnTo>
                      <a:pt x="149414" y="255906"/>
                    </a:lnTo>
                    <a:lnTo>
                      <a:pt x="157877" y="250304"/>
                    </a:lnTo>
                    <a:cubicBezTo>
                      <a:pt x="162168" y="247443"/>
                      <a:pt x="169200" y="254476"/>
                      <a:pt x="169200" y="254476"/>
                    </a:cubicBezTo>
                    <a:lnTo>
                      <a:pt x="200428" y="254476"/>
                    </a:lnTo>
                    <a:cubicBezTo>
                      <a:pt x="203563" y="258457"/>
                      <a:pt x="208152" y="261031"/>
                      <a:pt x="213182" y="261627"/>
                    </a:cubicBezTo>
                    <a:cubicBezTo>
                      <a:pt x="220214" y="261627"/>
                      <a:pt x="216043" y="250304"/>
                      <a:pt x="227366" y="250304"/>
                    </a:cubicBezTo>
                    <a:cubicBezTo>
                      <a:pt x="238689" y="250304"/>
                      <a:pt x="235829" y="233260"/>
                      <a:pt x="242861" y="233260"/>
                    </a:cubicBezTo>
                    <a:cubicBezTo>
                      <a:pt x="249894" y="233260"/>
                      <a:pt x="248582" y="234690"/>
                      <a:pt x="255615" y="224797"/>
                    </a:cubicBezTo>
                    <a:lnTo>
                      <a:pt x="256449" y="223724"/>
                    </a:lnTo>
                    <a:cubicBezTo>
                      <a:pt x="255972" y="220518"/>
                      <a:pt x="255972" y="217276"/>
                      <a:pt x="256449" y="214070"/>
                    </a:cubicBezTo>
                    <a:cubicBezTo>
                      <a:pt x="258237" y="202150"/>
                      <a:pt x="250489" y="203461"/>
                      <a:pt x="245483" y="187609"/>
                    </a:cubicBezTo>
                    <a:cubicBezTo>
                      <a:pt x="240477" y="171756"/>
                      <a:pt x="220691" y="147918"/>
                      <a:pt x="219976" y="138621"/>
                    </a:cubicBezTo>
                    <a:cubicBezTo>
                      <a:pt x="219261" y="129324"/>
                      <a:pt x="208057" y="124199"/>
                      <a:pt x="208653" y="114782"/>
                    </a:cubicBezTo>
                    <a:cubicBezTo>
                      <a:pt x="209249" y="105366"/>
                      <a:pt x="203408" y="103817"/>
                      <a:pt x="192323" y="88202"/>
                    </a:cubicBezTo>
                    <a:cubicBezTo>
                      <a:pt x="181239" y="72588"/>
                      <a:pt x="178139" y="45412"/>
                      <a:pt x="181358" y="44340"/>
                    </a:cubicBezTo>
                    <a:cubicBezTo>
                      <a:pt x="184576" y="43267"/>
                      <a:pt x="193277" y="67344"/>
                      <a:pt x="197330" y="75091"/>
                    </a:cubicBezTo>
                    <a:cubicBezTo>
                      <a:pt x="201382" y="82839"/>
                      <a:pt x="212944" y="106677"/>
                      <a:pt x="221168" y="106677"/>
                    </a:cubicBezTo>
                    <a:cubicBezTo>
                      <a:pt x="229392" y="106677"/>
                      <a:pt x="233087" y="70920"/>
                      <a:pt x="235710" y="72707"/>
                    </a:cubicBezTo>
                    <a:cubicBezTo>
                      <a:pt x="236031" y="72934"/>
                      <a:pt x="236246" y="73280"/>
                      <a:pt x="236305" y="73661"/>
                    </a:cubicBezTo>
                    <a:lnTo>
                      <a:pt x="237259" y="67224"/>
                    </a:ln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66" name="Freeform: Shape 65">
                <a:extLst>
                  <a:ext uri="{FF2B5EF4-FFF2-40B4-BE49-F238E27FC236}">
                    <a16:creationId xmlns:a16="http://schemas.microsoft.com/office/drawing/2014/main" id="{2CBE67F7-AD35-493C-8570-42FFDEBB6040}"/>
                  </a:ext>
                </a:extLst>
              </p:cNvPr>
              <p:cNvSpPr/>
              <p:nvPr/>
            </p:nvSpPr>
            <p:spPr>
              <a:xfrm>
                <a:off x="4481394" y="8560623"/>
                <a:ext cx="131946" cy="150063"/>
              </a:xfrm>
              <a:custGeom>
                <a:avLst/>
                <a:gdLst>
                  <a:gd name="connsiteX0" fmla="*/ 65087 w 131946"/>
                  <a:gd name="connsiteY0" fmla="*/ 143269 h 150063"/>
                  <a:gd name="connsiteX1" fmla="*/ 68067 w 131946"/>
                  <a:gd name="connsiteY1" fmla="*/ 124079 h 150063"/>
                  <a:gd name="connsiteX2" fmla="*/ 82966 w 131946"/>
                  <a:gd name="connsiteY2" fmla="*/ 113710 h 150063"/>
                  <a:gd name="connsiteX3" fmla="*/ 93335 w 131946"/>
                  <a:gd name="connsiteY3" fmla="*/ 100360 h 150063"/>
                  <a:gd name="connsiteX4" fmla="*/ 106685 w 131946"/>
                  <a:gd name="connsiteY4" fmla="*/ 115140 h 150063"/>
                  <a:gd name="connsiteX5" fmla="*/ 124445 w 131946"/>
                  <a:gd name="connsiteY5" fmla="*/ 118120 h 150063"/>
                  <a:gd name="connsiteX6" fmla="*/ 131835 w 131946"/>
                  <a:gd name="connsiteY6" fmla="*/ 89990 h 150063"/>
                  <a:gd name="connsiteX7" fmla="*/ 125875 w 131946"/>
                  <a:gd name="connsiteY7" fmla="*/ 64841 h 150063"/>
                  <a:gd name="connsiteX8" fmla="*/ 121465 w 131946"/>
                  <a:gd name="connsiteY8" fmla="*/ 45532 h 150063"/>
                  <a:gd name="connsiteX9" fmla="*/ 128676 w 131946"/>
                  <a:gd name="connsiteY9" fmla="*/ 31991 h 150063"/>
                  <a:gd name="connsiteX10" fmla="*/ 124445 w 131946"/>
                  <a:gd name="connsiteY10" fmla="*/ 26222 h 150063"/>
                  <a:gd name="connsiteX11" fmla="*/ 100606 w 131946"/>
                  <a:gd name="connsiteY11" fmla="*/ 26222 h 150063"/>
                  <a:gd name="connsiteX12" fmla="*/ 103109 w 131946"/>
                  <a:gd name="connsiteY12" fmla="*/ 1550 h 150063"/>
                  <a:gd name="connsiteX13" fmla="*/ 67352 w 131946"/>
                  <a:gd name="connsiteY13" fmla="*/ 0 h 150063"/>
                  <a:gd name="connsiteX14" fmla="*/ 62942 w 131946"/>
                  <a:gd name="connsiteY14" fmla="*/ 1311 h 150063"/>
                  <a:gd name="connsiteX15" fmla="*/ 61988 w 131946"/>
                  <a:gd name="connsiteY15" fmla="*/ 32182 h 150063"/>
                  <a:gd name="connsiteX16" fmla="*/ 29329 w 131946"/>
                  <a:gd name="connsiteY16" fmla="*/ 33732 h 150063"/>
                  <a:gd name="connsiteX17" fmla="*/ 18244 w 131946"/>
                  <a:gd name="connsiteY17" fmla="*/ 35162 h 150063"/>
                  <a:gd name="connsiteX18" fmla="*/ 14192 w 131946"/>
                  <a:gd name="connsiteY18" fmla="*/ 40168 h 150063"/>
                  <a:gd name="connsiteX19" fmla="*/ 23370 w 131946"/>
                  <a:gd name="connsiteY19" fmla="*/ 52087 h 150063"/>
                  <a:gd name="connsiteX20" fmla="*/ 10258 w 131946"/>
                  <a:gd name="connsiteY20" fmla="*/ 62099 h 150063"/>
                  <a:gd name="connsiteX21" fmla="*/ 723 w 131946"/>
                  <a:gd name="connsiteY21" fmla="*/ 77237 h 150063"/>
                  <a:gd name="connsiteX22" fmla="*/ 12642 w 131946"/>
                  <a:gd name="connsiteY22" fmla="*/ 98572 h 150063"/>
                  <a:gd name="connsiteX23" fmla="*/ 30044 w 131946"/>
                  <a:gd name="connsiteY23" fmla="*/ 120504 h 150063"/>
                  <a:gd name="connsiteX24" fmla="*/ 53883 w 131946"/>
                  <a:gd name="connsiteY24" fmla="*/ 150063 h 150063"/>
                  <a:gd name="connsiteX25" fmla="*/ 65087 w 131946"/>
                  <a:gd name="connsiteY25" fmla="*/ 143269 h 1500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31946" h="150063">
                    <a:moveTo>
                      <a:pt x="65087" y="143269"/>
                    </a:moveTo>
                    <a:cubicBezTo>
                      <a:pt x="77006" y="143269"/>
                      <a:pt x="72596" y="135880"/>
                      <a:pt x="68067" y="124079"/>
                    </a:cubicBezTo>
                    <a:cubicBezTo>
                      <a:pt x="63537" y="112279"/>
                      <a:pt x="75576" y="113710"/>
                      <a:pt x="82966" y="113710"/>
                    </a:cubicBezTo>
                    <a:cubicBezTo>
                      <a:pt x="90356" y="113710"/>
                      <a:pt x="87376" y="100360"/>
                      <a:pt x="93335" y="100360"/>
                    </a:cubicBezTo>
                    <a:cubicBezTo>
                      <a:pt x="99295" y="100360"/>
                      <a:pt x="100725" y="116689"/>
                      <a:pt x="106685" y="115140"/>
                    </a:cubicBezTo>
                    <a:cubicBezTo>
                      <a:pt x="112645" y="113590"/>
                      <a:pt x="116936" y="119550"/>
                      <a:pt x="124445" y="118120"/>
                    </a:cubicBezTo>
                    <a:cubicBezTo>
                      <a:pt x="131954" y="116689"/>
                      <a:pt x="131835" y="101790"/>
                      <a:pt x="131835" y="89990"/>
                    </a:cubicBezTo>
                    <a:cubicBezTo>
                      <a:pt x="131835" y="78190"/>
                      <a:pt x="133265" y="69251"/>
                      <a:pt x="125875" y="64841"/>
                    </a:cubicBezTo>
                    <a:cubicBezTo>
                      <a:pt x="118485" y="60431"/>
                      <a:pt x="112526" y="49942"/>
                      <a:pt x="121465" y="45532"/>
                    </a:cubicBezTo>
                    <a:cubicBezTo>
                      <a:pt x="127198" y="43779"/>
                      <a:pt x="130416" y="37724"/>
                      <a:pt x="128676" y="31991"/>
                    </a:cubicBezTo>
                    <a:cubicBezTo>
                      <a:pt x="127949" y="29643"/>
                      <a:pt x="126459" y="27617"/>
                      <a:pt x="124445" y="26222"/>
                    </a:cubicBezTo>
                    <a:cubicBezTo>
                      <a:pt x="116936" y="20382"/>
                      <a:pt x="100606" y="32182"/>
                      <a:pt x="100606" y="26222"/>
                    </a:cubicBezTo>
                    <a:cubicBezTo>
                      <a:pt x="100606" y="23004"/>
                      <a:pt x="101917" y="11443"/>
                      <a:pt x="103109" y="1550"/>
                    </a:cubicBezTo>
                    <a:cubicBezTo>
                      <a:pt x="85946" y="1550"/>
                      <a:pt x="67352" y="0"/>
                      <a:pt x="67352" y="0"/>
                    </a:cubicBezTo>
                    <a:lnTo>
                      <a:pt x="62942" y="1311"/>
                    </a:lnTo>
                    <a:cubicBezTo>
                      <a:pt x="63597" y="11609"/>
                      <a:pt x="63287" y="21943"/>
                      <a:pt x="61988" y="32182"/>
                    </a:cubicBezTo>
                    <a:cubicBezTo>
                      <a:pt x="61988" y="32182"/>
                      <a:pt x="35289" y="33732"/>
                      <a:pt x="29329" y="33732"/>
                    </a:cubicBezTo>
                    <a:cubicBezTo>
                      <a:pt x="25610" y="33994"/>
                      <a:pt x="21915" y="34482"/>
                      <a:pt x="18244" y="35162"/>
                    </a:cubicBezTo>
                    <a:cubicBezTo>
                      <a:pt x="17076" y="36974"/>
                      <a:pt x="15717" y="38642"/>
                      <a:pt x="14192" y="40168"/>
                    </a:cubicBezTo>
                    <a:cubicBezTo>
                      <a:pt x="10973" y="43386"/>
                      <a:pt x="21582" y="47677"/>
                      <a:pt x="23370" y="52087"/>
                    </a:cubicBezTo>
                    <a:cubicBezTo>
                      <a:pt x="25157" y="56497"/>
                      <a:pt x="9901" y="55305"/>
                      <a:pt x="10258" y="62099"/>
                    </a:cubicBezTo>
                    <a:cubicBezTo>
                      <a:pt x="9746" y="68405"/>
                      <a:pt x="6194" y="74054"/>
                      <a:pt x="723" y="77237"/>
                    </a:cubicBezTo>
                    <a:cubicBezTo>
                      <a:pt x="-3568" y="80455"/>
                      <a:pt x="12642" y="93924"/>
                      <a:pt x="12642" y="98572"/>
                    </a:cubicBezTo>
                    <a:cubicBezTo>
                      <a:pt x="12642" y="103221"/>
                      <a:pt x="16575" y="107392"/>
                      <a:pt x="30044" y="120504"/>
                    </a:cubicBezTo>
                    <a:cubicBezTo>
                      <a:pt x="43513" y="133615"/>
                      <a:pt x="36719" y="136237"/>
                      <a:pt x="53883" y="150063"/>
                    </a:cubicBezTo>
                    <a:cubicBezTo>
                      <a:pt x="56159" y="145975"/>
                      <a:pt x="60415" y="143400"/>
                      <a:pt x="65087" y="143269"/>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67" name="Freeform: Shape 66">
                <a:extLst>
                  <a:ext uri="{FF2B5EF4-FFF2-40B4-BE49-F238E27FC236}">
                    <a16:creationId xmlns:a16="http://schemas.microsoft.com/office/drawing/2014/main" id="{2CBB9BCC-305D-40EC-8EA7-75AA378BEB82}"/>
                  </a:ext>
                </a:extLst>
              </p:cNvPr>
              <p:cNvSpPr/>
              <p:nvPr/>
            </p:nvSpPr>
            <p:spPr>
              <a:xfrm>
                <a:off x="4494241" y="8561934"/>
                <a:ext cx="50665" cy="33850"/>
              </a:xfrm>
              <a:custGeom>
                <a:avLst/>
                <a:gdLst>
                  <a:gd name="connsiteX0" fmla="*/ 49379 w 50665"/>
                  <a:gd name="connsiteY0" fmla="*/ 30871 h 33850"/>
                  <a:gd name="connsiteX1" fmla="*/ 50333 w 50665"/>
                  <a:gd name="connsiteY1" fmla="*/ 0 h 33850"/>
                  <a:gd name="connsiteX2" fmla="*/ 44373 w 50665"/>
                  <a:gd name="connsiteY2" fmla="*/ 1669 h 33850"/>
                  <a:gd name="connsiteX3" fmla="*/ 11237 w 50665"/>
                  <a:gd name="connsiteY3" fmla="*/ 1669 h 33850"/>
                  <a:gd name="connsiteX4" fmla="*/ 11237 w 50665"/>
                  <a:gd name="connsiteY4" fmla="*/ 2384 h 33850"/>
                  <a:gd name="connsiteX5" fmla="*/ 8544 w 50665"/>
                  <a:gd name="connsiteY5" fmla="*/ 16627 h 33850"/>
                  <a:gd name="connsiteX6" fmla="*/ 5635 w 50665"/>
                  <a:gd name="connsiteY6" fmla="*/ 17998 h 33850"/>
                  <a:gd name="connsiteX7" fmla="*/ 4563 w 50665"/>
                  <a:gd name="connsiteY7" fmla="*/ 27533 h 33850"/>
                  <a:gd name="connsiteX8" fmla="*/ 5397 w 50665"/>
                  <a:gd name="connsiteY8" fmla="*/ 33851 h 33850"/>
                  <a:gd name="connsiteX9" fmla="*/ 16482 w 50665"/>
                  <a:gd name="connsiteY9" fmla="*/ 32420 h 33850"/>
                  <a:gd name="connsiteX10" fmla="*/ 49379 w 50665"/>
                  <a:gd name="connsiteY10" fmla="*/ 30871 h 338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50665" h="33850">
                    <a:moveTo>
                      <a:pt x="49379" y="30871"/>
                    </a:moveTo>
                    <a:cubicBezTo>
                      <a:pt x="50678" y="20632"/>
                      <a:pt x="50988" y="10298"/>
                      <a:pt x="50333" y="0"/>
                    </a:cubicBezTo>
                    <a:lnTo>
                      <a:pt x="44373" y="1669"/>
                    </a:lnTo>
                    <a:lnTo>
                      <a:pt x="11237" y="1669"/>
                    </a:lnTo>
                    <a:cubicBezTo>
                      <a:pt x="11237" y="1669"/>
                      <a:pt x="11237" y="1669"/>
                      <a:pt x="11237" y="2384"/>
                    </a:cubicBezTo>
                    <a:cubicBezTo>
                      <a:pt x="14420" y="7056"/>
                      <a:pt x="13216" y="13433"/>
                      <a:pt x="8544" y="16627"/>
                    </a:cubicBezTo>
                    <a:cubicBezTo>
                      <a:pt x="7650" y="17235"/>
                      <a:pt x="6672" y="17700"/>
                      <a:pt x="5635" y="17998"/>
                    </a:cubicBezTo>
                    <a:cubicBezTo>
                      <a:pt x="-1874" y="20501"/>
                      <a:pt x="-1516" y="27176"/>
                      <a:pt x="4563" y="27533"/>
                    </a:cubicBezTo>
                    <a:cubicBezTo>
                      <a:pt x="8258" y="27533"/>
                      <a:pt x="7423" y="30751"/>
                      <a:pt x="5397" y="33851"/>
                    </a:cubicBezTo>
                    <a:cubicBezTo>
                      <a:pt x="9068" y="33171"/>
                      <a:pt x="12763" y="32683"/>
                      <a:pt x="16482" y="32420"/>
                    </a:cubicBezTo>
                    <a:cubicBezTo>
                      <a:pt x="22680" y="32420"/>
                      <a:pt x="49379" y="30871"/>
                      <a:pt x="49379" y="30871"/>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68" name="Freeform: Shape 67">
                <a:extLst>
                  <a:ext uri="{FF2B5EF4-FFF2-40B4-BE49-F238E27FC236}">
                    <a16:creationId xmlns:a16="http://schemas.microsoft.com/office/drawing/2014/main" id="{3FDEDFC6-2585-42E5-B77A-D2A3AD9D56CC}"/>
                  </a:ext>
                </a:extLst>
              </p:cNvPr>
              <p:cNvSpPr/>
              <p:nvPr/>
            </p:nvSpPr>
            <p:spPr>
              <a:xfrm>
                <a:off x="4535277" y="8526534"/>
                <a:ext cx="168090" cy="211566"/>
              </a:xfrm>
              <a:custGeom>
                <a:avLst/>
                <a:gdLst>
                  <a:gd name="connsiteX0" fmla="*/ 45293 w 168090"/>
                  <a:gd name="connsiteY0" fmla="*/ 199647 h 211566"/>
                  <a:gd name="connsiteX1" fmla="*/ 61623 w 168090"/>
                  <a:gd name="connsiteY1" fmla="*/ 201077 h 211566"/>
                  <a:gd name="connsiteX2" fmla="*/ 80932 w 168090"/>
                  <a:gd name="connsiteY2" fmla="*/ 202627 h 211566"/>
                  <a:gd name="connsiteX3" fmla="*/ 91301 w 168090"/>
                  <a:gd name="connsiteY3" fmla="*/ 201077 h 211566"/>
                  <a:gd name="connsiteX4" fmla="*/ 106081 w 168090"/>
                  <a:gd name="connsiteY4" fmla="*/ 187728 h 211566"/>
                  <a:gd name="connsiteX5" fmla="*/ 115021 w 168090"/>
                  <a:gd name="connsiteY5" fmla="*/ 169968 h 211566"/>
                  <a:gd name="connsiteX6" fmla="*/ 116451 w 168090"/>
                  <a:gd name="connsiteY6" fmla="*/ 130039 h 211566"/>
                  <a:gd name="connsiteX7" fmla="*/ 137191 w 168090"/>
                  <a:gd name="connsiteY7" fmla="*/ 103340 h 211566"/>
                  <a:gd name="connsiteX8" fmla="*/ 154950 w 168090"/>
                  <a:gd name="connsiteY8" fmla="*/ 52921 h 211566"/>
                  <a:gd name="connsiteX9" fmla="*/ 163890 w 168090"/>
                  <a:gd name="connsiteY9" fmla="*/ 27772 h 211566"/>
                  <a:gd name="connsiteX10" fmla="*/ 167466 w 168090"/>
                  <a:gd name="connsiteY10" fmla="*/ 2980 h 211566"/>
                  <a:gd name="connsiteX11" fmla="*/ 167466 w 168090"/>
                  <a:gd name="connsiteY11" fmla="*/ 2980 h 211566"/>
                  <a:gd name="connsiteX12" fmla="*/ 146726 w 168090"/>
                  <a:gd name="connsiteY12" fmla="*/ 0 h 211566"/>
                  <a:gd name="connsiteX13" fmla="*/ 136356 w 168090"/>
                  <a:gd name="connsiteY13" fmla="*/ 2980 h 211566"/>
                  <a:gd name="connsiteX14" fmla="*/ 123126 w 168090"/>
                  <a:gd name="connsiteY14" fmla="*/ 5960 h 211566"/>
                  <a:gd name="connsiteX15" fmla="*/ 118597 w 168090"/>
                  <a:gd name="connsiteY15" fmla="*/ 23719 h 211566"/>
                  <a:gd name="connsiteX16" fmla="*/ 111207 w 168090"/>
                  <a:gd name="connsiteY16" fmla="*/ 47558 h 211566"/>
                  <a:gd name="connsiteX17" fmla="*/ 77237 w 168090"/>
                  <a:gd name="connsiteY17" fmla="*/ 35638 h 211566"/>
                  <a:gd name="connsiteX18" fmla="*/ 49346 w 168090"/>
                  <a:gd name="connsiteY18" fmla="*/ 35638 h 211566"/>
                  <a:gd name="connsiteX19" fmla="*/ 46843 w 168090"/>
                  <a:gd name="connsiteY19" fmla="*/ 60311 h 211566"/>
                  <a:gd name="connsiteX20" fmla="*/ 70681 w 168090"/>
                  <a:gd name="connsiteY20" fmla="*/ 60311 h 211566"/>
                  <a:gd name="connsiteX21" fmla="*/ 73470 w 168090"/>
                  <a:gd name="connsiteY21" fmla="*/ 75401 h 211566"/>
                  <a:gd name="connsiteX22" fmla="*/ 67701 w 168090"/>
                  <a:gd name="connsiteY22" fmla="*/ 79620 h 211566"/>
                  <a:gd name="connsiteX23" fmla="*/ 72112 w 168090"/>
                  <a:gd name="connsiteY23" fmla="*/ 98930 h 211566"/>
                  <a:gd name="connsiteX24" fmla="*/ 78071 w 168090"/>
                  <a:gd name="connsiteY24" fmla="*/ 124079 h 211566"/>
                  <a:gd name="connsiteX25" fmla="*/ 70681 w 168090"/>
                  <a:gd name="connsiteY25" fmla="*/ 152209 h 211566"/>
                  <a:gd name="connsiteX26" fmla="*/ 52921 w 168090"/>
                  <a:gd name="connsiteY26" fmla="*/ 149229 h 211566"/>
                  <a:gd name="connsiteX27" fmla="*/ 39572 w 168090"/>
                  <a:gd name="connsiteY27" fmla="*/ 134449 h 211566"/>
                  <a:gd name="connsiteX28" fmla="*/ 29202 w 168090"/>
                  <a:gd name="connsiteY28" fmla="*/ 147798 h 211566"/>
                  <a:gd name="connsiteX29" fmla="*/ 14303 w 168090"/>
                  <a:gd name="connsiteY29" fmla="*/ 158168 h 211566"/>
                  <a:gd name="connsiteX30" fmla="*/ 11323 w 168090"/>
                  <a:gd name="connsiteY30" fmla="*/ 177358 h 211566"/>
                  <a:gd name="connsiteX31" fmla="*/ 0 w 168090"/>
                  <a:gd name="connsiteY31" fmla="*/ 184271 h 211566"/>
                  <a:gd name="connsiteX32" fmla="*/ 2503 w 168090"/>
                  <a:gd name="connsiteY32" fmla="*/ 186178 h 211566"/>
                  <a:gd name="connsiteX33" fmla="*/ 23004 w 168090"/>
                  <a:gd name="connsiteY33" fmla="*/ 211566 h 211566"/>
                  <a:gd name="connsiteX34" fmla="*/ 45293 w 168090"/>
                  <a:gd name="connsiteY34" fmla="*/ 199647 h 21156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Lst>
                <a:rect l="l" t="t" r="r" b="b"/>
                <a:pathLst>
                  <a:path w="168090" h="211566">
                    <a:moveTo>
                      <a:pt x="45293" y="199647"/>
                    </a:moveTo>
                    <a:cubicBezTo>
                      <a:pt x="49822" y="201077"/>
                      <a:pt x="52802" y="208467"/>
                      <a:pt x="61623" y="201077"/>
                    </a:cubicBezTo>
                    <a:cubicBezTo>
                      <a:pt x="70443" y="193688"/>
                      <a:pt x="80932" y="195237"/>
                      <a:pt x="80932" y="202627"/>
                    </a:cubicBezTo>
                    <a:cubicBezTo>
                      <a:pt x="80932" y="210017"/>
                      <a:pt x="83912" y="208467"/>
                      <a:pt x="91301" y="201077"/>
                    </a:cubicBezTo>
                    <a:cubicBezTo>
                      <a:pt x="98691" y="193688"/>
                      <a:pt x="106081" y="202627"/>
                      <a:pt x="106081" y="187728"/>
                    </a:cubicBezTo>
                    <a:cubicBezTo>
                      <a:pt x="106081" y="172829"/>
                      <a:pt x="115021" y="186298"/>
                      <a:pt x="115021" y="169968"/>
                    </a:cubicBezTo>
                    <a:cubicBezTo>
                      <a:pt x="115021" y="153639"/>
                      <a:pt x="116451" y="137429"/>
                      <a:pt x="116451" y="130039"/>
                    </a:cubicBezTo>
                    <a:cubicBezTo>
                      <a:pt x="116451" y="122649"/>
                      <a:pt x="137191" y="115140"/>
                      <a:pt x="137191" y="103340"/>
                    </a:cubicBezTo>
                    <a:cubicBezTo>
                      <a:pt x="137191" y="91540"/>
                      <a:pt x="154950" y="67582"/>
                      <a:pt x="154950" y="52921"/>
                    </a:cubicBezTo>
                    <a:cubicBezTo>
                      <a:pt x="154569" y="43696"/>
                      <a:pt x="157775" y="34685"/>
                      <a:pt x="163890" y="27772"/>
                    </a:cubicBezTo>
                    <a:cubicBezTo>
                      <a:pt x="167727" y="20108"/>
                      <a:pt x="168979" y="11419"/>
                      <a:pt x="167466" y="2980"/>
                    </a:cubicBezTo>
                    <a:lnTo>
                      <a:pt x="167466" y="2980"/>
                    </a:lnTo>
                    <a:lnTo>
                      <a:pt x="146726" y="0"/>
                    </a:lnTo>
                    <a:lnTo>
                      <a:pt x="136356" y="2980"/>
                    </a:lnTo>
                    <a:lnTo>
                      <a:pt x="123126" y="5960"/>
                    </a:lnTo>
                    <a:cubicBezTo>
                      <a:pt x="123841" y="12229"/>
                      <a:pt x="122232" y="18558"/>
                      <a:pt x="118597" y="23719"/>
                    </a:cubicBezTo>
                    <a:cubicBezTo>
                      <a:pt x="114401" y="31026"/>
                      <a:pt x="111874" y="39166"/>
                      <a:pt x="111207" y="47558"/>
                    </a:cubicBezTo>
                    <a:cubicBezTo>
                      <a:pt x="111207" y="47558"/>
                      <a:pt x="84627" y="34208"/>
                      <a:pt x="77237" y="35638"/>
                    </a:cubicBezTo>
                    <a:cubicBezTo>
                      <a:pt x="67951" y="36211"/>
                      <a:pt x="58631" y="36211"/>
                      <a:pt x="49346" y="35638"/>
                    </a:cubicBezTo>
                    <a:cubicBezTo>
                      <a:pt x="48154" y="45532"/>
                      <a:pt x="46843" y="57093"/>
                      <a:pt x="46843" y="60311"/>
                    </a:cubicBezTo>
                    <a:cubicBezTo>
                      <a:pt x="46843" y="66271"/>
                      <a:pt x="63053" y="54471"/>
                      <a:pt x="70681" y="60311"/>
                    </a:cubicBezTo>
                    <a:cubicBezTo>
                      <a:pt x="75616" y="63708"/>
                      <a:pt x="76867" y="70454"/>
                      <a:pt x="73470" y="75401"/>
                    </a:cubicBezTo>
                    <a:cubicBezTo>
                      <a:pt x="72076" y="77415"/>
                      <a:pt x="70050" y="78905"/>
                      <a:pt x="67701" y="79620"/>
                    </a:cubicBezTo>
                    <a:cubicBezTo>
                      <a:pt x="58762" y="84030"/>
                      <a:pt x="64721" y="94400"/>
                      <a:pt x="72112" y="98930"/>
                    </a:cubicBezTo>
                    <a:cubicBezTo>
                      <a:pt x="79502" y="103459"/>
                      <a:pt x="78071" y="112160"/>
                      <a:pt x="78071" y="124079"/>
                    </a:cubicBezTo>
                    <a:cubicBezTo>
                      <a:pt x="78071" y="135999"/>
                      <a:pt x="78071" y="150778"/>
                      <a:pt x="70681" y="152209"/>
                    </a:cubicBezTo>
                    <a:cubicBezTo>
                      <a:pt x="63291" y="153639"/>
                      <a:pt x="58762" y="147798"/>
                      <a:pt x="52921" y="149229"/>
                    </a:cubicBezTo>
                    <a:cubicBezTo>
                      <a:pt x="47081" y="150659"/>
                      <a:pt x="45412" y="134449"/>
                      <a:pt x="39572" y="134449"/>
                    </a:cubicBezTo>
                    <a:cubicBezTo>
                      <a:pt x="33732" y="134449"/>
                      <a:pt x="36592" y="147798"/>
                      <a:pt x="29202" y="147798"/>
                    </a:cubicBezTo>
                    <a:cubicBezTo>
                      <a:pt x="21812" y="147798"/>
                      <a:pt x="9893" y="146249"/>
                      <a:pt x="14303" y="158168"/>
                    </a:cubicBezTo>
                    <a:cubicBezTo>
                      <a:pt x="18713" y="170087"/>
                      <a:pt x="23243" y="177358"/>
                      <a:pt x="11323" y="177358"/>
                    </a:cubicBezTo>
                    <a:cubicBezTo>
                      <a:pt x="6579" y="177466"/>
                      <a:pt x="2265" y="180099"/>
                      <a:pt x="0" y="184271"/>
                    </a:cubicBezTo>
                    <a:cubicBezTo>
                      <a:pt x="787" y="184963"/>
                      <a:pt x="1621" y="185606"/>
                      <a:pt x="2503" y="186178"/>
                    </a:cubicBezTo>
                    <a:cubicBezTo>
                      <a:pt x="11204" y="192948"/>
                      <a:pt x="18213" y="201638"/>
                      <a:pt x="23004" y="211566"/>
                    </a:cubicBezTo>
                    <a:cubicBezTo>
                      <a:pt x="29524" y="206095"/>
                      <a:pt x="37117" y="202031"/>
                      <a:pt x="45293" y="199647"/>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69" name="Freeform: Shape 68">
                <a:extLst>
                  <a:ext uri="{FF2B5EF4-FFF2-40B4-BE49-F238E27FC236}">
                    <a16:creationId xmlns:a16="http://schemas.microsoft.com/office/drawing/2014/main" id="{C6393D1E-1BEB-4808-AE26-ED6AC7FB901F}"/>
                  </a:ext>
                </a:extLst>
              </p:cNvPr>
              <p:cNvSpPr/>
              <p:nvPr/>
            </p:nvSpPr>
            <p:spPr>
              <a:xfrm>
                <a:off x="4783233" y="8042613"/>
                <a:ext cx="391868" cy="487940"/>
              </a:xfrm>
              <a:custGeom>
                <a:avLst/>
                <a:gdLst>
                  <a:gd name="connsiteX0" fmla="*/ 309865 w 391868"/>
                  <a:gd name="connsiteY0" fmla="*/ 9059 h 487940"/>
                  <a:gd name="connsiteX1" fmla="*/ 294369 w 391868"/>
                  <a:gd name="connsiteY1" fmla="*/ 26103 h 487940"/>
                  <a:gd name="connsiteX2" fmla="*/ 280186 w 391868"/>
                  <a:gd name="connsiteY2" fmla="*/ 37426 h 487940"/>
                  <a:gd name="connsiteX3" fmla="*/ 267432 w 391868"/>
                  <a:gd name="connsiteY3" fmla="*/ 30275 h 487940"/>
                  <a:gd name="connsiteX4" fmla="*/ 236203 w 391868"/>
                  <a:gd name="connsiteY4" fmla="*/ 30275 h 487940"/>
                  <a:gd name="connsiteX5" fmla="*/ 224880 w 391868"/>
                  <a:gd name="connsiteY5" fmla="*/ 26103 h 487940"/>
                  <a:gd name="connsiteX6" fmla="*/ 216418 w 391868"/>
                  <a:gd name="connsiteY6" fmla="*/ 31705 h 487940"/>
                  <a:gd name="connsiteX7" fmla="*/ 70169 w 391868"/>
                  <a:gd name="connsiteY7" fmla="*/ 31705 h 487940"/>
                  <a:gd name="connsiteX8" fmla="*/ 70169 w 391868"/>
                  <a:gd name="connsiteY8" fmla="*/ 82124 h 487940"/>
                  <a:gd name="connsiteX9" fmla="*/ 47999 w 391868"/>
                  <a:gd name="connsiteY9" fmla="*/ 82124 h 487940"/>
                  <a:gd name="connsiteX10" fmla="*/ 47999 w 391868"/>
                  <a:gd name="connsiteY10" fmla="*/ 160433 h 487940"/>
                  <a:gd name="connsiteX11" fmla="*/ 45019 w 391868"/>
                  <a:gd name="connsiteY11" fmla="*/ 185583 h 487940"/>
                  <a:gd name="connsiteX12" fmla="*/ 24399 w 391868"/>
                  <a:gd name="connsiteY12" fmla="*/ 198813 h 487940"/>
                  <a:gd name="connsiteX13" fmla="*/ 15579 w 391868"/>
                  <a:gd name="connsiteY13" fmla="*/ 213593 h 487940"/>
                  <a:gd name="connsiteX14" fmla="*/ 5209 w 391868"/>
                  <a:gd name="connsiteY14" fmla="*/ 231352 h 487940"/>
                  <a:gd name="connsiteX15" fmla="*/ 3659 w 391868"/>
                  <a:gd name="connsiteY15" fmla="*/ 249112 h 487940"/>
                  <a:gd name="connsiteX16" fmla="*/ 6639 w 391868"/>
                  <a:gd name="connsiteY16" fmla="*/ 262462 h 487940"/>
                  <a:gd name="connsiteX17" fmla="*/ 11049 w 391868"/>
                  <a:gd name="connsiteY17" fmla="*/ 280102 h 487940"/>
                  <a:gd name="connsiteX18" fmla="*/ 22968 w 391868"/>
                  <a:gd name="connsiteY18" fmla="*/ 294882 h 487940"/>
                  <a:gd name="connsiteX19" fmla="*/ 19989 w 391868"/>
                  <a:gd name="connsiteY19" fmla="*/ 305252 h 487940"/>
                  <a:gd name="connsiteX20" fmla="*/ 37748 w 391868"/>
                  <a:gd name="connsiteY20" fmla="*/ 329090 h 487940"/>
                  <a:gd name="connsiteX21" fmla="*/ 39178 w 391868"/>
                  <a:gd name="connsiteY21" fmla="*/ 349830 h 487940"/>
                  <a:gd name="connsiteX22" fmla="*/ 36199 w 391868"/>
                  <a:gd name="connsiteY22" fmla="*/ 358650 h 487940"/>
                  <a:gd name="connsiteX23" fmla="*/ 46568 w 391868"/>
                  <a:gd name="connsiteY23" fmla="*/ 360199 h 487940"/>
                  <a:gd name="connsiteX24" fmla="*/ 49548 w 391868"/>
                  <a:gd name="connsiteY24" fmla="*/ 367589 h 487940"/>
                  <a:gd name="connsiteX25" fmla="*/ 68738 w 391868"/>
                  <a:gd name="connsiteY25" fmla="*/ 376410 h 487940"/>
                  <a:gd name="connsiteX26" fmla="*/ 79108 w 391868"/>
                  <a:gd name="connsiteY26" fmla="*/ 391189 h 487940"/>
                  <a:gd name="connsiteX27" fmla="*/ 93888 w 391868"/>
                  <a:gd name="connsiteY27" fmla="*/ 404539 h 487940"/>
                  <a:gd name="connsiteX28" fmla="*/ 102708 w 391868"/>
                  <a:gd name="connsiteY28" fmla="*/ 420749 h 487940"/>
                  <a:gd name="connsiteX29" fmla="*/ 118918 w 391868"/>
                  <a:gd name="connsiteY29" fmla="*/ 432668 h 487940"/>
                  <a:gd name="connsiteX30" fmla="*/ 124520 w 391868"/>
                  <a:gd name="connsiteY30" fmla="*/ 446495 h 487940"/>
                  <a:gd name="connsiteX31" fmla="*/ 130718 w 391868"/>
                  <a:gd name="connsiteY31" fmla="*/ 452812 h 487940"/>
                  <a:gd name="connsiteX32" fmla="*/ 141088 w 391868"/>
                  <a:gd name="connsiteY32" fmla="*/ 464731 h 487940"/>
                  <a:gd name="connsiteX33" fmla="*/ 155868 w 391868"/>
                  <a:gd name="connsiteY33" fmla="*/ 464731 h 487940"/>
                  <a:gd name="connsiteX34" fmla="*/ 169217 w 391868"/>
                  <a:gd name="connsiteY34" fmla="*/ 466280 h 487940"/>
                  <a:gd name="connsiteX35" fmla="*/ 181137 w 391868"/>
                  <a:gd name="connsiteY35" fmla="*/ 463301 h 487940"/>
                  <a:gd name="connsiteX36" fmla="*/ 208909 w 391868"/>
                  <a:gd name="connsiteY36" fmla="*/ 487139 h 487940"/>
                  <a:gd name="connsiteX37" fmla="*/ 226549 w 391868"/>
                  <a:gd name="connsiteY37" fmla="*/ 481895 h 487940"/>
                  <a:gd name="connsiteX38" fmla="*/ 241448 w 391868"/>
                  <a:gd name="connsiteY38" fmla="*/ 487258 h 487940"/>
                  <a:gd name="connsiteX39" fmla="*/ 258969 w 391868"/>
                  <a:gd name="connsiteY39" fmla="*/ 481418 h 487940"/>
                  <a:gd name="connsiteX40" fmla="*/ 273868 w 391868"/>
                  <a:gd name="connsiteY40" fmla="*/ 480345 h 487940"/>
                  <a:gd name="connsiteX41" fmla="*/ 281973 w 391868"/>
                  <a:gd name="connsiteY41" fmla="*/ 472598 h 487940"/>
                  <a:gd name="connsiteX42" fmla="*/ 285072 w 391868"/>
                  <a:gd name="connsiteY42" fmla="*/ 468664 h 487940"/>
                  <a:gd name="connsiteX43" fmla="*/ 304143 w 391868"/>
                  <a:gd name="connsiteY43" fmla="*/ 455911 h 487940"/>
                  <a:gd name="connsiteX44" fmla="*/ 318566 w 391868"/>
                  <a:gd name="connsiteY44" fmla="*/ 457460 h 487940"/>
                  <a:gd name="connsiteX45" fmla="*/ 324525 w 391868"/>
                  <a:gd name="connsiteY45" fmla="*/ 461155 h 487940"/>
                  <a:gd name="connsiteX46" fmla="*/ 324525 w 391868"/>
                  <a:gd name="connsiteY46" fmla="*/ 440058 h 487940"/>
                  <a:gd name="connsiteX47" fmla="*/ 302356 w 391868"/>
                  <a:gd name="connsiteY47" fmla="*/ 422299 h 487940"/>
                  <a:gd name="connsiteX48" fmla="*/ 281616 w 391868"/>
                  <a:gd name="connsiteY48" fmla="*/ 395599 h 487940"/>
                  <a:gd name="connsiteX49" fmla="*/ 259327 w 391868"/>
                  <a:gd name="connsiteY49" fmla="*/ 383680 h 487940"/>
                  <a:gd name="connsiteX50" fmla="*/ 263856 w 391868"/>
                  <a:gd name="connsiteY50" fmla="*/ 370331 h 487940"/>
                  <a:gd name="connsiteX51" fmla="*/ 283046 w 391868"/>
                  <a:gd name="connsiteY51" fmla="*/ 365801 h 487940"/>
                  <a:gd name="connsiteX52" fmla="*/ 286026 w 391868"/>
                  <a:gd name="connsiteY52" fmla="*/ 339222 h 487940"/>
                  <a:gd name="connsiteX53" fmla="*/ 293416 w 391868"/>
                  <a:gd name="connsiteY53" fmla="*/ 316932 h 487940"/>
                  <a:gd name="connsiteX54" fmla="*/ 303786 w 391868"/>
                  <a:gd name="connsiteY54" fmla="*/ 306563 h 487940"/>
                  <a:gd name="connsiteX55" fmla="*/ 311176 w 391868"/>
                  <a:gd name="connsiteY55" fmla="*/ 282724 h 487940"/>
                  <a:gd name="connsiteX56" fmla="*/ 326075 w 391868"/>
                  <a:gd name="connsiteY56" fmla="*/ 264965 h 487940"/>
                  <a:gd name="connsiteX57" fmla="*/ 336444 w 391868"/>
                  <a:gd name="connsiteY57" fmla="*/ 253045 h 487940"/>
                  <a:gd name="connsiteX58" fmla="*/ 345264 w 391868"/>
                  <a:gd name="connsiteY58" fmla="*/ 224916 h 487940"/>
                  <a:gd name="connsiteX59" fmla="*/ 346814 w 391868"/>
                  <a:gd name="connsiteY59" fmla="*/ 192257 h 487940"/>
                  <a:gd name="connsiteX60" fmla="*/ 355635 w 391868"/>
                  <a:gd name="connsiteY60" fmla="*/ 168419 h 487940"/>
                  <a:gd name="connsiteX61" fmla="*/ 368984 w 391868"/>
                  <a:gd name="connsiteY61" fmla="*/ 155189 h 487940"/>
                  <a:gd name="connsiteX62" fmla="*/ 391869 w 391868"/>
                  <a:gd name="connsiteY62" fmla="*/ 133853 h 487940"/>
                  <a:gd name="connsiteX63" fmla="*/ 376970 w 391868"/>
                  <a:gd name="connsiteY63" fmla="*/ 120027 h 487940"/>
                  <a:gd name="connsiteX64" fmla="*/ 362786 w 391868"/>
                  <a:gd name="connsiteY64" fmla="*/ 82481 h 487940"/>
                  <a:gd name="connsiteX65" fmla="*/ 357542 w 391868"/>
                  <a:gd name="connsiteY65" fmla="*/ 42790 h 487940"/>
                  <a:gd name="connsiteX66" fmla="*/ 336564 w 391868"/>
                  <a:gd name="connsiteY66" fmla="*/ 17998 h 487940"/>
                  <a:gd name="connsiteX67" fmla="*/ 323214 w 391868"/>
                  <a:gd name="connsiteY67" fmla="*/ 0 h 487940"/>
                  <a:gd name="connsiteX68" fmla="*/ 322380 w 391868"/>
                  <a:gd name="connsiteY68" fmla="*/ 1073 h 487940"/>
                  <a:gd name="connsiteX69" fmla="*/ 309865 w 391868"/>
                  <a:gd name="connsiteY69" fmla="*/ 9059 h 4879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Lst>
                <a:rect l="l" t="t" r="r" b="b"/>
                <a:pathLst>
                  <a:path w="391868" h="487940">
                    <a:moveTo>
                      <a:pt x="309865" y="9059"/>
                    </a:moveTo>
                    <a:cubicBezTo>
                      <a:pt x="302832" y="9059"/>
                      <a:pt x="305693" y="26103"/>
                      <a:pt x="294369" y="26103"/>
                    </a:cubicBezTo>
                    <a:cubicBezTo>
                      <a:pt x="283046" y="26103"/>
                      <a:pt x="287218" y="37426"/>
                      <a:pt x="280186" y="37426"/>
                    </a:cubicBezTo>
                    <a:cubicBezTo>
                      <a:pt x="275156" y="36830"/>
                      <a:pt x="270567" y="34256"/>
                      <a:pt x="267432" y="30275"/>
                    </a:cubicBezTo>
                    <a:lnTo>
                      <a:pt x="236203" y="30275"/>
                    </a:lnTo>
                    <a:cubicBezTo>
                      <a:pt x="236203" y="30275"/>
                      <a:pt x="229171" y="23242"/>
                      <a:pt x="224880" y="26103"/>
                    </a:cubicBezTo>
                    <a:lnTo>
                      <a:pt x="216418" y="31705"/>
                    </a:lnTo>
                    <a:lnTo>
                      <a:pt x="70169" y="31705"/>
                    </a:lnTo>
                    <a:lnTo>
                      <a:pt x="70169" y="82124"/>
                    </a:lnTo>
                    <a:lnTo>
                      <a:pt x="47999" y="82124"/>
                    </a:lnTo>
                    <a:lnTo>
                      <a:pt x="47999" y="160433"/>
                    </a:lnTo>
                    <a:cubicBezTo>
                      <a:pt x="47999" y="160433"/>
                      <a:pt x="49548" y="184271"/>
                      <a:pt x="45019" y="185583"/>
                    </a:cubicBezTo>
                    <a:cubicBezTo>
                      <a:pt x="40490" y="186894"/>
                      <a:pt x="24399" y="191423"/>
                      <a:pt x="24399" y="198813"/>
                    </a:cubicBezTo>
                    <a:cubicBezTo>
                      <a:pt x="24399" y="206203"/>
                      <a:pt x="22968" y="212162"/>
                      <a:pt x="15579" y="213593"/>
                    </a:cubicBezTo>
                    <a:cubicBezTo>
                      <a:pt x="8188" y="215023"/>
                      <a:pt x="15579" y="231352"/>
                      <a:pt x="5209" y="231352"/>
                    </a:cubicBezTo>
                    <a:cubicBezTo>
                      <a:pt x="-5161" y="231352"/>
                      <a:pt x="9619" y="243272"/>
                      <a:pt x="3659" y="249112"/>
                    </a:cubicBezTo>
                    <a:cubicBezTo>
                      <a:pt x="-2300" y="254952"/>
                      <a:pt x="-751" y="262462"/>
                      <a:pt x="6639" y="262462"/>
                    </a:cubicBezTo>
                    <a:cubicBezTo>
                      <a:pt x="14029" y="262462"/>
                      <a:pt x="11049" y="271282"/>
                      <a:pt x="11049" y="280102"/>
                    </a:cubicBezTo>
                    <a:cubicBezTo>
                      <a:pt x="11049" y="288922"/>
                      <a:pt x="22968" y="294882"/>
                      <a:pt x="22968" y="294882"/>
                    </a:cubicBezTo>
                    <a:lnTo>
                      <a:pt x="19989" y="305252"/>
                    </a:lnTo>
                    <a:cubicBezTo>
                      <a:pt x="26484" y="312749"/>
                      <a:pt x="32420" y="320723"/>
                      <a:pt x="37748" y="329090"/>
                    </a:cubicBezTo>
                    <a:cubicBezTo>
                      <a:pt x="39178" y="333619"/>
                      <a:pt x="47999" y="345419"/>
                      <a:pt x="39178" y="349830"/>
                    </a:cubicBezTo>
                    <a:cubicBezTo>
                      <a:pt x="30358" y="354240"/>
                      <a:pt x="36199" y="358650"/>
                      <a:pt x="36199" y="358650"/>
                    </a:cubicBezTo>
                    <a:lnTo>
                      <a:pt x="46568" y="360199"/>
                    </a:lnTo>
                    <a:lnTo>
                      <a:pt x="49548" y="367589"/>
                    </a:lnTo>
                    <a:cubicBezTo>
                      <a:pt x="56867" y="367840"/>
                      <a:pt x="63780" y="371010"/>
                      <a:pt x="68738" y="376410"/>
                    </a:cubicBezTo>
                    <a:cubicBezTo>
                      <a:pt x="76128" y="385349"/>
                      <a:pt x="79108" y="386779"/>
                      <a:pt x="79108" y="391189"/>
                    </a:cubicBezTo>
                    <a:cubicBezTo>
                      <a:pt x="79108" y="395599"/>
                      <a:pt x="84948" y="397149"/>
                      <a:pt x="93888" y="404539"/>
                    </a:cubicBezTo>
                    <a:cubicBezTo>
                      <a:pt x="102827" y="411929"/>
                      <a:pt x="102708" y="416458"/>
                      <a:pt x="102708" y="420749"/>
                    </a:cubicBezTo>
                    <a:cubicBezTo>
                      <a:pt x="102708" y="425040"/>
                      <a:pt x="118918" y="432668"/>
                      <a:pt x="118918" y="432668"/>
                    </a:cubicBezTo>
                    <a:lnTo>
                      <a:pt x="124520" y="446495"/>
                    </a:lnTo>
                    <a:cubicBezTo>
                      <a:pt x="127321" y="447722"/>
                      <a:pt x="129538" y="449987"/>
                      <a:pt x="130718" y="452812"/>
                    </a:cubicBezTo>
                    <a:cubicBezTo>
                      <a:pt x="132947" y="457711"/>
                      <a:pt x="136547" y="461847"/>
                      <a:pt x="141088" y="464731"/>
                    </a:cubicBezTo>
                    <a:cubicBezTo>
                      <a:pt x="141088" y="464731"/>
                      <a:pt x="150028" y="470691"/>
                      <a:pt x="155868" y="464731"/>
                    </a:cubicBezTo>
                    <a:cubicBezTo>
                      <a:pt x="161708" y="458771"/>
                      <a:pt x="169217" y="466280"/>
                      <a:pt x="169217" y="466280"/>
                    </a:cubicBezTo>
                    <a:cubicBezTo>
                      <a:pt x="169217" y="466280"/>
                      <a:pt x="176607" y="460321"/>
                      <a:pt x="181137" y="463301"/>
                    </a:cubicBezTo>
                    <a:cubicBezTo>
                      <a:pt x="185666" y="466280"/>
                      <a:pt x="197466" y="476173"/>
                      <a:pt x="208909" y="487139"/>
                    </a:cubicBezTo>
                    <a:cubicBezTo>
                      <a:pt x="214606" y="484839"/>
                      <a:pt x="220518" y="483087"/>
                      <a:pt x="226549" y="481895"/>
                    </a:cubicBezTo>
                    <a:cubicBezTo>
                      <a:pt x="231913" y="481895"/>
                      <a:pt x="239303" y="490358"/>
                      <a:pt x="241448" y="487258"/>
                    </a:cubicBezTo>
                    <a:cubicBezTo>
                      <a:pt x="246073" y="482705"/>
                      <a:pt x="252545" y="480548"/>
                      <a:pt x="258969" y="481418"/>
                    </a:cubicBezTo>
                    <a:cubicBezTo>
                      <a:pt x="263260" y="483564"/>
                      <a:pt x="273391" y="484040"/>
                      <a:pt x="273868" y="480345"/>
                    </a:cubicBezTo>
                    <a:cubicBezTo>
                      <a:pt x="274345" y="476650"/>
                      <a:pt x="278755" y="475220"/>
                      <a:pt x="281973" y="472598"/>
                    </a:cubicBezTo>
                    <a:cubicBezTo>
                      <a:pt x="283356" y="471608"/>
                      <a:pt x="284441" y="470250"/>
                      <a:pt x="285072" y="468664"/>
                    </a:cubicBezTo>
                    <a:cubicBezTo>
                      <a:pt x="286145" y="464374"/>
                      <a:pt x="298899" y="456745"/>
                      <a:pt x="304143" y="455911"/>
                    </a:cubicBezTo>
                    <a:cubicBezTo>
                      <a:pt x="309388" y="455077"/>
                      <a:pt x="316063" y="454242"/>
                      <a:pt x="318566" y="457460"/>
                    </a:cubicBezTo>
                    <a:cubicBezTo>
                      <a:pt x="320234" y="459141"/>
                      <a:pt x="322272" y="460416"/>
                      <a:pt x="324525" y="461155"/>
                    </a:cubicBezTo>
                    <a:cubicBezTo>
                      <a:pt x="326313" y="447448"/>
                      <a:pt x="329293" y="440058"/>
                      <a:pt x="324525" y="440058"/>
                    </a:cubicBezTo>
                    <a:cubicBezTo>
                      <a:pt x="314453" y="438628"/>
                      <a:pt x="305955" y="431822"/>
                      <a:pt x="302356" y="422299"/>
                    </a:cubicBezTo>
                    <a:cubicBezTo>
                      <a:pt x="297826" y="410379"/>
                      <a:pt x="284596" y="402989"/>
                      <a:pt x="281616" y="395599"/>
                    </a:cubicBezTo>
                    <a:cubicBezTo>
                      <a:pt x="278636" y="388210"/>
                      <a:pt x="262307" y="389640"/>
                      <a:pt x="259327" y="383680"/>
                    </a:cubicBezTo>
                    <a:cubicBezTo>
                      <a:pt x="256347" y="377721"/>
                      <a:pt x="263856" y="377721"/>
                      <a:pt x="263856" y="370331"/>
                    </a:cubicBezTo>
                    <a:cubicBezTo>
                      <a:pt x="263856" y="362941"/>
                      <a:pt x="281616" y="367351"/>
                      <a:pt x="283046" y="365801"/>
                    </a:cubicBezTo>
                    <a:cubicBezTo>
                      <a:pt x="285263" y="357124"/>
                      <a:pt x="286264" y="348173"/>
                      <a:pt x="286026" y="339222"/>
                    </a:cubicBezTo>
                    <a:cubicBezTo>
                      <a:pt x="286026" y="330282"/>
                      <a:pt x="297945" y="321462"/>
                      <a:pt x="293416" y="316932"/>
                    </a:cubicBezTo>
                    <a:cubicBezTo>
                      <a:pt x="288887" y="312403"/>
                      <a:pt x="297826" y="311092"/>
                      <a:pt x="303786" y="306563"/>
                    </a:cubicBezTo>
                    <a:cubicBezTo>
                      <a:pt x="309745" y="302033"/>
                      <a:pt x="305335" y="288803"/>
                      <a:pt x="311176" y="282724"/>
                    </a:cubicBezTo>
                    <a:cubicBezTo>
                      <a:pt x="317016" y="276646"/>
                      <a:pt x="321545" y="264965"/>
                      <a:pt x="326075" y="264965"/>
                    </a:cubicBezTo>
                    <a:cubicBezTo>
                      <a:pt x="331891" y="263904"/>
                      <a:pt x="336206" y="258957"/>
                      <a:pt x="336444" y="253045"/>
                    </a:cubicBezTo>
                    <a:cubicBezTo>
                      <a:pt x="336444" y="247086"/>
                      <a:pt x="346814" y="235286"/>
                      <a:pt x="345264" y="224916"/>
                    </a:cubicBezTo>
                    <a:cubicBezTo>
                      <a:pt x="343715" y="214546"/>
                      <a:pt x="339424" y="201077"/>
                      <a:pt x="346814" y="192257"/>
                    </a:cubicBezTo>
                    <a:cubicBezTo>
                      <a:pt x="353393" y="186178"/>
                      <a:pt x="356671" y="177322"/>
                      <a:pt x="355635" y="168419"/>
                    </a:cubicBezTo>
                    <a:cubicBezTo>
                      <a:pt x="354204" y="161029"/>
                      <a:pt x="364574" y="159599"/>
                      <a:pt x="368984" y="155189"/>
                    </a:cubicBezTo>
                    <a:cubicBezTo>
                      <a:pt x="377947" y="149658"/>
                      <a:pt x="385719" y="142399"/>
                      <a:pt x="391869" y="133853"/>
                    </a:cubicBezTo>
                    <a:cubicBezTo>
                      <a:pt x="387804" y="128358"/>
                      <a:pt x="382751" y="123674"/>
                      <a:pt x="376970" y="120027"/>
                    </a:cubicBezTo>
                    <a:cubicBezTo>
                      <a:pt x="368507" y="116213"/>
                      <a:pt x="362786" y="101314"/>
                      <a:pt x="362786" y="82481"/>
                    </a:cubicBezTo>
                    <a:cubicBezTo>
                      <a:pt x="362273" y="69120"/>
                      <a:pt x="360521" y="55830"/>
                      <a:pt x="357542" y="42790"/>
                    </a:cubicBezTo>
                    <a:cubicBezTo>
                      <a:pt x="353811" y="32242"/>
                      <a:pt x="346349" y="23421"/>
                      <a:pt x="336564" y="17998"/>
                    </a:cubicBezTo>
                    <a:cubicBezTo>
                      <a:pt x="329519" y="14446"/>
                      <a:pt x="324561" y="7771"/>
                      <a:pt x="323214" y="0"/>
                    </a:cubicBezTo>
                    <a:lnTo>
                      <a:pt x="322380" y="1073"/>
                    </a:lnTo>
                    <a:cubicBezTo>
                      <a:pt x="315586" y="10489"/>
                      <a:pt x="317016" y="9059"/>
                      <a:pt x="309865" y="9059"/>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70" name="Freeform: Shape 69">
                <a:extLst>
                  <a:ext uri="{FF2B5EF4-FFF2-40B4-BE49-F238E27FC236}">
                    <a16:creationId xmlns:a16="http://schemas.microsoft.com/office/drawing/2014/main" id="{6AF94B5D-02F7-4F90-B90D-24079EBA41D2}"/>
                  </a:ext>
                </a:extLst>
              </p:cNvPr>
              <p:cNvSpPr/>
              <p:nvPr/>
            </p:nvSpPr>
            <p:spPr>
              <a:xfrm>
                <a:off x="5252448" y="8307577"/>
                <a:ext cx="42165" cy="45531"/>
              </a:xfrm>
              <a:custGeom>
                <a:avLst/>
                <a:gdLst>
                  <a:gd name="connsiteX0" fmla="*/ 14789 w 42165"/>
                  <a:gd name="connsiteY0" fmla="*/ 5483 h 45531"/>
                  <a:gd name="connsiteX1" fmla="*/ 2870 w 42165"/>
                  <a:gd name="connsiteY1" fmla="*/ 22170 h 45531"/>
                  <a:gd name="connsiteX2" fmla="*/ 2155 w 42165"/>
                  <a:gd name="connsiteY2" fmla="*/ 42313 h 45531"/>
                  <a:gd name="connsiteX3" fmla="*/ 15624 w 42165"/>
                  <a:gd name="connsiteY3" fmla="*/ 41598 h 45531"/>
                  <a:gd name="connsiteX4" fmla="*/ 27543 w 42165"/>
                  <a:gd name="connsiteY4" fmla="*/ 45532 h 45531"/>
                  <a:gd name="connsiteX5" fmla="*/ 37436 w 42165"/>
                  <a:gd name="connsiteY5" fmla="*/ 33612 h 45531"/>
                  <a:gd name="connsiteX6" fmla="*/ 24563 w 42165"/>
                  <a:gd name="connsiteY6" fmla="*/ 28129 h 45531"/>
                  <a:gd name="connsiteX7" fmla="*/ 38389 w 42165"/>
                  <a:gd name="connsiteY7" fmla="*/ 17164 h 45531"/>
                  <a:gd name="connsiteX8" fmla="*/ 36244 w 42165"/>
                  <a:gd name="connsiteY8" fmla="*/ 2980 h 45531"/>
                  <a:gd name="connsiteX9" fmla="*/ 33145 w 42165"/>
                  <a:gd name="connsiteY9" fmla="*/ 0 h 45531"/>
                  <a:gd name="connsiteX10" fmla="*/ 26589 w 42165"/>
                  <a:gd name="connsiteY10" fmla="*/ 4529 h 45531"/>
                  <a:gd name="connsiteX11" fmla="*/ 14789 w 42165"/>
                  <a:gd name="connsiteY11" fmla="*/ 5483 h 4553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2165" h="45531">
                    <a:moveTo>
                      <a:pt x="14789" y="5483"/>
                    </a:moveTo>
                    <a:cubicBezTo>
                      <a:pt x="11261" y="11347"/>
                      <a:pt x="7268" y="16925"/>
                      <a:pt x="2870" y="22170"/>
                    </a:cubicBezTo>
                    <a:cubicBezTo>
                      <a:pt x="-682" y="28356"/>
                      <a:pt x="-956" y="35889"/>
                      <a:pt x="2155" y="42313"/>
                    </a:cubicBezTo>
                    <a:cubicBezTo>
                      <a:pt x="3704" y="45293"/>
                      <a:pt x="11094" y="44578"/>
                      <a:pt x="15624" y="41598"/>
                    </a:cubicBezTo>
                    <a:cubicBezTo>
                      <a:pt x="20153" y="38618"/>
                      <a:pt x="21702" y="40645"/>
                      <a:pt x="27543" y="45532"/>
                    </a:cubicBezTo>
                    <a:cubicBezTo>
                      <a:pt x="30463" y="41264"/>
                      <a:pt x="33776" y="37271"/>
                      <a:pt x="37436" y="33612"/>
                    </a:cubicBezTo>
                    <a:cubicBezTo>
                      <a:pt x="31476" y="30156"/>
                      <a:pt x="25516" y="29560"/>
                      <a:pt x="24563" y="28129"/>
                    </a:cubicBezTo>
                    <a:cubicBezTo>
                      <a:pt x="23609" y="26699"/>
                      <a:pt x="31715" y="18594"/>
                      <a:pt x="38389" y="17164"/>
                    </a:cubicBezTo>
                    <a:cubicBezTo>
                      <a:pt x="45064" y="15733"/>
                      <a:pt x="41965" y="7867"/>
                      <a:pt x="36244" y="2980"/>
                    </a:cubicBezTo>
                    <a:lnTo>
                      <a:pt x="33145" y="0"/>
                    </a:lnTo>
                    <a:cubicBezTo>
                      <a:pt x="30773" y="1228"/>
                      <a:pt x="28568" y="2742"/>
                      <a:pt x="26589" y="4529"/>
                    </a:cubicBezTo>
                    <a:cubicBezTo>
                      <a:pt x="24444" y="7032"/>
                      <a:pt x="20511" y="6198"/>
                      <a:pt x="14789" y="5483"/>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71" name="Freeform: Shape 70">
                <a:extLst>
                  <a:ext uri="{FF2B5EF4-FFF2-40B4-BE49-F238E27FC236}">
                    <a16:creationId xmlns:a16="http://schemas.microsoft.com/office/drawing/2014/main" id="{0A2832FF-2A1C-4724-B875-49319E760E22}"/>
                  </a:ext>
                </a:extLst>
              </p:cNvPr>
              <p:cNvSpPr/>
              <p:nvPr/>
            </p:nvSpPr>
            <p:spPr>
              <a:xfrm>
                <a:off x="5126085" y="8175512"/>
                <a:ext cx="159984" cy="137816"/>
              </a:xfrm>
              <a:custGeom>
                <a:avLst/>
                <a:gdLst>
                  <a:gd name="connsiteX0" fmla="*/ 26370 w 159984"/>
                  <a:gd name="connsiteY0" fmla="*/ 21693 h 137816"/>
                  <a:gd name="connsiteX1" fmla="*/ 13020 w 159984"/>
                  <a:gd name="connsiteY1" fmla="*/ 34923 h 137816"/>
                  <a:gd name="connsiteX2" fmla="*/ 4200 w 159984"/>
                  <a:gd name="connsiteY2" fmla="*/ 58762 h 137816"/>
                  <a:gd name="connsiteX3" fmla="*/ 2651 w 159984"/>
                  <a:gd name="connsiteY3" fmla="*/ 91182 h 137816"/>
                  <a:gd name="connsiteX4" fmla="*/ 22675 w 159984"/>
                  <a:gd name="connsiteY4" fmla="*/ 92255 h 137816"/>
                  <a:gd name="connsiteX5" fmla="*/ 30184 w 159984"/>
                  <a:gd name="connsiteY5" fmla="*/ 84746 h 137816"/>
                  <a:gd name="connsiteX6" fmla="*/ 41388 w 159984"/>
                  <a:gd name="connsiteY6" fmla="*/ 81766 h 137816"/>
                  <a:gd name="connsiteX7" fmla="*/ 56287 w 159984"/>
                  <a:gd name="connsiteY7" fmla="*/ 87726 h 137816"/>
                  <a:gd name="connsiteX8" fmla="*/ 66776 w 159984"/>
                  <a:gd name="connsiteY8" fmla="*/ 87726 h 137816"/>
                  <a:gd name="connsiteX9" fmla="*/ 90615 w 159984"/>
                  <a:gd name="connsiteY9" fmla="*/ 87726 h 137816"/>
                  <a:gd name="connsiteX10" fmla="*/ 141510 w 159984"/>
                  <a:gd name="connsiteY10" fmla="*/ 137071 h 137816"/>
                  <a:gd name="connsiteX11" fmla="*/ 141510 w 159984"/>
                  <a:gd name="connsiteY11" fmla="*/ 137071 h 137816"/>
                  <a:gd name="connsiteX12" fmla="*/ 153429 w 159984"/>
                  <a:gd name="connsiteY12" fmla="*/ 136237 h 137816"/>
                  <a:gd name="connsiteX13" fmla="*/ 159985 w 159984"/>
                  <a:gd name="connsiteY13" fmla="*/ 131708 h 137816"/>
                  <a:gd name="connsiteX14" fmla="*/ 134478 w 159984"/>
                  <a:gd name="connsiteY14" fmla="*/ 103102 h 137816"/>
                  <a:gd name="connsiteX15" fmla="*/ 96455 w 159984"/>
                  <a:gd name="connsiteY15" fmla="*/ 76879 h 137816"/>
                  <a:gd name="connsiteX16" fmla="*/ 81318 w 159984"/>
                  <a:gd name="connsiteY16" fmla="*/ 61623 h 137816"/>
                  <a:gd name="connsiteX17" fmla="*/ 63558 w 159984"/>
                  <a:gd name="connsiteY17" fmla="*/ 26580 h 137816"/>
                  <a:gd name="connsiteX18" fmla="*/ 50089 w 159984"/>
                  <a:gd name="connsiteY18" fmla="*/ 0 h 137816"/>
                  <a:gd name="connsiteX19" fmla="*/ 26370 w 159984"/>
                  <a:gd name="connsiteY19" fmla="*/ 21693 h 13781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159984" h="137816">
                    <a:moveTo>
                      <a:pt x="26370" y="21693"/>
                    </a:moveTo>
                    <a:cubicBezTo>
                      <a:pt x="21960" y="26103"/>
                      <a:pt x="11590" y="27534"/>
                      <a:pt x="13020" y="34923"/>
                    </a:cubicBezTo>
                    <a:cubicBezTo>
                      <a:pt x="14058" y="43827"/>
                      <a:pt x="10780" y="52683"/>
                      <a:pt x="4200" y="58762"/>
                    </a:cubicBezTo>
                    <a:cubicBezTo>
                      <a:pt x="-3190" y="67582"/>
                      <a:pt x="1101" y="80813"/>
                      <a:pt x="2651" y="91182"/>
                    </a:cubicBezTo>
                    <a:cubicBezTo>
                      <a:pt x="9326" y="90050"/>
                      <a:pt x="16167" y="90419"/>
                      <a:pt x="22675" y="92255"/>
                    </a:cubicBezTo>
                    <a:cubicBezTo>
                      <a:pt x="26489" y="95950"/>
                      <a:pt x="27920" y="92255"/>
                      <a:pt x="30184" y="84746"/>
                    </a:cubicBezTo>
                    <a:cubicBezTo>
                      <a:pt x="32449" y="77237"/>
                      <a:pt x="36859" y="78071"/>
                      <a:pt x="41388" y="81766"/>
                    </a:cubicBezTo>
                    <a:cubicBezTo>
                      <a:pt x="45918" y="85461"/>
                      <a:pt x="48778" y="91540"/>
                      <a:pt x="56287" y="87726"/>
                    </a:cubicBezTo>
                    <a:cubicBezTo>
                      <a:pt x="63797" y="83912"/>
                      <a:pt x="63081" y="86295"/>
                      <a:pt x="66776" y="87726"/>
                    </a:cubicBezTo>
                    <a:cubicBezTo>
                      <a:pt x="74714" y="88143"/>
                      <a:pt x="82676" y="88143"/>
                      <a:pt x="90615" y="87726"/>
                    </a:cubicBezTo>
                    <a:cubicBezTo>
                      <a:pt x="95859" y="88560"/>
                      <a:pt x="141510" y="137071"/>
                      <a:pt x="141510" y="137071"/>
                    </a:cubicBezTo>
                    <a:lnTo>
                      <a:pt x="141510" y="137071"/>
                    </a:lnTo>
                    <a:cubicBezTo>
                      <a:pt x="147231" y="137787"/>
                      <a:pt x="151164" y="138621"/>
                      <a:pt x="153429" y="136237"/>
                    </a:cubicBezTo>
                    <a:cubicBezTo>
                      <a:pt x="155408" y="134449"/>
                      <a:pt x="157613" y="132935"/>
                      <a:pt x="159985" y="131708"/>
                    </a:cubicBezTo>
                    <a:cubicBezTo>
                      <a:pt x="150795" y="122804"/>
                      <a:pt x="142273" y="113245"/>
                      <a:pt x="134478" y="103102"/>
                    </a:cubicBezTo>
                    <a:cubicBezTo>
                      <a:pt x="125633" y="89811"/>
                      <a:pt x="112022" y="80431"/>
                      <a:pt x="96455" y="76879"/>
                    </a:cubicBezTo>
                    <a:cubicBezTo>
                      <a:pt x="87993" y="76879"/>
                      <a:pt x="86562" y="62338"/>
                      <a:pt x="81318" y="61623"/>
                    </a:cubicBezTo>
                    <a:cubicBezTo>
                      <a:pt x="76073" y="60907"/>
                      <a:pt x="63915" y="40049"/>
                      <a:pt x="63558" y="26580"/>
                    </a:cubicBezTo>
                    <a:cubicBezTo>
                      <a:pt x="61639" y="16639"/>
                      <a:pt x="56978" y="7426"/>
                      <a:pt x="50089" y="0"/>
                    </a:cubicBezTo>
                    <a:cubicBezTo>
                      <a:pt x="43736" y="8761"/>
                      <a:pt x="35667" y="16139"/>
                      <a:pt x="26370" y="21693"/>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72" name="Freeform: Shape 71">
                <a:extLst>
                  <a:ext uri="{FF2B5EF4-FFF2-40B4-BE49-F238E27FC236}">
                    <a16:creationId xmlns:a16="http://schemas.microsoft.com/office/drawing/2014/main" id="{F89FD340-AF7F-4B5C-AEBE-802ACB107CD4}"/>
                  </a:ext>
                </a:extLst>
              </p:cNvPr>
              <p:cNvSpPr/>
              <p:nvPr/>
            </p:nvSpPr>
            <p:spPr>
              <a:xfrm>
                <a:off x="5041980" y="8254518"/>
                <a:ext cx="356650" cy="277315"/>
              </a:xfrm>
              <a:custGeom>
                <a:avLst/>
                <a:gdLst>
                  <a:gd name="connsiteX0" fmla="*/ 23107 w 356650"/>
                  <a:gd name="connsiteY0" fmla="*/ 182740 h 277315"/>
                  <a:gd name="connsiteX1" fmla="*/ 43847 w 356650"/>
                  <a:gd name="connsiteY1" fmla="*/ 209440 h 277315"/>
                  <a:gd name="connsiteX2" fmla="*/ 66017 w 356650"/>
                  <a:gd name="connsiteY2" fmla="*/ 227199 h 277315"/>
                  <a:gd name="connsiteX3" fmla="*/ 66017 w 356650"/>
                  <a:gd name="connsiteY3" fmla="*/ 248296 h 277315"/>
                  <a:gd name="connsiteX4" fmla="*/ 73883 w 356650"/>
                  <a:gd name="connsiteY4" fmla="*/ 251514 h 277315"/>
                  <a:gd name="connsiteX5" fmla="*/ 98318 w 356650"/>
                  <a:gd name="connsiteY5" fmla="*/ 256282 h 277315"/>
                  <a:gd name="connsiteX6" fmla="*/ 125971 w 356650"/>
                  <a:gd name="connsiteY6" fmla="*/ 272254 h 277315"/>
                  <a:gd name="connsiteX7" fmla="*/ 153504 w 356650"/>
                  <a:gd name="connsiteY7" fmla="*/ 277021 h 277315"/>
                  <a:gd name="connsiteX8" fmla="*/ 169476 w 356650"/>
                  <a:gd name="connsiteY8" fmla="*/ 264268 h 277315"/>
                  <a:gd name="connsiteX9" fmla="*/ 190215 w 356650"/>
                  <a:gd name="connsiteY9" fmla="*/ 259977 h 277315"/>
                  <a:gd name="connsiteX10" fmla="*/ 202134 w 356650"/>
                  <a:gd name="connsiteY10" fmla="*/ 264864 h 277315"/>
                  <a:gd name="connsiteX11" fmla="*/ 214054 w 356650"/>
                  <a:gd name="connsiteY11" fmla="*/ 261407 h 277315"/>
                  <a:gd name="connsiteX12" fmla="*/ 233482 w 356650"/>
                  <a:gd name="connsiteY12" fmla="*/ 258428 h 277315"/>
                  <a:gd name="connsiteX13" fmla="*/ 264830 w 356650"/>
                  <a:gd name="connsiteY13" fmla="*/ 241979 h 277315"/>
                  <a:gd name="connsiteX14" fmla="*/ 291409 w 356650"/>
                  <a:gd name="connsiteY14" fmla="*/ 237211 h 277315"/>
                  <a:gd name="connsiteX15" fmla="*/ 355177 w 356650"/>
                  <a:gd name="connsiteY15" fmla="*/ 173443 h 277315"/>
                  <a:gd name="connsiteX16" fmla="*/ 346715 w 356650"/>
                  <a:gd name="connsiteY16" fmla="*/ 168080 h 277315"/>
                  <a:gd name="connsiteX17" fmla="*/ 313818 w 356650"/>
                  <a:gd name="connsiteY17" fmla="*/ 160690 h 277315"/>
                  <a:gd name="connsiteX18" fmla="*/ 265425 w 356650"/>
                  <a:gd name="connsiteY18" fmla="*/ 143645 h 277315"/>
                  <a:gd name="connsiteX19" fmla="*/ 249454 w 356650"/>
                  <a:gd name="connsiteY19" fmla="*/ 129342 h 277315"/>
                  <a:gd name="connsiteX20" fmla="*/ 234555 w 356650"/>
                  <a:gd name="connsiteY20" fmla="*/ 107530 h 277315"/>
                  <a:gd name="connsiteX21" fmla="*/ 238250 w 356650"/>
                  <a:gd name="connsiteY21" fmla="*/ 98591 h 277315"/>
                  <a:gd name="connsiteX22" fmla="*/ 226330 w 356650"/>
                  <a:gd name="connsiteY22" fmla="*/ 94657 h 277315"/>
                  <a:gd name="connsiteX23" fmla="*/ 212862 w 356650"/>
                  <a:gd name="connsiteY23" fmla="*/ 95372 h 277315"/>
                  <a:gd name="connsiteX24" fmla="*/ 213577 w 356650"/>
                  <a:gd name="connsiteY24" fmla="*/ 75229 h 277315"/>
                  <a:gd name="connsiteX25" fmla="*/ 225496 w 356650"/>
                  <a:gd name="connsiteY25" fmla="*/ 58065 h 277315"/>
                  <a:gd name="connsiteX26" fmla="*/ 174601 w 356650"/>
                  <a:gd name="connsiteY26" fmla="*/ 8719 h 277315"/>
                  <a:gd name="connsiteX27" fmla="*/ 150762 w 356650"/>
                  <a:gd name="connsiteY27" fmla="*/ 8719 h 277315"/>
                  <a:gd name="connsiteX28" fmla="*/ 140273 w 356650"/>
                  <a:gd name="connsiteY28" fmla="*/ 8719 h 277315"/>
                  <a:gd name="connsiteX29" fmla="*/ 125374 w 356650"/>
                  <a:gd name="connsiteY29" fmla="*/ 2760 h 277315"/>
                  <a:gd name="connsiteX30" fmla="*/ 114170 w 356650"/>
                  <a:gd name="connsiteY30" fmla="*/ 5740 h 277315"/>
                  <a:gd name="connsiteX31" fmla="*/ 106661 w 356650"/>
                  <a:gd name="connsiteY31" fmla="*/ 13249 h 277315"/>
                  <a:gd name="connsiteX32" fmla="*/ 86637 w 356650"/>
                  <a:gd name="connsiteY32" fmla="*/ 12176 h 277315"/>
                  <a:gd name="connsiteX33" fmla="*/ 86637 w 356650"/>
                  <a:gd name="connsiteY33" fmla="*/ 12176 h 277315"/>
                  <a:gd name="connsiteX34" fmla="*/ 77817 w 356650"/>
                  <a:gd name="connsiteY34" fmla="*/ 40306 h 277315"/>
                  <a:gd name="connsiteX35" fmla="*/ 67447 w 356650"/>
                  <a:gd name="connsiteY35" fmla="*/ 52225 h 277315"/>
                  <a:gd name="connsiteX36" fmla="*/ 52548 w 356650"/>
                  <a:gd name="connsiteY36" fmla="*/ 69984 h 277315"/>
                  <a:gd name="connsiteX37" fmla="*/ 45158 w 356650"/>
                  <a:gd name="connsiteY37" fmla="*/ 93823 h 277315"/>
                  <a:gd name="connsiteX38" fmla="*/ 34788 w 356650"/>
                  <a:gd name="connsiteY38" fmla="*/ 104193 h 277315"/>
                  <a:gd name="connsiteX39" fmla="*/ 27398 w 356650"/>
                  <a:gd name="connsiteY39" fmla="*/ 126482 h 277315"/>
                  <a:gd name="connsiteX40" fmla="*/ 24418 w 356650"/>
                  <a:gd name="connsiteY40" fmla="*/ 153061 h 277315"/>
                  <a:gd name="connsiteX41" fmla="*/ 5229 w 356650"/>
                  <a:gd name="connsiteY41" fmla="*/ 157591 h 277315"/>
                  <a:gd name="connsiteX42" fmla="*/ 699 w 356650"/>
                  <a:gd name="connsiteY42" fmla="*/ 170940 h 277315"/>
                  <a:gd name="connsiteX43" fmla="*/ 23107 w 356650"/>
                  <a:gd name="connsiteY43" fmla="*/ 182740 h 2773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Lst>
                <a:rect l="l" t="t" r="r" b="b"/>
                <a:pathLst>
                  <a:path w="356650" h="277315">
                    <a:moveTo>
                      <a:pt x="23107" y="182740"/>
                    </a:moveTo>
                    <a:cubicBezTo>
                      <a:pt x="26087" y="190130"/>
                      <a:pt x="39317" y="197520"/>
                      <a:pt x="43847" y="209440"/>
                    </a:cubicBezTo>
                    <a:cubicBezTo>
                      <a:pt x="47446" y="218963"/>
                      <a:pt x="55945" y="225769"/>
                      <a:pt x="66017" y="227199"/>
                    </a:cubicBezTo>
                    <a:cubicBezTo>
                      <a:pt x="70427" y="227199"/>
                      <a:pt x="67447" y="234589"/>
                      <a:pt x="66017" y="248296"/>
                    </a:cubicBezTo>
                    <a:cubicBezTo>
                      <a:pt x="68698" y="249226"/>
                      <a:pt x="71321" y="250299"/>
                      <a:pt x="73883" y="251514"/>
                    </a:cubicBezTo>
                    <a:cubicBezTo>
                      <a:pt x="77578" y="253660"/>
                      <a:pt x="92954" y="251514"/>
                      <a:pt x="98318" y="256282"/>
                    </a:cubicBezTo>
                    <a:cubicBezTo>
                      <a:pt x="106399" y="263374"/>
                      <a:pt x="115791" y="268797"/>
                      <a:pt x="125971" y="272254"/>
                    </a:cubicBezTo>
                    <a:cubicBezTo>
                      <a:pt x="135315" y="272611"/>
                      <a:pt x="144576" y="274209"/>
                      <a:pt x="153504" y="277021"/>
                    </a:cubicBezTo>
                    <a:cubicBezTo>
                      <a:pt x="156722" y="279167"/>
                      <a:pt x="161013" y="269036"/>
                      <a:pt x="169476" y="264268"/>
                    </a:cubicBezTo>
                    <a:cubicBezTo>
                      <a:pt x="177938" y="259500"/>
                      <a:pt x="188665" y="256282"/>
                      <a:pt x="190215" y="259977"/>
                    </a:cubicBezTo>
                    <a:cubicBezTo>
                      <a:pt x="192325" y="264447"/>
                      <a:pt x="197498" y="266568"/>
                      <a:pt x="202134" y="264864"/>
                    </a:cubicBezTo>
                    <a:cubicBezTo>
                      <a:pt x="205984" y="263326"/>
                      <a:pt x="209977" y="262170"/>
                      <a:pt x="214054" y="261407"/>
                    </a:cubicBezTo>
                    <a:cubicBezTo>
                      <a:pt x="220406" y="259739"/>
                      <a:pt x="226915" y="258738"/>
                      <a:pt x="233482" y="258428"/>
                    </a:cubicBezTo>
                    <a:cubicBezTo>
                      <a:pt x="237773" y="258428"/>
                      <a:pt x="249454" y="241979"/>
                      <a:pt x="264830" y="241979"/>
                    </a:cubicBezTo>
                    <a:cubicBezTo>
                      <a:pt x="280205" y="241979"/>
                      <a:pt x="284496" y="244601"/>
                      <a:pt x="291409" y="237211"/>
                    </a:cubicBezTo>
                    <a:cubicBezTo>
                      <a:pt x="298323" y="229821"/>
                      <a:pt x="350410" y="177615"/>
                      <a:pt x="355177" y="173443"/>
                    </a:cubicBezTo>
                    <a:cubicBezTo>
                      <a:pt x="359945" y="169272"/>
                      <a:pt x="352079" y="168080"/>
                      <a:pt x="346715" y="168080"/>
                    </a:cubicBezTo>
                    <a:cubicBezTo>
                      <a:pt x="335356" y="167877"/>
                      <a:pt x="324164" y="165362"/>
                      <a:pt x="313818" y="160690"/>
                    </a:cubicBezTo>
                    <a:cubicBezTo>
                      <a:pt x="296773" y="153777"/>
                      <a:pt x="270193" y="144718"/>
                      <a:pt x="265425" y="143645"/>
                    </a:cubicBezTo>
                    <a:cubicBezTo>
                      <a:pt x="260658" y="142573"/>
                      <a:pt x="253506" y="131726"/>
                      <a:pt x="249454" y="129342"/>
                    </a:cubicBezTo>
                    <a:cubicBezTo>
                      <a:pt x="243172" y="123061"/>
                      <a:pt x="238119" y="115659"/>
                      <a:pt x="234555" y="107530"/>
                    </a:cubicBezTo>
                    <a:cubicBezTo>
                      <a:pt x="233840" y="105861"/>
                      <a:pt x="235508" y="102405"/>
                      <a:pt x="238250" y="98591"/>
                    </a:cubicBezTo>
                    <a:cubicBezTo>
                      <a:pt x="233005" y="93704"/>
                      <a:pt x="230383" y="92393"/>
                      <a:pt x="226330" y="94657"/>
                    </a:cubicBezTo>
                    <a:cubicBezTo>
                      <a:pt x="222278" y="96922"/>
                      <a:pt x="214411" y="98352"/>
                      <a:pt x="212862" y="95372"/>
                    </a:cubicBezTo>
                    <a:cubicBezTo>
                      <a:pt x="209751" y="88948"/>
                      <a:pt x="210025" y="81415"/>
                      <a:pt x="213577" y="75229"/>
                    </a:cubicBezTo>
                    <a:cubicBezTo>
                      <a:pt x="217927" y="69782"/>
                      <a:pt x="221908" y="64049"/>
                      <a:pt x="225496" y="58065"/>
                    </a:cubicBezTo>
                    <a:cubicBezTo>
                      <a:pt x="225496" y="58065"/>
                      <a:pt x="179845" y="9554"/>
                      <a:pt x="174601" y="8719"/>
                    </a:cubicBezTo>
                    <a:cubicBezTo>
                      <a:pt x="166663" y="9137"/>
                      <a:pt x="158700" y="9137"/>
                      <a:pt x="150762" y="8719"/>
                    </a:cubicBezTo>
                    <a:cubicBezTo>
                      <a:pt x="147067" y="7289"/>
                      <a:pt x="147783" y="5025"/>
                      <a:pt x="140273" y="8719"/>
                    </a:cubicBezTo>
                    <a:cubicBezTo>
                      <a:pt x="132764" y="12415"/>
                      <a:pt x="129784" y="6574"/>
                      <a:pt x="125374" y="2760"/>
                    </a:cubicBezTo>
                    <a:cubicBezTo>
                      <a:pt x="120964" y="-1054"/>
                      <a:pt x="116435" y="-1650"/>
                      <a:pt x="114170" y="5740"/>
                    </a:cubicBezTo>
                    <a:cubicBezTo>
                      <a:pt x="111906" y="13130"/>
                      <a:pt x="110475" y="16944"/>
                      <a:pt x="106661" y="13249"/>
                    </a:cubicBezTo>
                    <a:cubicBezTo>
                      <a:pt x="100153" y="11413"/>
                      <a:pt x="93312" y="11044"/>
                      <a:pt x="86637" y="12176"/>
                    </a:cubicBezTo>
                    <a:lnTo>
                      <a:pt x="86637" y="12176"/>
                    </a:lnTo>
                    <a:cubicBezTo>
                      <a:pt x="88186" y="22546"/>
                      <a:pt x="77817" y="34346"/>
                      <a:pt x="77817" y="40306"/>
                    </a:cubicBezTo>
                    <a:cubicBezTo>
                      <a:pt x="77578" y="46218"/>
                      <a:pt x="73263" y="51164"/>
                      <a:pt x="67447" y="52225"/>
                    </a:cubicBezTo>
                    <a:cubicBezTo>
                      <a:pt x="62918" y="52225"/>
                      <a:pt x="58508" y="64144"/>
                      <a:pt x="52548" y="69984"/>
                    </a:cubicBezTo>
                    <a:cubicBezTo>
                      <a:pt x="46588" y="75825"/>
                      <a:pt x="51118" y="89294"/>
                      <a:pt x="45158" y="93823"/>
                    </a:cubicBezTo>
                    <a:cubicBezTo>
                      <a:pt x="39198" y="98352"/>
                      <a:pt x="30378" y="99782"/>
                      <a:pt x="34788" y="104193"/>
                    </a:cubicBezTo>
                    <a:cubicBezTo>
                      <a:pt x="39198" y="108603"/>
                      <a:pt x="27398" y="117542"/>
                      <a:pt x="27398" y="126482"/>
                    </a:cubicBezTo>
                    <a:cubicBezTo>
                      <a:pt x="27637" y="135433"/>
                      <a:pt x="26635" y="144384"/>
                      <a:pt x="24418" y="153061"/>
                    </a:cubicBezTo>
                    <a:cubicBezTo>
                      <a:pt x="22988" y="154611"/>
                      <a:pt x="5229" y="150201"/>
                      <a:pt x="5229" y="157591"/>
                    </a:cubicBezTo>
                    <a:cubicBezTo>
                      <a:pt x="5229" y="164981"/>
                      <a:pt x="-2281" y="164981"/>
                      <a:pt x="699" y="170940"/>
                    </a:cubicBezTo>
                    <a:cubicBezTo>
                      <a:pt x="3679" y="176900"/>
                      <a:pt x="19651" y="175351"/>
                      <a:pt x="23107" y="182740"/>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73" name="Freeform: Shape 72">
                <a:extLst>
                  <a:ext uri="{FF2B5EF4-FFF2-40B4-BE49-F238E27FC236}">
                    <a16:creationId xmlns:a16="http://schemas.microsoft.com/office/drawing/2014/main" id="{0DA05517-B9E6-4DB6-8B2E-A6AC5267C348}"/>
                  </a:ext>
                </a:extLst>
              </p:cNvPr>
              <p:cNvSpPr/>
              <p:nvPr/>
            </p:nvSpPr>
            <p:spPr>
              <a:xfrm>
                <a:off x="5096554" y="7740190"/>
                <a:ext cx="32967" cy="43775"/>
              </a:xfrm>
              <a:custGeom>
                <a:avLst/>
                <a:gdLst>
                  <a:gd name="connsiteX0" fmla="*/ 29679 w 32967"/>
                  <a:gd name="connsiteY0" fmla="*/ 18745 h 43775"/>
                  <a:gd name="connsiteX1" fmla="*/ 17760 w 32967"/>
                  <a:gd name="connsiteY1" fmla="*/ 32 h 43775"/>
                  <a:gd name="connsiteX2" fmla="*/ 17760 w 32967"/>
                  <a:gd name="connsiteY2" fmla="*/ 3250 h 43775"/>
                  <a:gd name="connsiteX3" fmla="*/ 0 w 32967"/>
                  <a:gd name="connsiteY3" fmla="*/ 39008 h 43775"/>
                  <a:gd name="connsiteX4" fmla="*/ 11204 w 32967"/>
                  <a:gd name="connsiteY4" fmla="*/ 43776 h 43775"/>
                  <a:gd name="connsiteX5" fmla="*/ 29679 w 32967"/>
                  <a:gd name="connsiteY5" fmla="*/ 18745 h 43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2967" h="43775">
                    <a:moveTo>
                      <a:pt x="29679" y="18745"/>
                    </a:moveTo>
                    <a:cubicBezTo>
                      <a:pt x="34208" y="14812"/>
                      <a:pt x="36950" y="-802"/>
                      <a:pt x="17760" y="32"/>
                    </a:cubicBezTo>
                    <a:cubicBezTo>
                      <a:pt x="17700" y="1105"/>
                      <a:pt x="17700" y="2178"/>
                      <a:pt x="17760" y="3250"/>
                    </a:cubicBezTo>
                    <a:cubicBezTo>
                      <a:pt x="17760" y="10402"/>
                      <a:pt x="5841" y="25420"/>
                      <a:pt x="0" y="39008"/>
                    </a:cubicBezTo>
                    <a:lnTo>
                      <a:pt x="11204" y="43776"/>
                    </a:lnTo>
                    <a:cubicBezTo>
                      <a:pt x="16365" y="34741"/>
                      <a:pt x="22563" y="26338"/>
                      <a:pt x="29679" y="18745"/>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74" name="Freeform: Shape 73">
                <a:extLst>
                  <a:ext uri="{FF2B5EF4-FFF2-40B4-BE49-F238E27FC236}">
                    <a16:creationId xmlns:a16="http://schemas.microsoft.com/office/drawing/2014/main" id="{721A8BD0-62BF-4456-827A-5DFACB97BC8E}"/>
                  </a:ext>
                </a:extLst>
              </p:cNvPr>
              <p:cNvSpPr/>
              <p:nvPr/>
            </p:nvSpPr>
            <p:spPr>
              <a:xfrm>
                <a:off x="5107877" y="7672759"/>
                <a:ext cx="164962" cy="131707"/>
              </a:xfrm>
              <a:custGeom>
                <a:avLst/>
                <a:gdLst>
                  <a:gd name="connsiteX0" fmla="*/ 18356 w 164962"/>
                  <a:gd name="connsiteY0" fmla="*/ 86176 h 131707"/>
                  <a:gd name="connsiteX1" fmla="*/ 0 w 164962"/>
                  <a:gd name="connsiteY1" fmla="*/ 111326 h 131707"/>
                  <a:gd name="connsiteX2" fmla="*/ 1311 w 164962"/>
                  <a:gd name="connsiteY2" fmla="*/ 111326 h 131707"/>
                  <a:gd name="connsiteX3" fmla="*/ 3218 w 164962"/>
                  <a:gd name="connsiteY3" fmla="*/ 119788 h 131707"/>
                  <a:gd name="connsiteX4" fmla="*/ 24911 w 164962"/>
                  <a:gd name="connsiteY4" fmla="*/ 131708 h 131707"/>
                  <a:gd name="connsiteX5" fmla="*/ 47677 w 164962"/>
                  <a:gd name="connsiteY5" fmla="*/ 119788 h 131707"/>
                  <a:gd name="connsiteX6" fmla="*/ 129920 w 164962"/>
                  <a:gd name="connsiteY6" fmla="*/ 78190 h 131707"/>
                  <a:gd name="connsiteX7" fmla="*/ 135641 w 164962"/>
                  <a:gd name="connsiteY7" fmla="*/ 64006 h 131707"/>
                  <a:gd name="connsiteX8" fmla="*/ 137548 w 164962"/>
                  <a:gd name="connsiteY8" fmla="*/ 45055 h 131707"/>
                  <a:gd name="connsiteX9" fmla="*/ 135641 w 164962"/>
                  <a:gd name="connsiteY9" fmla="*/ 25150 h 131707"/>
                  <a:gd name="connsiteX10" fmla="*/ 150778 w 164962"/>
                  <a:gd name="connsiteY10" fmla="*/ 13230 h 131707"/>
                  <a:gd name="connsiteX11" fmla="*/ 164962 w 164962"/>
                  <a:gd name="connsiteY11" fmla="*/ 2861 h 131707"/>
                  <a:gd name="connsiteX12" fmla="*/ 155546 w 164962"/>
                  <a:gd name="connsiteY12" fmla="*/ 0 h 131707"/>
                  <a:gd name="connsiteX13" fmla="*/ 128966 w 164962"/>
                  <a:gd name="connsiteY13" fmla="*/ 3814 h 131707"/>
                  <a:gd name="connsiteX14" fmla="*/ 96784 w 164962"/>
                  <a:gd name="connsiteY14" fmla="*/ 13230 h 131707"/>
                  <a:gd name="connsiteX15" fmla="*/ 69370 w 164962"/>
                  <a:gd name="connsiteY15" fmla="*/ 12277 h 131707"/>
                  <a:gd name="connsiteX16" fmla="*/ 54232 w 164962"/>
                  <a:gd name="connsiteY16" fmla="*/ 15137 h 131707"/>
                  <a:gd name="connsiteX17" fmla="*/ 32539 w 164962"/>
                  <a:gd name="connsiteY17" fmla="*/ 15137 h 131707"/>
                  <a:gd name="connsiteX18" fmla="*/ 23004 w 164962"/>
                  <a:gd name="connsiteY18" fmla="*/ 20859 h 131707"/>
                  <a:gd name="connsiteX19" fmla="*/ 8820 w 164962"/>
                  <a:gd name="connsiteY19" fmla="*/ 37426 h 131707"/>
                  <a:gd name="connsiteX20" fmla="*/ 8820 w 164962"/>
                  <a:gd name="connsiteY20" fmla="*/ 49346 h 131707"/>
                  <a:gd name="connsiteX21" fmla="*/ 6913 w 164962"/>
                  <a:gd name="connsiteY21" fmla="*/ 66986 h 131707"/>
                  <a:gd name="connsiteX22" fmla="*/ 18356 w 164962"/>
                  <a:gd name="connsiteY22" fmla="*/ 86176 h 1317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4962" h="131707">
                    <a:moveTo>
                      <a:pt x="18356" y="86176"/>
                    </a:moveTo>
                    <a:cubicBezTo>
                      <a:pt x="11275" y="93816"/>
                      <a:pt x="5113" y="102255"/>
                      <a:pt x="0" y="111326"/>
                    </a:cubicBezTo>
                    <a:lnTo>
                      <a:pt x="1311" y="111326"/>
                    </a:lnTo>
                    <a:lnTo>
                      <a:pt x="3218" y="119788"/>
                    </a:lnTo>
                    <a:lnTo>
                      <a:pt x="24911" y="131708"/>
                    </a:lnTo>
                    <a:cubicBezTo>
                      <a:pt x="31908" y="126702"/>
                      <a:pt x="39572" y="122685"/>
                      <a:pt x="47677" y="119788"/>
                    </a:cubicBezTo>
                    <a:cubicBezTo>
                      <a:pt x="54232" y="118835"/>
                      <a:pt x="129920" y="78190"/>
                      <a:pt x="129920" y="78190"/>
                    </a:cubicBezTo>
                    <a:cubicBezTo>
                      <a:pt x="129920" y="78190"/>
                      <a:pt x="136594" y="67820"/>
                      <a:pt x="135641" y="64006"/>
                    </a:cubicBezTo>
                    <a:cubicBezTo>
                      <a:pt x="133937" y="57665"/>
                      <a:pt x="134616" y="50931"/>
                      <a:pt x="137548" y="45055"/>
                    </a:cubicBezTo>
                    <a:cubicBezTo>
                      <a:pt x="141362" y="40406"/>
                      <a:pt x="132780" y="33135"/>
                      <a:pt x="135641" y="25150"/>
                    </a:cubicBezTo>
                    <a:cubicBezTo>
                      <a:pt x="138502" y="17164"/>
                      <a:pt x="150778" y="13230"/>
                      <a:pt x="150778" y="13230"/>
                    </a:cubicBezTo>
                    <a:lnTo>
                      <a:pt x="164962" y="2861"/>
                    </a:lnTo>
                    <a:lnTo>
                      <a:pt x="155546" y="0"/>
                    </a:lnTo>
                    <a:cubicBezTo>
                      <a:pt x="147024" y="2992"/>
                      <a:pt x="137989" y="4291"/>
                      <a:pt x="128966" y="3814"/>
                    </a:cubicBezTo>
                    <a:cubicBezTo>
                      <a:pt x="114782" y="2861"/>
                      <a:pt x="112041" y="13230"/>
                      <a:pt x="96784" y="13230"/>
                    </a:cubicBezTo>
                    <a:cubicBezTo>
                      <a:pt x="81528" y="13230"/>
                      <a:pt x="72946" y="17044"/>
                      <a:pt x="69370" y="12277"/>
                    </a:cubicBezTo>
                    <a:cubicBezTo>
                      <a:pt x="65794" y="7509"/>
                      <a:pt x="64721" y="10370"/>
                      <a:pt x="54232" y="15137"/>
                    </a:cubicBezTo>
                    <a:cubicBezTo>
                      <a:pt x="43743" y="19905"/>
                      <a:pt x="37188" y="18952"/>
                      <a:pt x="32539" y="15137"/>
                    </a:cubicBezTo>
                    <a:cubicBezTo>
                      <a:pt x="27891" y="11323"/>
                      <a:pt x="23958" y="16091"/>
                      <a:pt x="23004" y="20859"/>
                    </a:cubicBezTo>
                    <a:cubicBezTo>
                      <a:pt x="22051" y="25626"/>
                      <a:pt x="23600" y="35400"/>
                      <a:pt x="8820" y="37426"/>
                    </a:cubicBezTo>
                    <a:cubicBezTo>
                      <a:pt x="7867" y="41836"/>
                      <a:pt x="6079" y="46366"/>
                      <a:pt x="8820" y="49346"/>
                    </a:cubicBezTo>
                    <a:cubicBezTo>
                      <a:pt x="11562" y="52325"/>
                      <a:pt x="7986" y="59477"/>
                      <a:pt x="6913" y="66986"/>
                    </a:cubicBezTo>
                    <a:cubicBezTo>
                      <a:pt x="25269" y="66628"/>
                      <a:pt x="22885" y="82243"/>
                      <a:pt x="18356" y="86176"/>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75" name="Freeform: Shape 74">
                <a:extLst>
                  <a:ext uri="{FF2B5EF4-FFF2-40B4-BE49-F238E27FC236}">
                    <a16:creationId xmlns:a16="http://schemas.microsoft.com/office/drawing/2014/main" id="{B224F93C-109A-4DD8-B3CA-E5BF2EFDE53E}"/>
                  </a:ext>
                </a:extLst>
              </p:cNvPr>
              <p:cNvSpPr/>
              <p:nvPr/>
            </p:nvSpPr>
            <p:spPr>
              <a:xfrm>
                <a:off x="7269245" y="7643676"/>
                <a:ext cx="85072" cy="111321"/>
              </a:xfrm>
              <a:custGeom>
                <a:avLst/>
                <a:gdLst>
                  <a:gd name="connsiteX0" fmla="*/ 17946 w 85072"/>
                  <a:gd name="connsiteY0" fmla="*/ 9535 h 111321"/>
                  <a:gd name="connsiteX1" fmla="*/ 3882 w 85072"/>
                  <a:gd name="connsiteY1" fmla="*/ 20144 h 111321"/>
                  <a:gd name="connsiteX2" fmla="*/ 11272 w 85072"/>
                  <a:gd name="connsiteY2" fmla="*/ 32778 h 111321"/>
                  <a:gd name="connsiteX3" fmla="*/ 16648 w 85072"/>
                  <a:gd name="connsiteY3" fmla="*/ 37891 h 111321"/>
                  <a:gd name="connsiteX4" fmla="*/ 11523 w 85072"/>
                  <a:gd name="connsiteY4" fmla="*/ 43267 h 111321"/>
                  <a:gd name="connsiteX5" fmla="*/ 9841 w 85072"/>
                  <a:gd name="connsiteY5" fmla="*/ 43028 h 111321"/>
                  <a:gd name="connsiteX6" fmla="*/ 8769 w 85072"/>
                  <a:gd name="connsiteY6" fmla="*/ 65079 h 111321"/>
                  <a:gd name="connsiteX7" fmla="*/ 1021 w 85072"/>
                  <a:gd name="connsiteY7" fmla="*/ 94043 h 111321"/>
                  <a:gd name="connsiteX8" fmla="*/ 4597 w 85072"/>
                  <a:gd name="connsiteY8" fmla="*/ 110015 h 111321"/>
                  <a:gd name="connsiteX9" fmla="*/ 50248 w 85072"/>
                  <a:gd name="connsiteY9" fmla="*/ 95115 h 111321"/>
                  <a:gd name="connsiteX10" fmla="*/ 74086 w 85072"/>
                  <a:gd name="connsiteY10" fmla="*/ 85223 h 111321"/>
                  <a:gd name="connsiteX11" fmla="*/ 84099 w 85072"/>
                  <a:gd name="connsiteY11" fmla="*/ 74972 h 111321"/>
                  <a:gd name="connsiteX12" fmla="*/ 77662 w 85072"/>
                  <a:gd name="connsiteY12" fmla="*/ 40168 h 111321"/>
                  <a:gd name="connsiteX13" fmla="*/ 52870 w 85072"/>
                  <a:gd name="connsiteY13" fmla="*/ 0 h 111321"/>
                  <a:gd name="connsiteX14" fmla="*/ 40236 w 85072"/>
                  <a:gd name="connsiteY14" fmla="*/ 4768 h 111321"/>
                  <a:gd name="connsiteX15" fmla="*/ 17946 w 85072"/>
                  <a:gd name="connsiteY15" fmla="*/ 9535 h 11132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5072" h="111321">
                    <a:moveTo>
                      <a:pt x="17946" y="9535"/>
                    </a:moveTo>
                    <a:cubicBezTo>
                      <a:pt x="15801" y="11681"/>
                      <a:pt x="9365" y="15614"/>
                      <a:pt x="3882" y="20144"/>
                    </a:cubicBezTo>
                    <a:cubicBezTo>
                      <a:pt x="6624" y="24554"/>
                      <a:pt x="6027" y="32063"/>
                      <a:pt x="11272" y="32778"/>
                    </a:cubicBezTo>
                    <a:cubicBezTo>
                      <a:pt x="14168" y="32706"/>
                      <a:pt x="16576" y="34995"/>
                      <a:pt x="16648" y="37891"/>
                    </a:cubicBezTo>
                    <a:cubicBezTo>
                      <a:pt x="16719" y="40788"/>
                      <a:pt x="14419" y="43195"/>
                      <a:pt x="11523" y="43267"/>
                    </a:cubicBezTo>
                    <a:cubicBezTo>
                      <a:pt x="10962" y="43279"/>
                      <a:pt x="10390" y="43195"/>
                      <a:pt x="9841" y="43028"/>
                    </a:cubicBezTo>
                    <a:cubicBezTo>
                      <a:pt x="1736" y="41241"/>
                      <a:pt x="1736" y="53994"/>
                      <a:pt x="8769" y="65079"/>
                    </a:cubicBezTo>
                    <a:cubicBezTo>
                      <a:pt x="15801" y="76164"/>
                      <a:pt x="-4700" y="88918"/>
                      <a:pt x="1021" y="94043"/>
                    </a:cubicBezTo>
                    <a:cubicBezTo>
                      <a:pt x="6743" y="99168"/>
                      <a:pt x="2094" y="105962"/>
                      <a:pt x="4597" y="110015"/>
                    </a:cubicBezTo>
                    <a:cubicBezTo>
                      <a:pt x="7100" y="114067"/>
                      <a:pt x="37137" y="108584"/>
                      <a:pt x="50248" y="95115"/>
                    </a:cubicBezTo>
                    <a:cubicBezTo>
                      <a:pt x="63359" y="81647"/>
                      <a:pt x="66935" y="83196"/>
                      <a:pt x="74086" y="85223"/>
                    </a:cubicBezTo>
                    <a:cubicBezTo>
                      <a:pt x="81238" y="87249"/>
                      <a:pt x="87555" y="80216"/>
                      <a:pt x="84099" y="74972"/>
                    </a:cubicBezTo>
                    <a:cubicBezTo>
                      <a:pt x="78627" y="64245"/>
                      <a:pt x="76387" y="52147"/>
                      <a:pt x="77662" y="40168"/>
                    </a:cubicBezTo>
                    <a:cubicBezTo>
                      <a:pt x="77662" y="30752"/>
                      <a:pt x="65743" y="13588"/>
                      <a:pt x="52870" y="0"/>
                    </a:cubicBezTo>
                    <a:cubicBezTo>
                      <a:pt x="49402" y="3111"/>
                      <a:pt x="44896" y="4803"/>
                      <a:pt x="40236" y="4768"/>
                    </a:cubicBezTo>
                    <a:cubicBezTo>
                      <a:pt x="32488" y="3886"/>
                      <a:pt x="24657" y="5554"/>
                      <a:pt x="17946" y="9535"/>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76" name="Freeform: Shape 75">
                <a:extLst>
                  <a:ext uri="{FF2B5EF4-FFF2-40B4-BE49-F238E27FC236}">
                    <a16:creationId xmlns:a16="http://schemas.microsoft.com/office/drawing/2014/main" id="{51AAFB4E-2541-46D7-ADFD-70DD21902818}"/>
                  </a:ext>
                </a:extLst>
              </p:cNvPr>
              <p:cNvSpPr/>
              <p:nvPr/>
            </p:nvSpPr>
            <p:spPr>
              <a:xfrm>
                <a:off x="6369307" y="7969733"/>
                <a:ext cx="100700" cy="134025"/>
              </a:xfrm>
              <a:custGeom>
                <a:avLst/>
                <a:gdLst>
                  <a:gd name="connsiteX0" fmla="*/ 100701 w 100700"/>
                  <a:gd name="connsiteY0" fmla="*/ 112451 h 134025"/>
                  <a:gd name="connsiteX1" fmla="*/ 91046 w 100700"/>
                  <a:gd name="connsiteY1" fmla="*/ 66086 h 134025"/>
                  <a:gd name="connsiteX2" fmla="*/ 73764 w 100700"/>
                  <a:gd name="connsiteY2" fmla="*/ 84799 h 134025"/>
                  <a:gd name="connsiteX3" fmla="*/ 75194 w 100700"/>
                  <a:gd name="connsiteY3" fmla="*/ 58934 h 134025"/>
                  <a:gd name="connsiteX4" fmla="*/ 93907 w 100700"/>
                  <a:gd name="connsiteY4" fmla="*/ 34500 h 134025"/>
                  <a:gd name="connsiteX5" fmla="*/ 76624 w 100700"/>
                  <a:gd name="connsiteY5" fmla="*/ 28778 h 134025"/>
                  <a:gd name="connsiteX6" fmla="*/ 49329 w 100700"/>
                  <a:gd name="connsiteY6" fmla="*/ 30209 h 134025"/>
                  <a:gd name="connsiteX7" fmla="*/ 37409 w 100700"/>
                  <a:gd name="connsiteY7" fmla="*/ 18289 h 134025"/>
                  <a:gd name="connsiteX8" fmla="*/ 21557 w 100700"/>
                  <a:gd name="connsiteY8" fmla="*/ 5297 h 134025"/>
                  <a:gd name="connsiteX9" fmla="*/ 1533 w 100700"/>
                  <a:gd name="connsiteY9" fmla="*/ 5297 h 134025"/>
                  <a:gd name="connsiteX10" fmla="*/ 17266 w 100700"/>
                  <a:gd name="connsiteY10" fmla="*/ 25441 h 134025"/>
                  <a:gd name="connsiteX11" fmla="*/ 4394 w 100700"/>
                  <a:gd name="connsiteY11" fmla="*/ 35453 h 134025"/>
                  <a:gd name="connsiteX12" fmla="*/ 10115 w 100700"/>
                  <a:gd name="connsiteY12" fmla="*/ 71211 h 134025"/>
                  <a:gd name="connsiteX13" fmla="*/ 18578 w 100700"/>
                  <a:gd name="connsiteY13" fmla="*/ 114954 h 134025"/>
                  <a:gd name="connsiteX14" fmla="*/ 34549 w 100700"/>
                  <a:gd name="connsiteY14" fmla="*/ 110663 h 134025"/>
                  <a:gd name="connsiteX15" fmla="*/ 53739 w 100700"/>
                  <a:gd name="connsiteY15" fmla="*/ 101366 h 134025"/>
                  <a:gd name="connsiteX16" fmla="*/ 68281 w 100700"/>
                  <a:gd name="connsiteY16" fmla="*/ 89447 h 134025"/>
                  <a:gd name="connsiteX17" fmla="*/ 81034 w 100700"/>
                  <a:gd name="connsiteY17" fmla="*/ 122106 h 134025"/>
                  <a:gd name="connsiteX18" fmla="*/ 84729 w 100700"/>
                  <a:gd name="connsiteY18" fmla="*/ 134025 h 134025"/>
                  <a:gd name="connsiteX19" fmla="*/ 93311 w 100700"/>
                  <a:gd name="connsiteY19" fmla="*/ 126993 h 134025"/>
                  <a:gd name="connsiteX20" fmla="*/ 100701 w 100700"/>
                  <a:gd name="connsiteY20" fmla="*/ 112451 h 1340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00700" h="134025">
                    <a:moveTo>
                      <a:pt x="100701" y="112451"/>
                    </a:moveTo>
                    <a:cubicBezTo>
                      <a:pt x="96410" y="88613"/>
                      <a:pt x="94145" y="66086"/>
                      <a:pt x="91046" y="66086"/>
                    </a:cubicBezTo>
                    <a:cubicBezTo>
                      <a:pt x="87948" y="66086"/>
                      <a:pt x="80915" y="86229"/>
                      <a:pt x="73764" y="84799"/>
                    </a:cubicBezTo>
                    <a:cubicBezTo>
                      <a:pt x="66612" y="83368"/>
                      <a:pt x="66612" y="58934"/>
                      <a:pt x="75194" y="58934"/>
                    </a:cubicBezTo>
                    <a:cubicBezTo>
                      <a:pt x="83776" y="58934"/>
                      <a:pt x="93907" y="40340"/>
                      <a:pt x="93907" y="34500"/>
                    </a:cubicBezTo>
                    <a:cubicBezTo>
                      <a:pt x="93907" y="28659"/>
                      <a:pt x="85325" y="28778"/>
                      <a:pt x="76624" y="28778"/>
                    </a:cubicBezTo>
                    <a:cubicBezTo>
                      <a:pt x="67923" y="28778"/>
                      <a:pt x="49329" y="30209"/>
                      <a:pt x="49329" y="30209"/>
                    </a:cubicBezTo>
                    <a:cubicBezTo>
                      <a:pt x="49329" y="30209"/>
                      <a:pt x="37409" y="25918"/>
                      <a:pt x="37409" y="18289"/>
                    </a:cubicBezTo>
                    <a:cubicBezTo>
                      <a:pt x="37409" y="10661"/>
                      <a:pt x="33119" y="5297"/>
                      <a:pt x="21557" y="5297"/>
                    </a:cubicBezTo>
                    <a:cubicBezTo>
                      <a:pt x="9995" y="5297"/>
                      <a:pt x="9638" y="-6622"/>
                      <a:pt x="1533" y="5297"/>
                    </a:cubicBezTo>
                    <a:cubicBezTo>
                      <a:pt x="-6573" y="17217"/>
                      <a:pt x="20246" y="17217"/>
                      <a:pt x="17266" y="25441"/>
                    </a:cubicBezTo>
                    <a:cubicBezTo>
                      <a:pt x="14286" y="33665"/>
                      <a:pt x="5347" y="28301"/>
                      <a:pt x="4394" y="35453"/>
                    </a:cubicBezTo>
                    <a:cubicBezTo>
                      <a:pt x="3726" y="47646"/>
                      <a:pt x="5681" y="59840"/>
                      <a:pt x="10115" y="71211"/>
                    </a:cubicBezTo>
                    <a:cubicBezTo>
                      <a:pt x="15324" y="85228"/>
                      <a:pt x="18184" y="100008"/>
                      <a:pt x="18578" y="114954"/>
                    </a:cubicBezTo>
                    <a:cubicBezTo>
                      <a:pt x="25252" y="113763"/>
                      <a:pt x="28351" y="110663"/>
                      <a:pt x="34549" y="110663"/>
                    </a:cubicBezTo>
                    <a:cubicBezTo>
                      <a:pt x="40747" y="110663"/>
                      <a:pt x="53024" y="109591"/>
                      <a:pt x="53739" y="101366"/>
                    </a:cubicBezTo>
                    <a:cubicBezTo>
                      <a:pt x="54455" y="93142"/>
                      <a:pt x="63275" y="87302"/>
                      <a:pt x="68281" y="89447"/>
                    </a:cubicBezTo>
                    <a:cubicBezTo>
                      <a:pt x="75754" y="98780"/>
                      <a:pt x="80200" y="110175"/>
                      <a:pt x="81034" y="122106"/>
                    </a:cubicBezTo>
                    <a:cubicBezTo>
                      <a:pt x="81499" y="126278"/>
                      <a:pt x="82750" y="130318"/>
                      <a:pt x="84729" y="134025"/>
                    </a:cubicBezTo>
                    <a:cubicBezTo>
                      <a:pt x="87423" y="131474"/>
                      <a:pt x="90284" y="129126"/>
                      <a:pt x="93311" y="126993"/>
                    </a:cubicBezTo>
                    <a:cubicBezTo>
                      <a:pt x="94980" y="121784"/>
                      <a:pt x="97483" y="116873"/>
                      <a:pt x="100701" y="112451"/>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77" name="Freeform: Shape 76">
                <a:extLst>
                  <a:ext uri="{FF2B5EF4-FFF2-40B4-BE49-F238E27FC236}">
                    <a16:creationId xmlns:a16="http://schemas.microsoft.com/office/drawing/2014/main" id="{33CFE448-FDE5-49E9-A7C8-BEC7F8CAD64A}"/>
                  </a:ext>
                </a:extLst>
              </p:cNvPr>
              <p:cNvSpPr/>
              <p:nvPr/>
            </p:nvSpPr>
            <p:spPr>
              <a:xfrm>
                <a:off x="6363808" y="7234638"/>
                <a:ext cx="753245" cy="321077"/>
              </a:xfrm>
              <a:custGeom>
                <a:avLst/>
                <a:gdLst>
                  <a:gd name="connsiteX0" fmla="*/ 721949 w 753245"/>
                  <a:gd name="connsiteY0" fmla="*/ 133584 h 321077"/>
                  <a:gd name="connsiteX1" fmla="*/ 702663 w 753245"/>
                  <a:gd name="connsiteY1" fmla="*/ 131665 h 321077"/>
                  <a:gd name="connsiteX2" fmla="*/ 698825 w 753245"/>
                  <a:gd name="connsiteY2" fmla="*/ 136683 h 321077"/>
                  <a:gd name="connsiteX3" fmla="*/ 675702 w 753245"/>
                  <a:gd name="connsiteY3" fmla="*/ 133584 h 321077"/>
                  <a:gd name="connsiteX4" fmla="*/ 650910 w 753245"/>
                  <a:gd name="connsiteY4" fmla="*/ 132035 h 321077"/>
                  <a:gd name="connsiteX5" fmla="*/ 654009 w 753245"/>
                  <a:gd name="connsiteY5" fmla="*/ 120116 h 321077"/>
                  <a:gd name="connsiteX6" fmla="*/ 655558 w 753245"/>
                  <a:gd name="connsiteY6" fmla="*/ 108196 h 321077"/>
                  <a:gd name="connsiteX7" fmla="*/ 674748 w 753245"/>
                  <a:gd name="connsiteY7" fmla="*/ 69816 h 321077"/>
                  <a:gd name="connsiteX8" fmla="*/ 657346 w 753245"/>
                  <a:gd name="connsiteY8" fmla="*/ 68148 h 321077"/>
                  <a:gd name="connsiteX9" fmla="*/ 636845 w 753245"/>
                  <a:gd name="connsiteY9" fmla="*/ 63976 h 321077"/>
                  <a:gd name="connsiteX10" fmla="*/ 607047 w 753245"/>
                  <a:gd name="connsiteY10" fmla="*/ 62546 h 321077"/>
                  <a:gd name="connsiteX11" fmla="*/ 587976 w 753245"/>
                  <a:gd name="connsiteY11" fmla="*/ 75299 h 321077"/>
                  <a:gd name="connsiteX12" fmla="*/ 568786 w 753245"/>
                  <a:gd name="connsiteY12" fmla="*/ 82331 h 321077"/>
                  <a:gd name="connsiteX13" fmla="*/ 537677 w 753245"/>
                  <a:gd name="connsiteY13" fmla="*/ 90198 h 321077"/>
                  <a:gd name="connsiteX14" fmla="*/ 505733 w 753245"/>
                  <a:gd name="connsiteY14" fmla="*/ 90198 h 321077"/>
                  <a:gd name="connsiteX15" fmla="*/ 475339 w 753245"/>
                  <a:gd name="connsiteY15" fmla="*/ 84477 h 321077"/>
                  <a:gd name="connsiteX16" fmla="*/ 462586 w 753245"/>
                  <a:gd name="connsiteY16" fmla="*/ 71008 h 321077"/>
                  <a:gd name="connsiteX17" fmla="*/ 442681 w 753245"/>
                  <a:gd name="connsiteY17" fmla="*/ 61830 h 321077"/>
                  <a:gd name="connsiteX18" fmla="*/ 424325 w 753245"/>
                  <a:gd name="connsiteY18" fmla="*/ 56824 h 321077"/>
                  <a:gd name="connsiteX19" fmla="*/ 402274 w 753245"/>
                  <a:gd name="connsiteY19" fmla="*/ 51937 h 321077"/>
                  <a:gd name="connsiteX20" fmla="*/ 380343 w 753245"/>
                  <a:gd name="connsiteY20" fmla="*/ 54679 h 321077"/>
                  <a:gd name="connsiteX21" fmla="*/ 363298 w 753245"/>
                  <a:gd name="connsiteY21" fmla="*/ 63261 h 321077"/>
                  <a:gd name="connsiteX22" fmla="*/ 342082 w 753245"/>
                  <a:gd name="connsiteY22" fmla="*/ 56824 h 321077"/>
                  <a:gd name="connsiteX23" fmla="*/ 327183 w 753245"/>
                  <a:gd name="connsiteY23" fmla="*/ 45501 h 321077"/>
                  <a:gd name="connsiteX24" fmla="*/ 324323 w 753245"/>
                  <a:gd name="connsiteY24" fmla="*/ 25000 h 321077"/>
                  <a:gd name="connsiteX25" fmla="*/ 300484 w 753245"/>
                  <a:gd name="connsiteY25" fmla="*/ 17848 h 321077"/>
                  <a:gd name="connsiteX26" fmla="*/ 282724 w 753245"/>
                  <a:gd name="connsiteY26" fmla="*/ 10816 h 321077"/>
                  <a:gd name="connsiteX27" fmla="*/ 267944 w 753245"/>
                  <a:gd name="connsiteY27" fmla="*/ 7240 h 321077"/>
                  <a:gd name="connsiteX28" fmla="*/ 250185 w 753245"/>
                  <a:gd name="connsiteY28" fmla="*/ 208 h 321077"/>
                  <a:gd name="connsiteX29" fmla="*/ 241723 w 753245"/>
                  <a:gd name="connsiteY29" fmla="*/ 7955 h 321077"/>
                  <a:gd name="connsiteX30" fmla="*/ 228969 w 753245"/>
                  <a:gd name="connsiteY30" fmla="*/ 16418 h 321077"/>
                  <a:gd name="connsiteX31" fmla="*/ 218956 w 753245"/>
                  <a:gd name="connsiteY31" fmla="*/ 28337 h 321077"/>
                  <a:gd name="connsiteX32" fmla="*/ 227539 w 753245"/>
                  <a:gd name="connsiteY32" fmla="*/ 48242 h 321077"/>
                  <a:gd name="connsiteX33" fmla="*/ 226824 w 753245"/>
                  <a:gd name="connsiteY33" fmla="*/ 62426 h 321077"/>
                  <a:gd name="connsiteX34" fmla="*/ 206918 w 753245"/>
                  <a:gd name="connsiteY34" fmla="*/ 72319 h 321077"/>
                  <a:gd name="connsiteX35" fmla="*/ 189993 w 753245"/>
                  <a:gd name="connsiteY35" fmla="*/ 67313 h 321077"/>
                  <a:gd name="connsiteX36" fmla="*/ 170803 w 753245"/>
                  <a:gd name="connsiteY36" fmla="*/ 68743 h 321077"/>
                  <a:gd name="connsiteX37" fmla="*/ 151017 w 753245"/>
                  <a:gd name="connsiteY37" fmla="*/ 60996 h 321077"/>
                  <a:gd name="connsiteX38" fmla="*/ 143150 w 753245"/>
                  <a:gd name="connsiteY38" fmla="*/ 47527 h 321077"/>
                  <a:gd name="connsiteX39" fmla="*/ 109895 w 753245"/>
                  <a:gd name="connsiteY39" fmla="*/ 41806 h 321077"/>
                  <a:gd name="connsiteX40" fmla="*/ 92851 w 753245"/>
                  <a:gd name="connsiteY40" fmla="*/ 44667 h 321077"/>
                  <a:gd name="connsiteX41" fmla="*/ 76641 w 753245"/>
                  <a:gd name="connsiteY41" fmla="*/ 51818 h 321077"/>
                  <a:gd name="connsiteX42" fmla="*/ 61026 w 753245"/>
                  <a:gd name="connsiteY42" fmla="*/ 62426 h 321077"/>
                  <a:gd name="connsiteX43" fmla="*/ 42552 w 753245"/>
                  <a:gd name="connsiteY43" fmla="*/ 73034 h 321077"/>
                  <a:gd name="connsiteX44" fmla="*/ 20620 w 753245"/>
                  <a:gd name="connsiteY44" fmla="*/ 82927 h 321077"/>
                  <a:gd name="connsiteX45" fmla="*/ 4291 w 753245"/>
                  <a:gd name="connsiteY45" fmla="*/ 89364 h 321077"/>
                  <a:gd name="connsiteX46" fmla="*/ 0 w 753245"/>
                  <a:gd name="connsiteY46" fmla="*/ 90794 h 321077"/>
                  <a:gd name="connsiteX47" fmla="*/ 834 w 753245"/>
                  <a:gd name="connsiteY47" fmla="*/ 93655 h 321077"/>
                  <a:gd name="connsiteX48" fmla="*/ 17998 w 753245"/>
                  <a:gd name="connsiteY48" fmla="*/ 115705 h 321077"/>
                  <a:gd name="connsiteX49" fmla="*/ 39572 w 753245"/>
                  <a:gd name="connsiteY49" fmla="*/ 127625 h 321077"/>
                  <a:gd name="connsiteX50" fmla="*/ 60073 w 753245"/>
                  <a:gd name="connsiteY50" fmla="*/ 144312 h 321077"/>
                  <a:gd name="connsiteX51" fmla="*/ 72826 w 753245"/>
                  <a:gd name="connsiteY51" fmla="*/ 162429 h 321077"/>
                  <a:gd name="connsiteX52" fmla="*/ 71396 w 753245"/>
                  <a:gd name="connsiteY52" fmla="*/ 186267 h 321077"/>
                  <a:gd name="connsiteX53" fmla="*/ 66032 w 753245"/>
                  <a:gd name="connsiteY53" fmla="*/ 205815 h 321077"/>
                  <a:gd name="connsiteX54" fmla="*/ 120027 w 753245"/>
                  <a:gd name="connsiteY54" fmla="*/ 219045 h 321077"/>
                  <a:gd name="connsiteX55" fmla="*/ 137906 w 753245"/>
                  <a:gd name="connsiteY55" fmla="*/ 229892 h 321077"/>
                  <a:gd name="connsiteX56" fmla="*/ 153401 w 753245"/>
                  <a:gd name="connsiteY56" fmla="*/ 240738 h 321077"/>
                  <a:gd name="connsiteX57" fmla="*/ 171875 w 753245"/>
                  <a:gd name="connsiteY57" fmla="*/ 260762 h 321077"/>
                  <a:gd name="connsiteX58" fmla="*/ 185821 w 753245"/>
                  <a:gd name="connsiteY58" fmla="*/ 285435 h 321077"/>
                  <a:gd name="connsiteX59" fmla="*/ 216692 w 753245"/>
                  <a:gd name="connsiteY59" fmla="*/ 288534 h 321077"/>
                  <a:gd name="connsiteX60" fmla="*/ 273785 w 753245"/>
                  <a:gd name="connsiteY60" fmla="*/ 290084 h 321077"/>
                  <a:gd name="connsiteX61" fmla="*/ 317052 w 753245"/>
                  <a:gd name="connsiteY61" fmla="*/ 299381 h 321077"/>
                  <a:gd name="connsiteX62" fmla="*/ 343274 w 753245"/>
                  <a:gd name="connsiteY62" fmla="*/ 305579 h 321077"/>
                  <a:gd name="connsiteX63" fmla="*/ 367947 w 753245"/>
                  <a:gd name="connsiteY63" fmla="*/ 311658 h 321077"/>
                  <a:gd name="connsiteX64" fmla="*/ 386422 w 753245"/>
                  <a:gd name="connsiteY64" fmla="*/ 320955 h 321077"/>
                  <a:gd name="connsiteX65" fmla="*/ 428139 w 753245"/>
                  <a:gd name="connsiteY65" fmla="*/ 299381 h 321077"/>
                  <a:gd name="connsiteX66" fmla="*/ 482133 w 753245"/>
                  <a:gd name="connsiteY66" fmla="*/ 297831 h 321077"/>
                  <a:gd name="connsiteX67" fmla="*/ 525400 w 753245"/>
                  <a:gd name="connsiteY67" fmla="*/ 279356 h 321077"/>
                  <a:gd name="connsiteX68" fmla="*/ 554721 w 753245"/>
                  <a:gd name="connsiteY68" fmla="*/ 256114 h 321077"/>
                  <a:gd name="connsiteX69" fmla="*/ 548524 w 753245"/>
                  <a:gd name="connsiteY69" fmla="*/ 228342 h 321077"/>
                  <a:gd name="connsiteX70" fmla="*/ 571289 w 753245"/>
                  <a:gd name="connsiteY70" fmla="*/ 221512 h 321077"/>
                  <a:gd name="connsiteX71" fmla="*/ 572362 w 753245"/>
                  <a:gd name="connsiteY71" fmla="*/ 222144 h 321077"/>
                  <a:gd name="connsiteX72" fmla="*/ 610861 w 753245"/>
                  <a:gd name="connsiteY72" fmla="*/ 219045 h 321077"/>
                  <a:gd name="connsiteX73" fmla="*/ 646619 w 753245"/>
                  <a:gd name="connsiteY73" fmla="*/ 208318 h 321077"/>
                  <a:gd name="connsiteX74" fmla="*/ 668312 w 753245"/>
                  <a:gd name="connsiteY74" fmla="*/ 188174 h 321077"/>
                  <a:gd name="connsiteX75" fmla="*/ 697634 w 753245"/>
                  <a:gd name="connsiteY75" fmla="*/ 176255 h 321077"/>
                  <a:gd name="connsiteX76" fmla="*/ 728504 w 753245"/>
                  <a:gd name="connsiteY76" fmla="*/ 170057 h 321077"/>
                  <a:gd name="connsiteX77" fmla="*/ 753177 w 753245"/>
                  <a:gd name="connsiteY77" fmla="*/ 166958 h 321077"/>
                  <a:gd name="connsiteX78" fmla="*/ 721949 w 753245"/>
                  <a:gd name="connsiteY78" fmla="*/ 133584 h 32107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Lst>
                <a:rect l="l" t="t" r="r" b="b"/>
                <a:pathLst>
                  <a:path w="753245" h="321077">
                    <a:moveTo>
                      <a:pt x="721949" y="133584"/>
                    </a:moveTo>
                    <a:cubicBezTo>
                      <a:pt x="717157" y="127732"/>
                      <a:pt x="708515" y="126862"/>
                      <a:pt x="702663" y="131665"/>
                    </a:cubicBezTo>
                    <a:cubicBezTo>
                      <a:pt x="701006" y="133012"/>
                      <a:pt x="699695" y="134728"/>
                      <a:pt x="698825" y="136683"/>
                    </a:cubicBezTo>
                    <a:cubicBezTo>
                      <a:pt x="695726" y="144431"/>
                      <a:pt x="689528" y="133584"/>
                      <a:pt x="675702" y="133584"/>
                    </a:cubicBezTo>
                    <a:cubicBezTo>
                      <a:pt x="661876" y="133584"/>
                      <a:pt x="660207" y="141332"/>
                      <a:pt x="650910" y="132035"/>
                    </a:cubicBezTo>
                    <a:cubicBezTo>
                      <a:pt x="641613" y="122738"/>
                      <a:pt x="654009" y="120116"/>
                      <a:pt x="654009" y="120116"/>
                    </a:cubicBezTo>
                    <a:lnTo>
                      <a:pt x="655558" y="108196"/>
                    </a:lnTo>
                    <a:lnTo>
                      <a:pt x="674748" y="69816"/>
                    </a:lnTo>
                    <a:cubicBezTo>
                      <a:pt x="669242" y="67563"/>
                      <a:pt x="663187" y="66979"/>
                      <a:pt x="657346" y="68148"/>
                    </a:cubicBezTo>
                    <a:cubicBezTo>
                      <a:pt x="651744" y="70293"/>
                      <a:pt x="638275" y="68863"/>
                      <a:pt x="636845" y="63976"/>
                    </a:cubicBezTo>
                    <a:cubicBezTo>
                      <a:pt x="635415" y="59089"/>
                      <a:pt x="613007" y="58255"/>
                      <a:pt x="607047" y="62546"/>
                    </a:cubicBezTo>
                    <a:cubicBezTo>
                      <a:pt x="601087" y="66837"/>
                      <a:pt x="588692" y="70293"/>
                      <a:pt x="587976" y="75299"/>
                    </a:cubicBezTo>
                    <a:cubicBezTo>
                      <a:pt x="587261" y="80305"/>
                      <a:pt x="573792" y="78756"/>
                      <a:pt x="568786" y="82331"/>
                    </a:cubicBezTo>
                    <a:cubicBezTo>
                      <a:pt x="563780" y="85907"/>
                      <a:pt x="538392" y="87338"/>
                      <a:pt x="537677" y="90198"/>
                    </a:cubicBezTo>
                    <a:cubicBezTo>
                      <a:pt x="527260" y="93321"/>
                      <a:pt x="516151" y="93321"/>
                      <a:pt x="505733" y="90198"/>
                    </a:cubicBezTo>
                    <a:cubicBezTo>
                      <a:pt x="501562" y="86622"/>
                      <a:pt x="478081" y="90198"/>
                      <a:pt x="475339" y="84477"/>
                    </a:cubicBezTo>
                    <a:cubicBezTo>
                      <a:pt x="472598" y="78756"/>
                      <a:pt x="462586" y="76014"/>
                      <a:pt x="462586" y="71008"/>
                    </a:cubicBezTo>
                    <a:cubicBezTo>
                      <a:pt x="462586" y="66002"/>
                      <a:pt x="444826" y="66002"/>
                      <a:pt x="442681" y="61830"/>
                    </a:cubicBezTo>
                    <a:cubicBezTo>
                      <a:pt x="440535" y="57659"/>
                      <a:pt x="426352" y="55394"/>
                      <a:pt x="424325" y="56824"/>
                    </a:cubicBezTo>
                    <a:cubicBezTo>
                      <a:pt x="422299" y="58255"/>
                      <a:pt x="406565" y="52533"/>
                      <a:pt x="402274" y="51937"/>
                    </a:cubicBezTo>
                    <a:cubicBezTo>
                      <a:pt x="397984" y="51341"/>
                      <a:pt x="384634" y="54679"/>
                      <a:pt x="380343" y="54679"/>
                    </a:cubicBezTo>
                    <a:cubicBezTo>
                      <a:pt x="376052" y="54679"/>
                      <a:pt x="368423" y="62546"/>
                      <a:pt x="363298" y="63261"/>
                    </a:cubicBezTo>
                    <a:cubicBezTo>
                      <a:pt x="358173" y="63976"/>
                      <a:pt x="344943" y="54679"/>
                      <a:pt x="342082" y="56824"/>
                    </a:cubicBezTo>
                    <a:cubicBezTo>
                      <a:pt x="339222" y="58970"/>
                      <a:pt x="330163" y="49792"/>
                      <a:pt x="327183" y="45501"/>
                    </a:cubicBezTo>
                    <a:cubicBezTo>
                      <a:pt x="324204" y="41210"/>
                      <a:pt x="327183" y="29172"/>
                      <a:pt x="324323" y="25000"/>
                    </a:cubicBezTo>
                    <a:cubicBezTo>
                      <a:pt x="321462" y="20828"/>
                      <a:pt x="305967" y="20709"/>
                      <a:pt x="300484" y="17848"/>
                    </a:cubicBezTo>
                    <a:cubicBezTo>
                      <a:pt x="295132" y="14273"/>
                      <a:pt x="289077" y="11877"/>
                      <a:pt x="282724" y="10816"/>
                    </a:cubicBezTo>
                    <a:cubicBezTo>
                      <a:pt x="277563" y="10983"/>
                      <a:pt x="272462" y="9755"/>
                      <a:pt x="267944" y="7240"/>
                    </a:cubicBezTo>
                    <a:cubicBezTo>
                      <a:pt x="262390" y="4046"/>
                      <a:pt x="256419" y="1686"/>
                      <a:pt x="250185" y="208"/>
                    </a:cubicBezTo>
                    <a:cubicBezTo>
                      <a:pt x="245179" y="-1222"/>
                      <a:pt x="244583" y="5095"/>
                      <a:pt x="241723" y="7955"/>
                    </a:cubicBezTo>
                    <a:cubicBezTo>
                      <a:pt x="238861" y="10816"/>
                      <a:pt x="229803" y="11531"/>
                      <a:pt x="228969" y="16418"/>
                    </a:cubicBezTo>
                    <a:cubicBezTo>
                      <a:pt x="228134" y="21305"/>
                      <a:pt x="217050" y="22855"/>
                      <a:pt x="218956" y="28337"/>
                    </a:cubicBezTo>
                    <a:cubicBezTo>
                      <a:pt x="220351" y="35513"/>
                      <a:pt x="223283" y="42295"/>
                      <a:pt x="227539" y="48242"/>
                    </a:cubicBezTo>
                    <a:cubicBezTo>
                      <a:pt x="231114" y="51103"/>
                      <a:pt x="228969" y="60162"/>
                      <a:pt x="226824" y="62426"/>
                    </a:cubicBezTo>
                    <a:cubicBezTo>
                      <a:pt x="224677" y="64691"/>
                      <a:pt x="209778" y="67313"/>
                      <a:pt x="206918" y="72319"/>
                    </a:cubicBezTo>
                    <a:cubicBezTo>
                      <a:pt x="204057" y="77325"/>
                      <a:pt x="197025" y="71604"/>
                      <a:pt x="189993" y="67313"/>
                    </a:cubicBezTo>
                    <a:cubicBezTo>
                      <a:pt x="183854" y="64071"/>
                      <a:pt x="176393" y="64631"/>
                      <a:pt x="170803" y="68743"/>
                    </a:cubicBezTo>
                    <a:cubicBezTo>
                      <a:pt x="167346" y="71604"/>
                      <a:pt x="154592" y="61711"/>
                      <a:pt x="151017" y="60996"/>
                    </a:cubicBezTo>
                    <a:cubicBezTo>
                      <a:pt x="147441" y="60281"/>
                      <a:pt x="146726" y="46812"/>
                      <a:pt x="143150" y="47527"/>
                    </a:cubicBezTo>
                    <a:cubicBezTo>
                      <a:pt x="131922" y="46538"/>
                      <a:pt x="120802" y="44619"/>
                      <a:pt x="109895" y="41806"/>
                    </a:cubicBezTo>
                    <a:cubicBezTo>
                      <a:pt x="104889" y="40376"/>
                      <a:pt x="94281" y="41091"/>
                      <a:pt x="92851" y="44667"/>
                    </a:cubicBezTo>
                    <a:cubicBezTo>
                      <a:pt x="91420" y="48242"/>
                      <a:pt x="78667" y="47527"/>
                      <a:pt x="76641" y="51818"/>
                    </a:cubicBezTo>
                    <a:cubicBezTo>
                      <a:pt x="74615" y="56109"/>
                      <a:pt x="64721" y="58135"/>
                      <a:pt x="61026" y="62426"/>
                    </a:cubicBezTo>
                    <a:cubicBezTo>
                      <a:pt x="57332" y="66717"/>
                      <a:pt x="45412" y="66598"/>
                      <a:pt x="42552" y="73034"/>
                    </a:cubicBezTo>
                    <a:cubicBezTo>
                      <a:pt x="39691" y="79471"/>
                      <a:pt x="24912" y="82212"/>
                      <a:pt x="20620" y="82927"/>
                    </a:cubicBezTo>
                    <a:cubicBezTo>
                      <a:pt x="16329" y="83643"/>
                      <a:pt x="5006" y="85788"/>
                      <a:pt x="4291" y="89364"/>
                    </a:cubicBezTo>
                    <a:cubicBezTo>
                      <a:pt x="4291" y="90794"/>
                      <a:pt x="2265" y="91033"/>
                      <a:pt x="0" y="90794"/>
                    </a:cubicBezTo>
                    <a:cubicBezTo>
                      <a:pt x="0" y="91748"/>
                      <a:pt x="596" y="92582"/>
                      <a:pt x="834" y="93655"/>
                    </a:cubicBezTo>
                    <a:cubicBezTo>
                      <a:pt x="3695" y="109746"/>
                      <a:pt x="10608" y="109388"/>
                      <a:pt x="17998" y="115705"/>
                    </a:cubicBezTo>
                    <a:cubicBezTo>
                      <a:pt x="23636" y="121999"/>
                      <a:pt x="31240" y="126206"/>
                      <a:pt x="39572" y="127625"/>
                    </a:cubicBezTo>
                    <a:cubicBezTo>
                      <a:pt x="48881" y="129150"/>
                      <a:pt x="56688" y="135503"/>
                      <a:pt x="60073" y="144312"/>
                    </a:cubicBezTo>
                    <a:cubicBezTo>
                      <a:pt x="62302" y="151546"/>
                      <a:pt x="66760" y="157887"/>
                      <a:pt x="72826" y="162429"/>
                    </a:cubicBezTo>
                    <a:cubicBezTo>
                      <a:pt x="77356" y="165885"/>
                      <a:pt x="71396" y="177685"/>
                      <a:pt x="71396" y="186267"/>
                    </a:cubicBezTo>
                    <a:cubicBezTo>
                      <a:pt x="71396" y="194849"/>
                      <a:pt x="60669" y="196995"/>
                      <a:pt x="66032" y="205815"/>
                    </a:cubicBezTo>
                    <a:cubicBezTo>
                      <a:pt x="71396" y="214635"/>
                      <a:pt x="109180" y="219045"/>
                      <a:pt x="120027" y="219045"/>
                    </a:cubicBezTo>
                    <a:cubicBezTo>
                      <a:pt x="130873" y="219045"/>
                      <a:pt x="134687" y="229415"/>
                      <a:pt x="137906" y="229892"/>
                    </a:cubicBezTo>
                    <a:cubicBezTo>
                      <a:pt x="144700" y="231084"/>
                      <a:pt x="145653" y="239189"/>
                      <a:pt x="153401" y="240738"/>
                    </a:cubicBezTo>
                    <a:cubicBezTo>
                      <a:pt x="163294" y="242621"/>
                      <a:pt x="170791" y="250750"/>
                      <a:pt x="171875" y="260762"/>
                    </a:cubicBezTo>
                    <a:cubicBezTo>
                      <a:pt x="174974" y="274708"/>
                      <a:pt x="183795" y="279356"/>
                      <a:pt x="185821" y="285435"/>
                    </a:cubicBezTo>
                    <a:cubicBezTo>
                      <a:pt x="187847" y="291514"/>
                      <a:pt x="204296" y="286985"/>
                      <a:pt x="216692" y="288534"/>
                    </a:cubicBezTo>
                    <a:cubicBezTo>
                      <a:pt x="229087" y="290084"/>
                      <a:pt x="264369" y="288534"/>
                      <a:pt x="273785" y="290084"/>
                    </a:cubicBezTo>
                    <a:cubicBezTo>
                      <a:pt x="283201" y="291633"/>
                      <a:pt x="304656" y="290084"/>
                      <a:pt x="317052" y="299381"/>
                    </a:cubicBezTo>
                    <a:cubicBezTo>
                      <a:pt x="329448" y="308678"/>
                      <a:pt x="335527" y="300930"/>
                      <a:pt x="343274" y="305579"/>
                    </a:cubicBezTo>
                    <a:cubicBezTo>
                      <a:pt x="350354" y="310811"/>
                      <a:pt x="359246" y="313005"/>
                      <a:pt x="367947" y="311658"/>
                    </a:cubicBezTo>
                    <a:cubicBezTo>
                      <a:pt x="378794" y="310227"/>
                      <a:pt x="378794" y="319405"/>
                      <a:pt x="386422" y="320955"/>
                    </a:cubicBezTo>
                    <a:cubicBezTo>
                      <a:pt x="394050" y="322504"/>
                      <a:pt x="408115" y="309035"/>
                      <a:pt x="428139" y="299381"/>
                    </a:cubicBezTo>
                    <a:cubicBezTo>
                      <a:pt x="448163" y="289726"/>
                      <a:pt x="471406" y="296282"/>
                      <a:pt x="482133" y="297831"/>
                    </a:cubicBezTo>
                    <a:cubicBezTo>
                      <a:pt x="498558" y="298272"/>
                      <a:pt x="514363" y="291526"/>
                      <a:pt x="525400" y="279356"/>
                    </a:cubicBezTo>
                    <a:cubicBezTo>
                      <a:pt x="537320" y="265411"/>
                      <a:pt x="553172" y="268510"/>
                      <a:pt x="554721" y="256114"/>
                    </a:cubicBezTo>
                    <a:cubicBezTo>
                      <a:pt x="556271" y="243718"/>
                      <a:pt x="542802" y="239189"/>
                      <a:pt x="548524" y="228342"/>
                    </a:cubicBezTo>
                    <a:cubicBezTo>
                      <a:pt x="552921" y="220166"/>
                      <a:pt x="563113" y="217114"/>
                      <a:pt x="571289" y="221512"/>
                    </a:cubicBezTo>
                    <a:cubicBezTo>
                      <a:pt x="571659" y="221715"/>
                      <a:pt x="572017" y="221918"/>
                      <a:pt x="572362" y="222144"/>
                    </a:cubicBezTo>
                    <a:cubicBezTo>
                      <a:pt x="584842" y="227984"/>
                      <a:pt x="599478" y="226816"/>
                      <a:pt x="610861" y="219045"/>
                    </a:cubicBezTo>
                    <a:cubicBezTo>
                      <a:pt x="621219" y="211524"/>
                      <a:pt x="633830" y="207734"/>
                      <a:pt x="646619" y="208318"/>
                    </a:cubicBezTo>
                    <a:cubicBezTo>
                      <a:pt x="660564" y="206768"/>
                      <a:pt x="658538" y="197471"/>
                      <a:pt x="668312" y="188174"/>
                    </a:cubicBezTo>
                    <a:cubicBezTo>
                      <a:pt x="676107" y="180451"/>
                      <a:pt x="686656" y="176160"/>
                      <a:pt x="697634" y="176255"/>
                    </a:cubicBezTo>
                    <a:cubicBezTo>
                      <a:pt x="706930" y="176255"/>
                      <a:pt x="719207" y="166958"/>
                      <a:pt x="728504" y="170057"/>
                    </a:cubicBezTo>
                    <a:cubicBezTo>
                      <a:pt x="737801" y="173156"/>
                      <a:pt x="751627" y="174705"/>
                      <a:pt x="753177" y="166958"/>
                    </a:cubicBezTo>
                    <a:cubicBezTo>
                      <a:pt x="754726" y="159211"/>
                      <a:pt x="729696" y="142881"/>
                      <a:pt x="721949" y="133584"/>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78" name="Freeform: Shape 77">
                <a:extLst>
                  <a:ext uri="{FF2B5EF4-FFF2-40B4-BE49-F238E27FC236}">
                    <a16:creationId xmlns:a16="http://schemas.microsoft.com/office/drawing/2014/main" id="{E2FC32A2-7D66-4874-A61D-ECF9F5C3E484}"/>
                  </a:ext>
                </a:extLst>
              </p:cNvPr>
              <p:cNvSpPr/>
              <p:nvPr/>
            </p:nvSpPr>
            <p:spPr>
              <a:xfrm>
                <a:off x="5094409" y="7800215"/>
                <a:ext cx="12276" cy="32857"/>
              </a:xfrm>
              <a:custGeom>
                <a:avLst/>
                <a:gdLst>
                  <a:gd name="connsiteX0" fmla="*/ 5006 w 12276"/>
                  <a:gd name="connsiteY0" fmla="*/ 318 h 32857"/>
                  <a:gd name="connsiteX1" fmla="*/ 0 w 12276"/>
                  <a:gd name="connsiteY1" fmla="*/ 17720 h 32857"/>
                  <a:gd name="connsiteX2" fmla="*/ 8820 w 12276"/>
                  <a:gd name="connsiteY2" fmla="*/ 32857 h 32857"/>
                  <a:gd name="connsiteX3" fmla="*/ 11442 w 12276"/>
                  <a:gd name="connsiteY3" fmla="*/ 4847 h 32857"/>
                  <a:gd name="connsiteX4" fmla="*/ 12277 w 12276"/>
                  <a:gd name="connsiteY4" fmla="*/ 199 h 32857"/>
                  <a:gd name="connsiteX5" fmla="*/ 5006 w 12276"/>
                  <a:gd name="connsiteY5" fmla="*/ 318 h 3285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2276" h="32857">
                    <a:moveTo>
                      <a:pt x="5006" y="318"/>
                    </a:moveTo>
                    <a:cubicBezTo>
                      <a:pt x="1430" y="1867"/>
                      <a:pt x="0" y="15574"/>
                      <a:pt x="0" y="17720"/>
                    </a:cubicBezTo>
                    <a:cubicBezTo>
                      <a:pt x="1383" y="23525"/>
                      <a:pt x="4458" y="28793"/>
                      <a:pt x="8820" y="32857"/>
                    </a:cubicBezTo>
                    <a:cubicBezTo>
                      <a:pt x="10250" y="22368"/>
                      <a:pt x="10608" y="9019"/>
                      <a:pt x="11442" y="4847"/>
                    </a:cubicBezTo>
                    <a:cubicBezTo>
                      <a:pt x="11872" y="3333"/>
                      <a:pt x="12157" y="1772"/>
                      <a:pt x="12277" y="199"/>
                    </a:cubicBezTo>
                    <a:cubicBezTo>
                      <a:pt x="9857" y="-100"/>
                      <a:pt x="7414" y="-64"/>
                      <a:pt x="5006" y="318"/>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79" name="Freeform: Shape 78">
                <a:extLst>
                  <a:ext uri="{FF2B5EF4-FFF2-40B4-BE49-F238E27FC236}">
                    <a16:creationId xmlns:a16="http://schemas.microsoft.com/office/drawing/2014/main" id="{1566EF63-726E-487D-BA94-C4C224CD6D91}"/>
                  </a:ext>
                </a:extLst>
              </p:cNvPr>
              <p:cNvSpPr/>
              <p:nvPr/>
            </p:nvSpPr>
            <p:spPr>
              <a:xfrm>
                <a:off x="5074027" y="7779198"/>
                <a:ext cx="34685" cy="100360"/>
              </a:xfrm>
              <a:custGeom>
                <a:avLst/>
                <a:gdLst>
                  <a:gd name="connsiteX0" fmla="*/ 16091 w 34685"/>
                  <a:gd name="connsiteY0" fmla="*/ 98930 h 100360"/>
                  <a:gd name="connsiteX1" fmla="*/ 18475 w 34685"/>
                  <a:gd name="connsiteY1" fmla="*/ 100360 h 100360"/>
                  <a:gd name="connsiteX2" fmla="*/ 26222 w 34685"/>
                  <a:gd name="connsiteY2" fmla="*/ 65556 h 100360"/>
                  <a:gd name="connsiteX3" fmla="*/ 29202 w 34685"/>
                  <a:gd name="connsiteY3" fmla="*/ 53637 h 100360"/>
                  <a:gd name="connsiteX4" fmla="*/ 20382 w 34685"/>
                  <a:gd name="connsiteY4" fmla="*/ 38499 h 100360"/>
                  <a:gd name="connsiteX5" fmla="*/ 25388 w 34685"/>
                  <a:gd name="connsiteY5" fmla="*/ 21097 h 100360"/>
                  <a:gd name="connsiteX6" fmla="*/ 32659 w 34685"/>
                  <a:gd name="connsiteY6" fmla="*/ 21097 h 100360"/>
                  <a:gd name="connsiteX7" fmla="*/ 34685 w 34685"/>
                  <a:gd name="connsiteY7" fmla="*/ 5125 h 100360"/>
                  <a:gd name="connsiteX8" fmla="*/ 22766 w 34685"/>
                  <a:gd name="connsiteY8" fmla="*/ 0 h 100360"/>
                  <a:gd name="connsiteX9" fmla="*/ 18832 w 34685"/>
                  <a:gd name="connsiteY9" fmla="*/ 11204 h 100360"/>
                  <a:gd name="connsiteX10" fmla="*/ 0 w 34685"/>
                  <a:gd name="connsiteY10" fmla="*/ 53875 h 100360"/>
                  <a:gd name="connsiteX11" fmla="*/ 17164 w 34685"/>
                  <a:gd name="connsiteY11" fmla="*/ 96069 h 100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34685" h="100360">
                    <a:moveTo>
                      <a:pt x="16091" y="98930"/>
                    </a:moveTo>
                    <a:lnTo>
                      <a:pt x="18475" y="100360"/>
                    </a:lnTo>
                    <a:cubicBezTo>
                      <a:pt x="19524" y="88465"/>
                      <a:pt x="22134" y="76772"/>
                      <a:pt x="26222" y="65556"/>
                    </a:cubicBezTo>
                    <a:cubicBezTo>
                      <a:pt x="28070" y="61849"/>
                      <a:pt x="29095" y="57785"/>
                      <a:pt x="29202" y="53637"/>
                    </a:cubicBezTo>
                    <a:cubicBezTo>
                      <a:pt x="24840" y="49572"/>
                      <a:pt x="21764" y="44304"/>
                      <a:pt x="20382" y="38499"/>
                    </a:cubicBezTo>
                    <a:cubicBezTo>
                      <a:pt x="20382" y="36354"/>
                      <a:pt x="21812" y="22647"/>
                      <a:pt x="25388" y="21097"/>
                    </a:cubicBezTo>
                    <a:cubicBezTo>
                      <a:pt x="27796" y="20763"/>
                      <a:pt x="30251" y="20763"/>
                      <a:pt x="32659" y="21097"/>
                    </a:cubicBezTo>
                    <a:cubicBezTo>
                      <a:pt x="33374" y="16806"/>
                      <a:pt x="34089" y="10727"/>
                      <a:pt x="34685" y="5125"/>
                    </a:cubicBezTo>
                    <a:lnTo>
                      <a:pt x="22766" y="0"/>
                    </a:lnTo>
                    <a:cubicBezTo>
                      <a:pt x="20954" y="3540"/>
                      <a:pt x="19631" y="7307"/>
                      <a:pt x="18832" y="11204"/>
                    </a:cubicBezTo>
                    <a:cubicBezTo>
                      <a:pt x="14863" y="26342"/>
                      <a:pt x="8510" y="40740"/>
                      <a:pt x="0" y="53875"/>
                    </a:cubicBezTo>
                    <a:lnTo>
                      <a:pt x="17164" y="96069"/>
                    </a:ln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80" name="Freeform: Shape 79">
                <a:extLst>
                  <a:ext uri="{FF2B5EF4-FFF2-40B4-BE49-F238E27FC236}">
                    <a16:creationId xmlns:a16="http://schemas.microsoft.com/office/drawing/2014/main" id="{2A652151-97A5-4796-BAF5-AF53C0C7DE2D}"/>
                  </a:ext>
                </a:extLst>
              </p:cNvPr>
              <p:cNvSpPr/>
              <p:nvPr/>
            </p:nvSpPr>
            <p:spPr>
              <a:xfrm>
                <a:off x="5092978" y="7777767"/>
                <a:ext cx="101313" cy="110253"/>
              </a:xfrm>
              <a:custGeom>
                <a:avLst/>
                <a:gdLst>
                  <a:gd name="connsiteX0" fmla="*/ 93209 w 101313"/>
                  <a:gd name="connsiteY0" fmla="*/ 0 h 110253"/>
                  <a:gd name="connsiteX1" fmla="*/ 62576 w 101313"/>
                  <a:gd name="connsiteY1" fmla="*/ 14422 h 110253"/>
                  <a:gd name="connsiteX2" fmla="*/ 39810 w 101313"/>
                  <a:gd name="connsiteY2" fmla="*/ 26342 h 110253"/>
                  <a:gd name="connsiteX3" fmla="*/ 18117 w 101313"/>
                  <a:gd name="connsiteY3" fmla="*/ 14422 h 110253"/>
                  <a:gd name="connsiteX4" fmla="*/ 16210 w 101313"/>
                  <a:gd name="connsiteY4" fmla="*/ 5960 h 110253"/>
                  <a:gd name="connsiteX5" fmla="*/ 16210 w 101313"/>
                  <a:gd name="connsiteY5" fmla="*/ 5960 h 110253"/>
                  <a:gd name="connsiteX6" fmla="*/ 13349 w 101313"/>
                  <a:gd name="connsiteY6" fmla="*/ 26580 h 110253"/>
                  <a:gd name="connsiteX7" fmla="*/ 7747 w 101313"/>
                  <a:gd name="connsiteY7" fmla="*/ 66271 h 110253"/>
                  <a:gd name="connsiteX8" fmla="*/ 0 w 101313"/>
                  <a:gd name="connsiteY8" fmla="*/ 101075 h 110253"/>
                  <a:gd name="connsiteX9" fmla="*/ 21336 w 101313"/>
                  <a:gd name="connsiteY9" fmla="*/ 110253 h 110253"/>
                  <a:gd name="connsiteX10" fmla="*/ 40287 w 101313"/>
                  <a:gd name="connsiteY10" fmla="*/ 96069 h 110253"/>
                  <a:gd name="connsiteX11" fmla="*/ 55424 w 101313"/>
                  <a:gd name="connsiteY11" fmla="*/ 89394 h 110253"/>
                  <a:gd name="connsiteX12" fmla="*/ 69608 w 101313"/>
                  <a:gd name="connsiteY12" fmla="*/ 77475 h 110253"/>
                  <a:gd name="connsiteX13" fmla="*/ 51610 w 101313"/>
                  <a:gd name="connsiteY13" fmla="*/ 56736 h 110253"/>
                  <a:gd name="connsiteX14" fmla="*/ 75449 w 101313"/>
                  <a:gd name="connsiteY14" fmla="*/ 41479 h 110253"/>
                  <a:gd name="connsiteX15" fmla="*/ 100002 w 101313"/>
                  <a:gd name="connsiteY15" fmla="*/ 33970 h 110253"/>
                  <a:gd name="connsiteX16" fmla="*/ 101314 w 101313"/>
                  <a:gd name="connsiteY16" fmla="*/ 33970 h 110253"/>
                  <a:gd name="connsiteX17" fmla="*/ 95711 w 101313"/>
                  <a:gd name="connsiteY17" fmla="*/ 10131 h 110253"/>
                  <a:gd name="connsiteX18" fmla="*/ 93209 w 101313"/>
                  <a:gd name="connsiteY18" fmla="*/ 0 h 11025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01313" h="110253">
                    <a:moveTo>
                      <a:pt x="93209" y="0"/>
                    </a:moveTo>
                    <a:cubicBezTo>
                      <a:pt x="83303" y="5435"/>
                      <a:pt x="73077" y="10251"/>
                      <a:pt x="62576" y="14422"/>
                    </a:cubicBezTo>
                    <a:cubicBezTo>
                      <a:pt x="54471" y="17319"/>
                      <a:pt x="46807" y="21336"/>
                      <a:pt x="39810" y="26342"/>
                    </a:cubicBezTo>
                    <a:lnTo>
                      <a:pt x="18117" y="14422"/>
                    </a:lnTo>
                    <a:lnTo>
                      <a:pt x="16210" y="5960"/>
                    </a:lnTo>
                    <a:lnTo>
                      <a:pt x="16210" y="5960"/>
                    </a:lnTo>
                    <a:cubicBezTo>
                      <a:pt x="15257" y="14184"/>
                      <a:pt x="14184" y="23600"/>
                      <a:pt x="13349" y="26580"/>
                    </a:cubicBezTo>
                    <a:cubicBezTo>
                      <a:pt x="12039" y="32301"/>
                      <a:pt x="12039" y="60669"/>
                      <a:pt x="7747" y="66271"/>
                    </a:cubicBezTo>
                    <a:cubicBezTo>
                      <a:pt x="3659" y="77487"/>
                      <a:pt x="1049" y="89180"/>
                      <a:pt x="0" y="101075"/>
                    </a:cubicBezTo>
                    <a:cubicBezTo>
                      <a:pt x="6675" y="105056"/>
                      <a:pt x="13850" y="108143"/>
                      <a:pt x="21336" y="110253"/>
                    </a:cubicBezTo>
                    <a:cubicBezTo>
                      <a:pt x="30108" y="110277"/>
                      <a:pt x="37843" y="104496"/>
                      <a:pt x="40287" y="96069"/>
                    </a:cubicBezTo>
                    <a:cubicBezTo>
                      <a:pt x="40287" y="90348"/>
                      <a:pt x="47915" y="89394"/>
                      <a:pt x="55424" y="89394"/>
                    </a:cubicBezTo>
                    <a:cubicBezTo>
                      <a:pt x="62934" y="89394"/>
                      <a:pt x="64006" y="80932"/>
                      <a:pt x="69608" y="77475"/>
                    </a:cubicBezTo>
                    <a:cubicBezTo>
                      <a:pt x="75210" y="74019"/>
                      <a:pt x="57689" y="58523"/>
                      <a:pt x="51610" y="56736"/>
                    </a:cubicBezTo>
                    <a:cubicBezTo>
                      <a:pt x="45532" y="54948"/>
                      <a:pt x="56378" y="42432"/>
                      <a:pt x="75449" y="41479"/>
                    </a:cubicBezTo>
                    <a:cubicBezTo>
                      <a:pt x="94520" y="40526"/>
                      <a:pt x="89633" y="33970"/>
                      <a:pt x="100002" y="33970"/>
                    </a:cubicBezTo>
                    <a:lnTo>
                      <a:pt x="101314" y="33970"/>
                    </a:lnTo>
                    <a:cubicBezTo>
                      <a:pt x="99526" y="25626"/>
                      <a:pt x="97261" y="15614"/>
                      <a:pt x="95711" y="10131"/>
                    </a:cubicBezTo>
                    <a:cubicBezTo>
                      <a:pt x="94662" y="6806"/>
                      <a:pt x="93828" y="3421"/>
                      <a:pt x="93209" y="0"/>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81" name="Freeform: Shape 80">
                <a:extLst>
                  <a:ext uri="{FF2B5EF4-FFF2-40B4-BE49-F238E27FC236}">
                    <a16:creationId xmlns:a16="http://schemas.microsoft.com/office/drawing/2014/main" id="{AD168736-4E55-45E3-BEFF-F5EB502777B1}"/>
                  </a:ext>
                </a:extLst>
              </p:cNvPr>
              <p:cNvSpPr/>
              <p:nvPr/>
            </p:nvSpPr>
            <p:spPr>
              <a:xfrm>
                <a:off x="5930368" y="7505673"/>
                <a:ext cx="261326" cy="109424"/>
              </a:xfrm>
              <a:custGeom>
                <a:avLst/>
                <a:gdLst>
                  <a:gd name="connsiteX0" fmla="*/ 241302 w 261326"/>
                  <a:gd name="connsiteY0" fmla="*/ 20241 h 109424"/>
                  <a:gd name="connsiteX1" fmla="*/ 218536 w 261326"/>
                  <a:gd name="connsiteY1" fmla="*/ 13805 h 109424"/>
                  <a:gd name="connsiteX2" fmla="*/ 156914 w 261326"/>
                  <a:gd name="connsiteY2" fmla="*/ 10348 h 109424"/>
                  <a:gd name="connsiteX3" fmla="*/ 125089 w 261326"/>
                  <a:gd name="connsiteY3" fmla="*/ 1051 h 109424"/>
                  <a:gd name="connsiteX4" fmla="*/ 100297 w 261326"/>
                  <a:gd name="connsiteY4" fmla="*/ 11064 h 109424"/>
                  <a:gd name="connsiteX5" fmla="*/ 78962 w 261326"/>
                  <a:gd name="connsiteY5" fmla="*/ 14520 h 109424"/>
                  <a:gd name="connsiteX6" fmla="*/ 46422 w 261326"/>
                  <a:gd name="connsiteY6" fmla="*/ 15235 h 109424"/>
                  <a:gd name="connsiteX7" fmla="*/ 31523 w 261326"/>
                  <a:gd name="connsiteY7" fmla="*/ 31565 h 109424"/>
                  <a:gd name="connsiteX8" fmla="*/ 24253 w 261326"/>
                  <a:gd name="connsiteY8" fmla="*/ 44914 h 109424"/>
                  <a:gd name="connsiteX9" fmla="*/ 33192 w 261326"/>
                  <a:gd name="connsiteY9" fmla="*/ 52900 h 109424"/>
                  <a:gd name="connsiteX10" fmla="*/ 52144 w 261326"/>
                  <a:gd name="connsiteY10" fmla="*/ 51946 h 109424"/>
                  <a:gd name="connsiteX11" fmla="*/ 85160 w 261326"/>
                  <a:gd name="connsiteY11" fmla="*/ 67084 h 109424"/>
                  <a:gd name="connsiteX12" fmla="*/ 74790 w 261326"/>
                  <a:gd name="connsiteY12" fmla="*/ 79003 h 109424"/>
                  <a:gd name="connsiteX13" fmla="*/ 52144 w 261326"/>
                  <a:gd name="connsiteY13" fmla="*/ 82817 h 109424"/>
                  <a:gd name="connsiteX14" fmla="*/ 17101 w 261326"/>
                  <a:gd name="connsiteY14" fmla="*/ 87466 h 109424"/>
                  <a:gd name="connsiteX15" fmla="*/ 57 w 261326"/>
                  <a:gd name="connsiteY15" fmla="*/ 101650 h 109424"/>
                  <a:gd name="connsiteX16" fmla="*/ 34145 w 261326"/>
                  <a:gd name="connsiteY16" fmla="*/ 104510 h 109424"/>
                  <a:gd name="connsiteX17" fmla="*/ 55839 w 261326"/>
                  <a:gd name="connsiteY17" fmla="*/ 105464 h 109424"/>
                  <a:gd name="connsiteX18" fmla="*/ 75743 w 261326"/>
                  <a:gd name="connsiteY18" fmla="*/ 109278 h 109424"/>
                  <a:gd name="connsiteX19" fmla="*/ 106972 w 261326"/>
                  <a:gd name="connsiteY19" fmla="*/ 107371 h 109424"/>
                  <a:gd name="connsiteX20" fmla="*/ 110905 w 261326"/>
                  <a:gd name="connsiteY20" fmla="*/ 95452 h 109424"/>
                  <a:gd name="connsiteX21" fmla="*/ 121514 w 261326"/>
                  <a:gd name="connsiteY21" fmla="*/ 89135 h 109424"/>
                  <a:gd name="connsiteX22" fmla="*/ 134744 w 261326"/>
                  <a:gd name="connsiteY22" fmla="*/ 80672 h 109424"/>
                  <a:gd name="connsiteX23" fmla="*/ 149166 w 261326"/>
                  <a:gd name="connsiteY23" fmla="*/ 75904 h 109424"/>
                  <a:gd name="connsiteX24" fmla="*/ 163946 w 261326"/>
                  <a:gd name="connsiteY24" fmla="*/ 80672 h 109424"/>
                  <a:gd name="connsiteX25" fmla="*/ 178368 w 261326"/>
                  <a:gd name="connsiteY25" fmla="*/ 71017 h 109424"/>
                  <a:gd name="connsiteX26" fmla="*/ 200180 w 261326"/>
                  <a:gd name="connsiteY26" fmla="*/ 64700 h 109424"/>
                  <a:gd name="connsiteX27" fmla="*/ 219252 w 261326"/>
                  <a:gd name="connsiteY27" fmla="*/ 54092 h 109424"/>
                  <a:gd name="connsiteX28" fmla="*/ 237846 w 261326"/>
                  <a:gd name="connsiteY28" fmla="*/ 43484 h 109424"/>
                  <a:gd name="connsiteX29" fmla="*/ 259181 w 261326"/>
                  <a:gd name="connsiteY29" fmla="*/ 32756 h 109424"/>
                  <a:gd name="connsiteX30" fmla="*/ 261326 w 261326"/>
                  <a:gd name="connsiteY30" fmla="*/ 27631 h 109424"/>
                  <a:gd name="connsiteX31" fmla="*/ 241302 w 261326"/>
                  <a:gd name="connsiteY31" fmla="*/ 20241 h 10942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Lst>
                <a:rect l="l" t="t" r="r" b="b"/>
                <a:pathLst>
                  <a:path w="261326" h="109424">
                    <a:moveTo>
                      <a:pt x="241302" y="20241"/>
                    </a:moveTo>
                    <a:cubicBezTo>
                      <a:pt x="232005" y="9633"/>
                      <a:pt x="229383" y="16666"/>
                      <a:pt x="218536" y="13805"/>
                    </a:cubicBezTo>
                    <a:cubicBezTo>
                      <a:pt x="207690" y="10944"/>
                      <a:pt x="165496" y="6773"/>
                      <a:pt x="156914" y="10348"/>
                    </a:cubicBezTo>
                    <a:cubicBezTo>
                      <a:pt x="148332" y="13924"/>
                      <a:pt x="130691" y="3912"/>
                      <a:pt x="125089" y="1051"/>
                    </a:cubicBezTo>
                    <a:cubicBezTo>
                      <a:pt x="119487" y="-1809"/>
                      <a:pt x="101251" y="1051"/>
                      <a:pt x="100297" y="11064"/>
                    </a:cubicBezTo>
                    <a:cubicBezTo>
                      <a:pt x="99343" y="21076"/>
                      <a:pt x="91716" y="20957"/>
                      <a:pt x="78962" y="14520"/>
                    </a:cubicBezTo>
                    <a:cubicBezTo>
                      <a:pt x="66208" y="8084"/>
                      <a:pt x="47137" y="8203"/>
                      <a:pt x="46422" y="15235"/>
                    </a:cubicBezTo>
                    <a:cubicBezTo>
                      <a:pt x="45707" y="22268"/>
                      <a:pt x="36410" y="29419"/>
                      <a:pt x="31523" y="31565"/>
                    </a:cubicBezTo>
                    <a:cubicBezTo>
                      <a:pt x="28079" y="35379"/>
                      <a:pt x="25588" y="39956"/>
                      <a:pt x="24253" y="44914"/>
                    </a:cubicBezTo>
                    <a:cubicBezTo>
                      <a:pt x="27888" y="46738"/>
                      <a:pt x="30975" y="49491"/>
                      <a:pt x="33192" y="52900"/>
                    </a:cubicBezTo>
                    <a:cubicBezTo>
                      <a:pt x="37840" y="58502"/>
                      <a:pt x="50237" y="57548"/>
                      <a:pt x="52144" y="51946"/>
                    </a:cubicBezTo>
                    <a:cubicBezTo>
                      <a:pt x="54051" y="46344"/>
                      <a:pt x="73836" y="57548"/>
                      <a:pt x="85160" y="67084"/>
                    </a:cubicBezTo>
                    <a:cubicBezTo>
                      <a:pt x="96483" y="76619"/>
                      <a:pt x="79558" y="69825"/>
                      <a:pt x="74790" y="79003"/>
                    </a:cubicBezTo>
                    <a:cubicBezTo>
                      <a:pt x="70022" y="88181"/>
                      <a:pt x="55839" y="79003"/>
                      <a:pt x="52144" y="82817"/>
                    </a:cubicBezTo>
                    <a:cubicBezTo>
                      <a:pt x="40916" y="86822"/>
                      <a:pt x="28984" y="88395"/>
                      <a:pt x="17101" y="87466"/>
                    </a:cubicBezTo>
                    <a:cubicBezTo>
                      <a:pt x="10426" y="86512"/>
                      <a:pt x="-897" y="97001"/>
                      <a:pt x="57" y="101650"/>
                    </a:cubicBezTo>
                    <a:cubicBezTo>
                      <a:pt x="1010" y="106298"/>
                      <a:pt x="25564" y="98908"/>
                      <a:pt x="34145" y="104510"/>
                    </a:cubicBezTo>
                    <a:cubicBezTo>
                      <a:pt x="42727" y="110112"/>
                      <a:pt x="51190" y="98908"/>
                      <a:pt x="55839" y="105464"/>
                    </a:cubicBezTo>
                    <a:cubicBezTo>
                      <a:pt x="60487" y="112019"/>
                      <a:pt x="70976" y="107371"/>
                      <a:pt x="75743" y="109278"/>
                    </a:cubicBezTo>
                    <a:cubicBezTo>
                      <a:pt x="86197" y="109743"/>
                      <a:pt x="96662" y="109099"/>
                      <a:pt x="106972" y="107371"/>
                    </a:cubicBezTo>
                    <a:cubicBezTo>
                      <a:pt x="109630" y="103974"/>
                      <a:pt x="111012" y="99766"/>
                      <a:pt x="110905" y="95452"/>
                    </a:cubicBezTo>
                    <a:cubicBezTo>
                      <a:pt x="110905" y="89135"/>
                      <a:pt x="116150" y="90684"/>
                      <a:pt x="121514" y="89135"/>
                    </a:cubicBezTo>
                    <a:cubicBezTo>
                      <a:pt x="126878" y="87585"/>
                      <a:pt x="130572" y="80672"/>
                      <a:pt x="134744" y="80672"/>
                    </a:cubicBezTo>
                    <a:cubicBezTo>
                      <a:pt x="138915" y="80672"/>
                      <a:pt x="144875" y="74236"/>
                      <a:pt x="149166" y="75904"/>
                    </a:cubicBezTo>
                    <a:cubicBezTo>
                      <a:pt x="153457" y="77573"/>
                      <a:pt x="158702" y="84844"/>
                      <a:pt x="163946" y="80672"/>
                    </a:cubicBezTo>
                    <a:cubicBezTo>
                      <a:pt x="169191" y="76500"/>
                      <a:pt x="170859" y="80076"/>
                      <a:pt x="178368" y="71017"/>
                    </a:cubicBezTo>
                    <a:cubicBezTo>
                      <a:pt x="185877" y="61959"/>
                      <a:pt x="190287" y="63627"/>
                      <a:pt x="200180" y="64700"/>
                    </a:cubicBezTo>
                    <a:cubicBezTo>
                      <a:pt x="208261" y="66226"/>
                      <a:pt x="216283" y="61768"/>
                      <a:pt x="219252" y="54092"/>
                    </a:cubicBezTo>
                    <a:cubicBezTo>
                      <a:pt x="222469" y="47655"/>
                      <a:pt x="232005" y="47655"/>
                      <a:pt x="237846" y="43484"/>
                    </a:cubicBezTo>
                    <a:cubicBezTo>
                      <a:pt x="244616" y="39264"/>
                      <a:pt x="251755" y="35677"/>
                      <a:pt x="259181" y="32756"/>
                    </a:cubicBezTo>
                    <a:cubicBezTo>
                      <a:pt x="260969" y="32041"/>
                      <a:pt x="261326" y="30134"/>
                      <a:pt x="261326" y="27631"/>
                    </a:cubicBezTo>
                    <a:cubicBezTo>
                      <a:pt x="252745" y="21076"/>
                      <a:pt x="248930" y="29181"/>
                      <a:pt x="241302" y="20241"/>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83" name="Freeform: Shape 82">
                <a:extLst>
                  <a:ext uri="{FF2B5EF4-FFF2-40B4-BE49-F238E27FC236}">
                    <a16:creationId xmlns:a16="http://schemas.microsoft.com/office/drawing/2014/main" id="{689A3C54-E67F-4A8B-8E50-09274C155A77}"/>
                  </a:ext>
                </a:extLst>
              </p:cNvPr>
              <p:cNvSpPr/>
              <p:nvPr/>
            </p:nvSpPr>
            <p:spPr>
              <a:xfrm>
                <a:off x="5211336" y="7491574"/>
                <a:ext cx="163586" cy="72455"/>
              </a:xfrm>
              <a:custGeom>
                <a:avLst/>
                <a:gdLst>
                  <a:gd name="connsiteX0" fmla="*/ 66033 w 163586"/>
                  <a:gd name="connsiteY0" fmla="*/ 56986 h 72455"/>
                  <a:gd name="connsiteX1" fmla="*/ 83077 w 163586"/>
                  <a:gd name="connsiteY1" fmla="*/ 70455 h 72455"/>
                  <a:gd name="connsiteX2" fmla="*/ 84150 w 163586"/>
                  <a:gd name="connsiteY2" fmla="*/ 72004 h 72455"/>
                  <a:gd name="connsiteX3" fmla="*/ 107988 w 163586"/>
                  <a:gd name="connsiteY3" fmla="*/ 67117 h 72455"/>
                  <a:gd name="connsiteX4" fmla="*/ 129324 w 163586"/>
                  <a:gd name="connsiteY4" fmla="*/ 69263 h 72455"/>
                  <a:gd name="connsiteX5" fmla="*/ 128013 w 163586"/>
                  <a:gd name="connsiteY5" fmla="*/ 64137 h 72455"/>
                  <a:gd name="connsiteX6" fmla="*/ 144342 w 163586"/>
                  <a:gd name="connsiteY6" fmla="*/ 69024 h 72455"/>
                  <a:gd name="connsiteX7" fmla="*/ 162817 w 163586"/>
                  <a:gd name="connsiteY7" fmla="*/ 70455 h 72455"/>
                  <a:gd name="connsiteX8" fmla="*/ 154950 w 163586"/>
                  <a:gd name="connsiteY8" fmla="*/ 59847 h 72455"/>
                  <a:gd name="connsiteX9" fmla="*/ 159837 w 163586"/>
                  <a:gd name="connsiteY9" fmla="*/ 51146 h 72455"/>
                  <a:gd name="connsiteX10" fmla="*/ 145057 w 163586"/>
                  <a:gd name="connsiteY10" fmla="*/ 43517 h 72455"/>
                  <a:gd name="connsiteX11" fmla="*/ 137548 w 163586"/>
                  <a:gd name="connsiteY11" fmla="*/ 28618 h 72455"/>
                  <a:gd name="connsiteX12" fmla="*/ 129086 w 163586"/>
                  <a:gd name="connsiteY12" fmla="*/ 25400 h 72455"/>
                  <a:gd name="connsiteX13" fmla="*/ 104651 w 163586"/>
                  <a:gd name="connsiteY13" fmla="*/ 28618 h 72455"/>
                  <a:gd name="connsiteX14" fmla="*/ 89752 w 163586"/>
                  <a:gd name="connsiteY14" fmla="*/ 21228 h 72455"/>
                  <a:gd name="connsiteX15" fmla="*/ 74853 w 163586"/>
                  <a:gd name="connsiteY15" fmla="*/ 11693 h 72455"/>
                  <a:gd name="connsiteX16" fmla="*/ 37665 w 163586"/>
                  <a:gd name="connsiteY16" fmla="*/ 8475 h 72455"/>
                  <a:gd name="connsiteX17" fmla="*/ 8939 w 163586"/>
                  <a:gd name="connsiteY17" fmla="*/ 12 h 72455"/>
                  <a:gd name="connsiteX18" fmla="*/ 0 w 163586"/>
                  <a:gd name="connsiteY18" fmla="*/ 4184 h 72455"/>
                  <a:gd name="connsiteX19" fmla="*/ 36950 w 163586"/>
                  <a:gd name="connsiteY19" fmla="*/ 24804 h 72455"/>
                  <a:gd name="connsiteX20" fmla="*/ 46247 w 163586"/>
                  <a:gd name="connsiteY20" fmla="*/ 49596 h 72455"/>
                  <a:gd name="connsiteX21" fmla="*/ 40645 w 163586"/>
                  <a:gd name="connsiteY21" fmla="*/ 57701 h 72455"/>
                  <a:gd name="connsiteX22" fmla="*/ 66033 w 163586"/>
                  <a:gd name="connsiteY22" fmla="*/ 56986 h 72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63586" h="72455">
                    <a:moveTo>
                      <a:pt x="66033" y="56986"/>
                    </a:moveTo>
                    <a:cubicBezTo>
                      <a:pt x="73899" y="53410"/>
                      <a:pt x="76641" y="61992"/>
                      <a:pt x="83077" y="70455"/>
                    </a:cubicBezTo>
                    <a:lnTo>
                      <a:pt x="84150" y="72004"/>
                    </a:lnTo>
                    <a:cubicBezTo>
                      <a:pt x="92851" y="70693"/>
                      <a:pt x="99526" y="68190"/>
                      <a:pt x="107988" y="67117"/>
                    </a:cubicBezTo>
                    <a:cubicBezTo>
                      <a:pt x="115164" y="66772"/>
                      <a:pt x="122363" y="67499"/>
                      <a:pt x="129324" y="69263"/>
                    </a:cubicBezTo>
                    <a:cubicBezTo>
                      <a:pt x="128132" y="67237"/>
                      <a:pt x="127417" y="65449"/>
                      <a:pt x="128013" y="64137"/>
                    </a:cubicBezTo>
                    <a:cubicBezTo>
                      <a:pt x="130158" y="59847"/>
                      <a:pt x="140766" y="65449"/>
                      <a:pt x="144342" y="69024"/>
                    </a:cubicBezTo>
                    <a:cubicBezTo>
                      <a:pt x="149718" y="73017"/>
                      <a:pt x="156893" y="73566"/>
                      <a:pt x="162817" y="70455"/>
                    </a:cubicBezTo>
                    <a:cubicBezTo>
                      <a:pt x="166274" y="66879"/>
                      <a:pt x="157096" y="63422"/>
                      <a:pt x="154950" y="59847"/>
                    </a:cubicBezTo>
                    <a:cubicBezTo>
                      <a:pt x="153877" y="58059"/>
                      <a:pt x="156738" y="54364"/>
                      <a:pt x="159837" y="51146"/>
                    </a:cubicBezTo>
                    <a:cubicBezTo>
                      <a:pt x="153639" y="47689"/>
                      <a:pt x="147322" y="42802"/>
                      <a:pt x="145057" y="43517"/>
                    </a:cubicBezTo>
                    <a:cubicBezTo>
                      <a:pt x="142793" y="44232"/>
                      <a:pt x="141839" y="28618"/>
                      <a:pt x="137548" y="28618"/>
                    </a:cubicBezTo>
                    <a:cubicBezTo>
                      <a:pt x="133257" y="28618"/>
                      <a:pt x="133376" y="25400"/>
                      <a:pt x="129086" y="25400"/>
                    </a:cubicBezTo>
                    <a:cubicBezTo>
                      <a:pt x="120814" y="24876"/>
                      <a:pt x="112506" y="25972"/>
                      <a:pt x="104651" y="28618"/>
                    </a:cubicBezTo>
                    <a:cubicBezTo>
                      <a:pt x="100360" y="31836"/>
                      <a:pt x="95116" y="21228"/>
                      <a:pt x="89752" y="21228"/>
                    </a:cubicBezTo>
                    <a:cubicBezTo>
                      <a:pt x="83745" y="20084"/>
                      <a:pt x="78417" y="16663"/>
                      <a:pt x="74853" y="11693"/>
                    </a:cubicBezTo>
                    <a:cubicBezTo>
                      <a:pt x="71754" y="7402"/>
                      <a:pt x="45174" y="13719"/>
                      <a:pt x="37665" y="8475"/>
                    </a:cubicBezTo>
                    <a:cubicBezTo>
                      <a:pt x="29202" y="2742"/>
                      <a:pt x="19166" y="-214"/>
                      <a:pt x="8939" y="12"/>
                    </a:cubicBezTo>
                    <a:cubicBezTo>
                      <a:pt x="5757" y="906"/>
                      <a:pt x="2730" y="2312"/>
                      <a:pt x="0" y="4184"/>
                    </a:cubicBezTo>
                    <a:cubicBezTo>
                      <a:pt x="13946" y="12289"/>
                      <a:pt x="34208" y="10143"/>
                      <a:pt x="36950" y="24804"/>
                    </a:cubicBezTo>
                    <a:cubicBezTo>
                      <a:pt x="40168" y="41729"/>
                      <a:pt x="49703" y="35055"/>
                      <a:pt x="46247" y="49596"/>
                    </a:cubicBezTo>
                    <a:cubicBezTo>
                      <a:pt x="45234" y="52802"/>
                      <a:pt x="43291" y="55627"/>
                      <a:pt x="40645" y="57701"/>
                    </a:cubicBezTo>
                    <a:cubicBezTo>
                      <a:pt x="49084" y="58929"/>
                      <a:pt x="57677" y="58691"/>
                      <a:pt x="66033" y="56986"/>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84" name="Freeform: Shape 83">
                <a:extLst>
                  <a:ext uri="{FF2B5EF4-FFF2-40B4-BE49-F238E27FC236}">
                    <a16:creationId xmlns:a16="http://schemas.microsoft.com/office/drawing/2014/main" id="{87FCD615-44C4-4A1B-BE25-D80089DD6684}"/>
                  </a:ext>
                </a:extLst>
              </p:cNvPr>
              <p:cNvSpPr/>
              <p:nvPr/>
            </p:nvSpPr>
            <p:spPr>
              <a:xfrm>
                <a:off x="4882961" y="7535807"/>
                <a:ext cx="446137" cy="174497"/>
              </a:xfrm>
              <a:custGeom>
                <a:avLst/>
                <a:gdLst>
                  <a:gd name="connsiteX0" fmla="*/ 435291 w 446137"/>
                  <a:gd name="connsiteY0" fmla="*/ 121099 h 174497"/>
                  <a:gd name="connsiteX1" fmla="*/ 435291 w 446137"/>
                  <a:gd name="connsiteY1" fmla="*/ 95592 h 174497"/>
                  <a:gd name="connsiteX2" fmla="*/ 434337 w 446137"/>
                  <a:gd name="connsiteY2" fmla="*/ 75687 h 174497"/>
                  <a:gd name="connsiteX3" fmla="*/ 440654 w 446137"/>
                  <a:gd name="connsiteY3" fmla="*/ 63768 h 174497"/>
                  <a:gd name="connsiteX4" fmla="*/ 436244 w 446137"/>
                  <a:gd name="connsiteY4" fmla="*/ 54948 h 174497"/>
                  <a:gd name="connsiteX5" fmla="*/ 417769 w 446137"/>
                  <a:gd name="connsiteY5" fmla="*/ 47081 h 174497"/>
                  <a:gd name="connsiteX6" fmla="*/ 411452 w 446137"/>
                  <a:gd name="connsiteY6" fmla="*/ 26580 h 174497"/>
                  <a:gd name="connsiteX7" fmla="*/ 394408 w 446137"/>
                  <a:gd name="connsiteY7" fmla="*/ 13111 h 174497"/>
                  <a:gd name="connsiteX8" fmla="*/ 369377 w 446137"/>
                  <a:gd name="connsiteY8" fmla="*/ 13826 h 174497"/>
                  <a:gd name="connsiteX9" fmla="*/ 325038 w 446137"/>
                  <a:gd name="connsiteY9" fmla="*/ 28725 h 174497"/>
                  <a:gd name="connsiteX10" fmla="*/ 283201 w 446137"/>
                  <a:gd name="connsiteY10" fmla="*/ 29798 h 174497"/>
                  <a:gd name="connsiteX11" fmla="*/ 254833 w 446137"/>
                  <a:gd name="connsiteY11" fmla="*/ 20620 h 174497"/>
                  <a:gd name="connsiteX12" fmla="*/ 233617 w 446137"/>
                  <a:gd name="connsiteY12" fmla="*/ 10966 h 174497"/>
                  <a:gd name="connsiteX13" fmla="*/ 197859 w 446137"/>
                  <a:gd name="connsiteY13" fmla="*/ 1430 h 174497"/>
                  <a:gd name="connsiteX14" fmla="*/ 125271 w 446137"/>
                  <a:gd name="connsiteY14" fmla="*/ 23719 h 174497"/>
                  <a:gd name="connsiteX15" fmla="*/ 72826 w 446137"/>
                  <a:gd name="connsiteY15" fmla="*/ 26580 h 174497"/>
                  <a:gd name="connsiteX16" fmla="*/ 60907 w 446137"/>
                  <a:gd name="connsiteY16" fmla="*/ 45055 h 174497"/>
                  <a:gd name="connsiteX17" fmla="*/ 10608 w 446137"/>
                  <a:gd name="connsiteY17" fmla="*/ 49227 h 174497"/>
                  <a:gd name="connsiteX18" fmla="*/ 5602 w 446137"/>
                  <a:gd name="connsiteY18" fmla="*/ 66986 h 174497"/>
                  <a:gd name="connsiteX19" fmla="*/ 15614 w 446137"/>
                  <a:gd name="connsiteY19" fmla="*/ 73661 h 174497"/>
                  <a:gd name="connsiteX20" fmla="*/ 17640 w 446137"/>
                  <a:gd name="connsiteY20" fmla="*/ 91421 h 174497"/>
                  <a:gd name="connsiteX21" fmla="*/ 17247 w 446137"/>
                  <a:gd name="connsiteY21" fmla="*/ 107094 h 174497"/>
                  <a:gd name="connsiteX22" fmla="*/ 18355 w 446137"/>
                  <a:gd name="connsiteY22" fmla="*/ 108108 h 174497"/>
                  <a:gd name="connsiteX23" fmla="*/ 18355 w 446137"/>
                  <a:gd name="connsiteY23" fmla="*/ 121219 h 174497"/>
                  <a:gd name="connsiteX24" fmla="*/ 30275 w 446137"/>
                  <a:gd name="connsiteY24" fmla="*/ 133138 h 174497"/>
                  <a:gd name="connsiteX25" fmla="*/ 45889 w 446137"/>
                  <a:gd name="connsiteY25" fmla="*/ 142673 h 174497"/>
                  <a:gd name="connsiteX26" fmla="*/ 57808 w 446137"/>
                  <a:gd name="connsiteY26" fmla="*/ 146249 h 174497"/>
                  <a:gd name="connsiteX27" fmla="*/ 72707 w 446137"/>
                  <a:gd name="connsiteY27" fmla="*/ 161506 h 174497"/>
                  <a:gd name="connsiteX28" fmla="*/ 103578 w 446137"/>
                  <a:gd name="connsiteY28" fmla="*/ 155785 h 174497"/>
                  <a:gd name="connsiteX29" fmla="*/ 123006 w 446137"/>
                  <a:gd name="connsiteY29" fmla="*/ 146964 h 174497"/>
                  <a:gd name="connsiteX30" fmla="*/ 155665 w 446137"/>
                  <a:gd name="connsiteY30" fmla="*/ 166035 h 174497"/>
                  <a:gd name="connsiteX31" fmla="*/ 180457 w 446137"/>
                  <a:gd name="connsiteY31" fmla="*/ 161744 h 174497"/>
                  <a:gd name="connsiteX32" fmla="*/ 202746 w 446137"/>
                  <a:gd name="connsiteY32" fmla="*/ 147679 h 174497"/>
                  <a:gd name="connsiteX33" fmla="*/ 221221 w 446137"/>
                  <a:gd name="connsiteY33" fmla="*/ 152209 h 174497"/>
                  <a:gd name="connsiteX34" fmla="*/ 239576 w 446137"/>
                  <a:gd name="connsiteY34" fmla="*/ 147322 h 174497"/>
                  <a:gd name="connsiteX35" fmla="*/ 233259 w 446137"/>
                  <a:gd name="connsiteY35" fmla="*/ 166393 h 174497"/>
                  <a:gd name="connsiteX36" fmla="*/ 233259 w 446137"/>
                  <a:gd name="connsiteY36" fmla="*/ 174498 h 174497"/>
                  <a:gd name="connsiteX37" fmla="*/ 247443 w 446137"/>
                  <a:gd name="connsiteY37" fmla="*/ 157930 h 174497"/>
                  <a:gd name="connsiteX38" fmla="*/ 256979 w 446137"/>
                  <a:gd name="connsiteY38" fmla="*/ 152209 h 174497"/>
                  <a:gd name="connsiteX39" fmla="*/ 278672 w 446137"/>
                  <a:gd name="connsiteY39" fmla="*/ 152209 h 174497"/>
                  <a:gd name="connsiteX40" fmla="*/ 293809 w 446137"/>
                  <a:gd name="connsiteY40" fmla="*/ 149348 h 174497"/>
                  <a:gd name="connsiteX41" fmla="*/ 321223 w 446137"/>
                  <a:gd name="connsiteY41" fmla="*/ 150302 h 174497"/>
                  <a:gd name="connsiteX42" fmla="*/ 353405 w 446137"/>
                  <a:gd name="connsiteY42" fmla="*/ 140885 h 174497"/>
                  <a:gd name="connsiteX43" fmla="*/ 379985 w 446137"/>
                  <a:gd name="connsiteY43" fmla="*/ 137071 h 174497"/>
                  <a:gd name="connsiteX44" fmla="*/ 388925 w 446137"/>
                  <a:gd name="connsiteY44" fmla="*/ 139813 h 174497"/>
                  <a:gd name="connsiteX45" fmla="*/ 399652 w 446137"/>
                  <a:gd name="connsiteY45" fmla="*/ 131708 h 174497"/>
                  <a:gd name="connsiteX46" fmla="*/ 420868 w 446137"/>
                  <a:gd name="connsiteY46" fmla="*/ 135999 h 174497"/>
                  <a:gd name="connsiteX47" fmla="*/ 446137 w 446137"/>
                  <a:gd name="connsiteY47" fmla="*/ 139932 h 174497"/>
                  <a:gd name="connsiteX48" fmla="*/ 435291 w 446137"/>
                  <a:gd name="connsiteY48" fmla="*/ 121099 h 174497"/>
                  <a:gd name="connsiteX49" fmla="*/ 36234 w 446137"/>
                  <a:gd name="connsiteY49" fmla="*/ 29679 h 174497"/>
                  <a:gd name="connsiteX50" fmla="*/ 68536 w 446137"/>
                  <a:gd name="connsiteY50" fmla="*/ 26461 h 174497"/>
                  <a:gd name="connsiteX51" fmla="*/ 50418 w 446137"/>
                  <a:gd name="connsiteY51" fmla="*/ 11919 h 174497"/>
                  <a:gd name="connsiteX52" fmla="*/ 44459 w 446137"/>
                  <a:gd name="connsiteY52" fmla="*/ 0 h 174497"/>
                  <a:gd name="connsiteX53" fmla="*/ 34804 w 446137"/>
                  <a:gd name="connsiteY53" fmla="*/ 1788 h 174497"/>
                  <a:gd name="connsiteX54" fmla="*/ 10370 w 446137"/>
                  <a:gd name="connsiteY54" fmla="*/ 1788 h 174497"/>
                  <a:gd name="connsiteX55" fmla="*/ 12515 w 446137"/>
                  <a:gd name="connsiteY55" fmla="*/ 17760 h 174497"/>
                  <a:gd name="connsiteX56" fmla="*/ 5602 w 446137"/>
                  <a:gd name="connsiteY56" fmla="*/ 28845 h 174497"/>
                  <a:gd name="connsiteX57" fmla="*/ 0 w 446137"/>
                  <a:gd name="connsiteY57" fmla="*/ 37069 h 174497"/>
                  <a:gd name="connsiteX58" fmla="*/ 13945 w 446137"/>
                  <a:gd name="connsiteY58" fmla="*/ 43982 h 174497"/>
                  <a:gd name="connsiteX59" fmla="*/ 36234 w 446137"/>
                  <a:gd name="connsiteY59" fmla="*/ 29679 h 1744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Lst>
                <a:rect l="l" t="t" r="r" b="b"/>
                <a:pathLst>
                  <a:path w="446137" h="174497">
                    <a:moveTo>
                      <a:pt x="435291" y="121099"/>
                    </a:moveTo>
                    <a:cubicBezTo>
                      <a:pt x="431476" y="120146"/>
                      <a:pt x="437198" y="99407"/>
                      <a:pt x="435291" y="95592"/>
                    </a:cubicBezTo>
                    <a:cubicBezTo>
                      <a:pt x="433383" y="91778"/>
                      <a:pt x="428616" y="75687"/>
                      <a:pt x="434337" y="75687"/>
                    </a:cubicBezTo>
                    <a:cubicBezTo>
                      <a:pt x="440058" y="75687"/>
                      <a:pt x="434337" y="63768"/>
                      <a:pt x="440654" y="63768"/>
                    </a:cubicBezTo>
                    <a:cubicBezTo>
                      <a:pt x="439772" y="60574"/>
                      <a:pt x="438270" y="57570"/>
                      <a:pt x="436244" y="54948"/>
                    </a:cubicBezTo>
                    <a:cubicBezTo>
                      <a:pt x="432668" y="52087"/>
                      <a:pt x="422060" y="57808"/>
                      <a:pt x="417769" y="47081"/>
                    </a:cubicBezTo>
                    <a:cubicBezTo>
                      <a:pt x="413479" y="36354"/>
                      <a:pt x="417769" y="35162"/>
                      <a:pt x="411452" y="26580"/>
                    </a:cubicBezTo>
                    <a:cubicBezTo>
                      <a:pt x="405135" y="17998"/>
                      <a:pt x="402274" y="9535"/>
                      <a:pt x="394408" y="13111"/>
                    </a:cubicBezTo>
                    <a:cubicBezTo>
                      <a:pt x="386171" y="14780"/>
                      <a:pt x="377697" y="15018"/>
                      <a:pt x="369377" y="13826"/>
                    </a:cubicBezTo>
                    <a:cubicBezTo>
                      <a:pt x="356957" y="24125"/>
                      <a:pt x="341152" y="29441"/>
                      <a:pt x="325038" y="28725"/>
                    </a:cubicBezTo>
                    <a:cubicBezTo>
                      <a:pt x="315383" y="25150"/>
                      <a:pt x="297027" y="29798"/>
                      <a:pt x="283201" y="29798"/>
                    </a:cubicBezTo>
                    <a:cubicBezTo>
                      <a:pt x="269375" y="29798"/>
                      <a:pt x="265441" y="19905"/>
                      <a:pt x="254833" y="20620"/>
                    </a:cubicBezTo>
                    <a:cubicBezTo>
                      <a:pt x="244225" y="21336"/>
                      <a:pt x="244225" y="10966"/>
                      <a:pt x="233617" y="10966"/>
                    </a:cubicBezTo>
                    <a:cubicBezTo>
                      <a:pt x="223009" y="10966"/>
                      <a:pt x="231114" y="5721"/>
                      <a:pt x="197859" y="1430"/>
                    </a:cubicBezTo>
                    <a:cubicBezTo>
                      <a:pt x="171661" y="-1049"/>
                      <a:pt x="145557" y="6961"/>
                      <a:pt x="125271" y="23719"/>
                    </a:cubicBezTo>
                    <a:cubicBezTo>
                      <a:pt x="114663" y="33016"/>
                      <a:pt x="76402" y="23719"/>
                      <a:pt x="72826" y="26580"/>
                    </a:cubicBezTo>
                    <a:cubicBezTo>
                      <a:pt x="69251" y="29441"/>
                      <a:pt x="73542" y="40049"/>
                      <a:pt x="60907" y="45055"/>
                    </a:cubicBezTo>
                    <a:cubicBezTo>
                      <a:pt x="48273" y="50061"/>
                      <a:pt x="20144" y="45055"/>
                      <a:pt x="10608" y="49227"/>
                    </a:cubicBezTo>
                    <a:cubicBezTo>
                      <a:pt x="1073" y="53398"/>
                      <a:pt x="-2503" y="67701"/>
                      <a:pt x="5602" y="66986"/>
                    </a:cubicBezTo>
                    <a:cubicBezTo>
                      <a:pt x="13707" y="66271"/>
                      <a:pt x="17521" y="70204"/>
                      <a:pt x="15614" y="73661"/>
                    </a:cubicBezTo>
                    <a:cubicBezTo>
                      <a:pt x="13707" y="77117"/>
                      <a:pt x="22289" y="87130"/>
                      <a:pt x="17640" y="91421"/>
                    </a:cubicBezTo>
                    <a:cubicBezTo>
                      <a:pt x="13207" y="95640"/>
                      <a:pt x="13028" y="102660"/>
                      <a:pt x="17247" y="107094"/>
                    </a:cubicBezTo>
                    <a:cubicBezTo>
                      <a:pt x="17593" y="107452"/>
                      <a:pt x="17962" y="107798"/>
                      <a:pt x="18355" y="108108"/>
                    </a:cubicBezTo>
                    <a:cubicBezTo>
                      <a:pt x="24077" y="112279"/>
                      <a:pt x="25149" y="120027"/>
                      <a:pt x="18355" y="121219"/>
                    </a:cubicBezTo>
                    <a:cubicBezTo>
                      <a:pt x="11562" y="122411"/>
                      <a:pt x="30275" y="130039"/>
                      <a:pt x="30275" y="133138"/>
                    </a:cubicBezTo>
                    <a:cubicBezTo>
                      <a:pt x="30275" y="136237"/>
                      <a:pt x="45889" y="138382"/>
                      <a:pt x="45889" y="142673"/>
                    </a:cubicBezTo>
                    <a:cubicBezTo>
                      <a:pt x="45889" y="146964"/>
                      <a:pt x="50537" y="148395"/>
                      <a:pt x="57808" y="146249"/>
                    </a:cubicBezTo>
                    <a:cubicBezTo>
                      <a:pt x="65079" y="144104"/>
                      <a:pt x="68178" y="154354"/>
                      <a:pt x="72707" y="161506"/>
                    </a:cubicBezTo>
                    <a:cubicBezTo>
                      <a:pt x="77236" y="168657"/>
                      <a:pt x="103578" y="163532"/>
                      <a:pt x="103578" y="155785"/>
                    </a:cubicBezTo>
                    <a:cubicBezTo>
                      <a:pt x="103578" y="148037"/>
                      <a:pt x="111326" y="145892"/>
                      <a:pt x="123006" y="146964"/>
                    </a:cubicBezTo>
                    <a:cubicBezTo>
                      <a:pt x="134687" y="148037"/>
                      <a:pt x="149944" y="163890"/>
                      <a:pt x="155665" y="166035"/>
                    </a:cubicBezTo>
                    <a:cubicBezTo>
                      <a:pt x="161386" y="168180"/>
                      <a:pt x="172948" y="161744"/>
                      <a:pt x="180457" y="161744"/>
                    </a:cubicBezTo>
                    <a:cubicBezTo>
                      <a:pt x="187966" y="161744"/>
                      <a:pt x="198455" y="149825"/>
                      <a:pt x="202746" y="147679"/>
                    </a:cubicBezTo>
                    <a:cubicBezTo>
                      <a:pt x="207037" y="145534"/>
                      <a:pt x="214665" y="155785"/>
                      <a:pt x="221221" y="152209"/>
                    </a:cubicBezTo>
                    <a:cubicBezTo>
                      <a:pt x="227777" y="148633"/>
                      <a:pt x="235286" y="144819"/>
                      <a:pt x="239576" y="147322"/>
                    </a:cubicBezTo>
                    <a:cubicBezTo>
                      <a:pt x="243868" y="149825"/>
                      <a:pt x="229326" y="160791"/>
                      <a:pt x="233259" y="166393"/>
                    </a:cubicBezTo>
                    <a:cubicBezTo>
                      <a:pt x="234416" y="168967"/>
                      <a:pt x="234416" y="171923"/>
                      <a:pt x="233259" y="174498"/>
                    </a:cubicBezTo>
                    <a:cubicBezTo>
                      <a:pt x="248039" y="172471"/>
                      <a:pt x="246609" y="162578"/>
                      <a:pt x="247443" y="157930"/>
                    </a:cubicBezTo>
                    <a:cubicBezTo>
                      <a:pt x="248278" y="153281"/>
                      <a:pt x="252211" y="148395"/>
                      <a:pt x="256979" y="152209"/>
                    </a:cubicBezTo>
                    <a:cubicBezTo>
                      <a:pt x="261746" y="156023"/>
                      <a:pt x="268302" y="156976"/>
                      <a:pt x="278672" y="152209"/>
                    </a:cubicBezTo>
                    <a:cubicBezTo>
                      <a:pt x="289042" y="147441"/>
                      <a:pt x="290591" y="144700"/>
                      <a:pt x="293809" y="149348"/>
                    </a:cubicBezTo>
                    <a:cubicBezTo>
                      <a:pt x="297027" y="153997"/>
                      <a:pt x="305728" y="150302"/>
                      <a:pt x="321223" y="150302"/>
                    </a:cubicBezTo>
                    <a:cubicBezTo>
                      <a:pt x="336719" y="150302"/>
                      <a:pt x="339222" y="139932"/>
                      <a:pt x="353405" y="140885"/>
                    </a:cubicBezTo>
                    <a:cubicBezTo>
                      <a:pt x="362428" y="141362"/>
                      <a:pt x="371463" y="140063"/>
                      <a:pt x="379985" y="137071"/>
                    </a:cubicBezTo>
                    <a:lnTo>
                      <a:pt x="388925" y="139813"/>
                    </a:lnTo>
                    <a:cubicBezTo>
                      <a:pt x="392620" y="136356"/>
                      <a:pt x="392381" y="132542"/>
                      <a:pt x="399652" y="131708"/>
                    </a:cubicBezTo>
                    <a:cubicBezTo>
                      <a:pt x="410975" y="130277"/>
                      <a:pt x="415266" y="138740"/>
                      <a:pt x="420868" y="135999"/>
                    </a:cubicBezTo>
                    <a:cubicBezTo>
                      <a:pt x="426470" y="133257"/>
                      <a:pt x="444707" y="152447"/>
                      <a:pt x="446137" y="139932"/>
                    </a:cubicBezTo>
                    <a:cubicBezTo>
                      <a:pt x="444755" y="132614"/>
                      <a:pt x="440928" y="125974"/>
                      <a:pt x="435291" y="121099"/>
                    </a:cubicBezTo>
                    <a:close/>
                    <a:moveTo>
                      <a:pt x="36234" y="29679"/>
                    </a:moveTo>
                    <a:cubicBezTo>
                      <a:pt x="44697" y="26461"/>
                      <a:pt x="63887" y="30752"/>
                      <a:pt x="68536" y="26461"/>
                    </a:cubicBezTo>
                    <a:cubicBezTo>
                      <a:pt x="73184" y="22170"/>
                      <a:pt x="56616" y="16925"/>
                      <a:pt x="50418" y="11919"/>
                    </a:cubicBezTo>
                    <a:cubicBezTo>
                      <a:pt x="47379" y="8570"/>
                      <a:pt x="45317" y="4446"/>
                      <a:pt x="44459" y="0"/>
                    </a:cubicBezTo>
                    <a:cubicBezTo>
                      <a:pt x="41813" y="2336"/>
                      <a:pt x="38106" y="3028"/>
                      <a:pt x="34804" y="1788"/>
                    </a:cubicBezTo>
                    <a:cubicBezTo>
                      <a:pt x="26806" y="-381"/>
                      <a:pt x="18367" y="-381"/>
                      <a:pt x="10370" y="1788"/>
                    </a:cubicBezTo>
                    <a:cubicBezTo>
                      <a:pt x="7747" y="2861"/>
                      <a:pt x="12515" y="11919"/>
                      <a:pt x="12515" y="17760"/>
                    </a:cubicBezTo>
                    <a:cubicBezTo>
                      <a:pt x="12515" y="23600"/>
                      <a:pt x="5602" y="25150"/>
                      <a:pt x="5602" y="28845"/>
                    </a:cubicBezTo>
                    <a:cubicBezTo>
                      <a:pt x="5602" y="32540"/>
                      <a:pt x="3099" y="33731"/>
                      <a:pt x="0" y="37069"/>
                    </a:cubicBezTo>
                    <a:cubicBezTo>
                      <a:pt x="3802" y="40788"/>
                      <a:pt x="8689" y="43207"/>
                      <a:pt x="13945" y="43982"/>
                    </a:cubicBezTo>
                    <a:cubicBezTo>
                      <a:pt x="23719" y="43624"/>
                      <a:pt x="27772" y="33016"/>
                      <a:pt x="36234" y="29679"/>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85" name="Freeform: Shape 84">
                <a:extLst>
                  <a:ext uri="{FF2B5EF4-FFF2-40B4-BE49-F238E27FC236}">
                    <a16:creationId xmlns:a16="http://schemas.microsoft.com/office/drawing/2014/main" id="{FE041406-FA39-4974-8EAB-D39B96015052}"/>
                  </a:ext>
                </a:extLst>
              </p:cNvPr>
              <p:cNvSpPr/>
              <p:nvPr/>
            </p:nvSpPr>
            <p:spPr>
              <a:xfrm>
                <a:off x="6137342" y="7713165"/>
                <a:ext cx="54849" cy="52563"/>
              </a:xfrm>
              <a:custGeom>
                <a:avLst/>
                <a:gdLst>
                  <a:gd name="connsiteX0" fmla="*/ 27176 w 54849"/>
                  <a:gd name="connsiteY0" fmla="*/ 0 h 52563"/>
                  <a:gd name="connsiteX1" fmla="*/ 0 w 54849"/>
                  <a:gd name="connsiteY1" fmla="*/ 15614 h 52563"/>
                  <a:gd name="connsiteX2" fmla="*/ 4053 w 54849"/>
                  <a:gd name="connsiteY2" fmla="*/ 22289 h 52563"/>
                  <a:gd name="connsiteX3" fmla="*/ 18237 w 54849"/>
                  <a:gd name="connsiteY3" fmla="*/ 38380 h 52563"/>
                  <a:gd name="connsiteX4" fmla="*/ 20739 w 54849"/>
                  <a:gd name="connsiteY4" fmla="*/ 52564 h 52563"/>
                  <a:gd name="connsiteX5" fmla="*/ 30871 w 54849"/>
                  <a:gd name="connsiteY5" fmla="*/ 51491 h 52563"/>
                  <a:gd name="connsiteX6" fmla="*/ 54710 w 54849"/>
                  <a:gd name="connsiteY6" fmla="*/ 22766 h 52563"/>
                  <a:gd name="connsiteX7" fmla="*/ 27176 w 54849"/>
                  <a:gd name="connsiteY7" fmla="*/ 0 h 525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4849" h="52563">
                    <a:moveTo>
                      <a:pt x="27176" y="0"/>
                    </a:moveTo>
                    <a:cubicBezTo>
                      <a:pt x="16115" y="489"/>
                      <a:pt x="5984" y="6305"/>
                      <a:pt x="0" y="15614"/>
                    </a:cubicBezTo>
                    <a:cubicBezTo>
                      <a:pt x="1859" y="17485"/>
                      <a:pt x="3254" y="19774"/>
                      <a:pt x="4053" y="22289"/>
                    </a:cubicBezTo>
                    <a:cubicBezTo>
                      <a:pt x="6591" y="29250"/>
                      <a:pt x="11657" y="34995"/>
                      <a:pt x="18237" y="38380"/>
                    </a:cubicBezTo>
                    <a:cubicBezTo>
                      <a:pt x="22289" y="40645"/>
                      <a:pt x="21693" y="46962"/>
                      <a:pt x="20739" y="52564"/>
                    </a:cubicBezTo>
                    <a:cubicBezTo>
                      <a:pt x="24137" y="52504"/>
                      <a:pt x="27533" y="52147"/>
                      <a:pt x="30871" y="51491"/>
                    </a:cubicBezTo>
                    <a:cubicBezTo>
                      <a:pt x="37784" y="49942"/>
                      <a:pt x="52683" y="28725"/>
                      <a:pt x="54710" y="22766"/>
                    </a:cubicBezTo>
                    <a:cubicBezTo>
                      <a:pt x="56736" y="16806"/>
                      <a:pt x="36234" y="477"/>
                      <a:pt x="27176" y="0"/>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86" name="Freeform: Shape 85">
                <a:extLst>
                  <a:ext uri="{FF2B5EF4-FFF2-40B4-BE49-F238E27FC236}">
                    <a16:creationId xmlns:a16="http://schemas.microsoft.com/office/drawing/2014/main" id="{4EAA0899-1559-414B-97FA-F874A65F7E69}"/>
                  </a:ext>
                </a:extLst>
              </p:cNvPr>
              <p:cNvSpPr/>
              <p:nvPr/>
            </p:nvSpPr>
            <p:spPr>
              <a:xfrm>
                <a:off x="7219490" y="7513399"/>
                <a:ext cx="164604" cy="152739"/>
              </a:xfrm>
              <a:custGeom>
                <a:avLst/>
                <a:gdLst>
                  <a:gd name="connsiteX0" fmla="*/ 158049 w 164604"/>
                  <a:gd name="connsiteY0" fmla="*/ 7628 h 152739"/>
                  <a:gd name="connsiteX1" fmla="*/ 137906 w 164604"/>
                  <a:gd name="connsiteY1" fmla="*/ 0 h 152739"/>
                  <a:gd name="connsiteX2" fmla="*/ 124080 w 164604"/>
                  <a:gd name="connsiteY2" fmla="*/ 18475 h 152739"/>
                  <a:gd name="connsiteX3" fmla="*/ 107035 w 164604"/>
                  <a:gd name="connsiteY3" fmla="*/ 30394 h 152739"/>
                  <a:gd name="connsiteX4" fmla="*/ 97857 w 164604"/>
                  <a:gd name="connsiteY4" fmla="*/ 39572 h 152739"/>
                  <a:gd name="connsiteX5" fmla="*/ 82362 w 164604"/>
                  <a:gd name="connsiteY5" fmla="*/ 44220 h 152739"/>
                  <a:gd name="connsiteX6" fmla="*/ 66986 w 164604"/>
                  <a:gd name="connsiteY6" fmla="*/ 38022 h 152739"/>
                  <a:gd name="connsiteX7" fmla="*/ 51491 w 164604"/>
                  <a:gd name="connsiteY7" fmla="*/ 55067 h 152739"/>
                  <a:gd name="connsiteX8" fmla="*/ 6794 w 164604"/>
                  <a:gd name="connsiteY8" fmla="*/ 79740 h 152739"/>
                  <a:gd name="connsiteX9" fmla="*/ 0 w 164604"/>
                  <a:gd name="connsiteY9" fmla="*/ 90229 h 152739"/>
                  <a:gd name="connsiteX10" fmla="*/ 27415 w 164604"/>
                  <a:gd name="connsiteY10" fmla="*/ 103816 h 152739"/>
                  <a:gd name="connsiteX11" fmla="*/ 13231 w 164604"/>
                  <a:gd name="connsiteY11" fmla="*/ 129681 h 152739"/>
                  <a:gd name="connsiteX12" fmla="*/ 17522 w 164604"/>
                  <a:gd name="connsiteY12" fmla="*/ 144223 h 152739"/>
                  <a:gd name="connsiteX13" fmla="*/ 29441 w 164604"/>
                  <a:gd name="connsiteY13" fmla="*/ 150182 h 152739"/>
                  <a:gd name="connsiteX14" fmla="*/ 47796 w 164604"/>
                  <a:gd name="connsiteY14" fmla="*/ 146606 h 152739"/>
                  <a:gd name="connsiteX15" fmla="*/ 53518 w 164604"/>
                  <a:gd name="connsiteY15" fmla="*/ 149944 h 152739"/>
                  <a:gd name="connsiteX16" fmla="*/ 67583 w 164604"/>
                  <a:gd name="connsiteY16" fmla="*/ 139336 h 152739"/>
                  <a:gd name="connsiteX17" fmla="*/ 89394 w 164604"/>
                  <a:gd name="connsiteY17" fmla="*/ 134568 h 152739"/>
                  <a:gd name="connsiteX18" fmla="*/ 102029 w 164604"/>
                  <a:gd name="connsiteY18" fmla="*/ 129800 h 152739"/>
                  <a:gd name="connsiteX19" fmla="*/ 80813 w 164604"/>
                  <a:gd name="connsiteY19" fmla="*/ 109776 h 152739"/>
                  <a:gd name="connsiteX20" fmla="*/ 87488 w 164604"/>
                  <a:gd name="connsiteY20" fmla="*/ 88560 h 152739"/>
                  <a:gd name="connsiteX21" fmla="*/ 129444 w 164604"/>
                  <a:gd name="connsiteY21" fmla="*/ 64006 h 152739"/>
                  <a:gd name="connsiteX22" fmla="*/ 137906 w 164604"/>
                  <a:gd name="connsiteY22" fmla="*/ 34923 h 152739"/>
                  <a:gd name="connsiteX23" fmla="*/ 164605 w 164604"/>
                  <a:gd name="connsiteY23" fmla="*/ 9059 h 152739"/>
                  <a:gd name="connsiteX24" fmla="*/ 158049 w 164604"/>
                  <a:gd name="connsiteY24" fmla="*/ 7628 h 1527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64604" h="152739">
                    <a:moveTo>
                      <a:pt x="158049" y="7628"/>
                    </a:moveTo>
                    <a:cubicBezTo>
                      <a:pt x="148753" y="10727"/>
                      <a:pt x="146130" y="0"/>
                      <a:pt x="137906" y="0"/>
                    </a:cubicBezTo>
                    <a:cubicBezTo>
                      <a:pt x="129681" y="0"/>
                      <a:pt x="131827" y="18475"/>
                      <a:pt x="124080" y="18475"/>
                    </a:cubicBezTo>
                    <a:cubicBezTo>
                      <a:pt x="116332" y="18475"/>
                      <a:pt x="117881" y="29321"/>
                      <a:pt x="107035" y="30394"/>
                    </a:cubicBezTo>
                    <a:cubicBezTo>
                      <a:pt x="96188" y="31467"/>
                      <a:pt x="93209" y="31824"/>
                      <a:pt x="97857" y="39572"/>
                    </a:cubicBezTo>
                    <a:cubicBezTo>
                      <a:pt x="102506" y="47319"/>
                      <a:pt x="91659" y="44220"/>
                      <a:pt x="82362" y="44220"/>
                    </a:cubicBezTo>
                    <a:cubicBezTo>
                      <a:pt x="73065" y="44220"/>
                      <a:pt x="73065" y="38022"/>
                      <a:pt x="66986" y="38022"/>
                    </a:cubicBezTo>
                    <a:cubicBezTo>
                      <a:pt x="60908" y="38022"/>
                      <a:pt x="56140" y="48869"/>
                      <a:pt x="51491" y="55067"/>
                    </a:cubicBezTo>
                    <a:cubicBezTo>
                      <a:pt x="46843" y="61265"/>
                      <a:pt x="15733" y="75091"/>
                      <a:pt x="6794" y="79740"/>
                    </a:cubicBezTo>
                    <a:cubicBezTo>
                      <a:pt x="3433" y="82398"/>
                      <a:pt x="1049" y="86081"/>
                      <a:pt x="0" y="90229"/>
                    </a:cubicBezTo>
                    <a:cubicBezTo>
                      <a:pt x="10501" y="91230"/>
                      <a:pt x="20263" y="96069"/>
                      <a:pt x="27415" y="103816"/>
                    </a:cubicBezTo>
                    <a:cubicBezTo>
                      <a:pt x="34090" y="112279"/>
                      <a:pt x="19548" y="121815"/>
                      <a:pt x="13231" y="129681"/>
                    </a:cubicBezTo>
                    <a:cubicBezTo>
                      <a:pt x="6913" y="137548"/>
                      <a:pt x="17164" y="137786"/>
                      <a:pt x="17522" y="144223"/>
                    </a:cubicBezTo>
                    <a:cubicBezTo>
                      <a:pt x="17879" y="150659"/>
                      <a:pt x="26342" y="156142"/>
                      <a:pt x="29441" y="150182"/>
                    </a:cubicBezTo>
                    <a:cubicBezTo>
                      <a:pt x="32540" y="144223"/>
                      <a:pt x="37903" y="146606"/>
                      <a:pt x="47796" y="146606"/>
                    </a:cubicBezTo>
                    <a:cubicBezTo>
                      <a:pt x="50192" y="146523"/>
                      <a:pt x="52409" y="147822"/>
                      <a:pt x="53518" y="149944"/>
                    </a:cubicBezTo>
                    <a:cubicBezTo>
                      <a:pt x="59000" y="145415"/>
                      <a:pt x="65437" y="141481"/>
                      <a:pt x="67583" y="139336"/>
                    </a:cubicBezTo>
                    <a:cubicBezTo>
                      <a:pt x="74162" y="135462"/>
                      <a:pt x="81802" y="133793"/>
                      <a:pt x="89394" y="134568"/>
                    </a:cubicBezTo>
                    <a:cubicBezTo>
                      <a:pt x="94055" y="134604"/>
                      <a:pt x="98561" y="132911"/>
                      <a:pt x="102029" y="129800"/>
                    </a:cubicBezTo>
                    <a:cubicBezTo>
                      <a:pt x="95593" y="122482"/>
                      <a:pt x="88489" y="115772"/>
                      <a:pt x="80813" y="109776"/>
                    </a:cubicBezTo>
                    <a:cubicBezTo>
                      <a:pt x="72589" y="104889"/>
                      <a:pt x="77594" y="91063"/>
                      <a:pt x="87488" y="88560"/>
                    </a:cubicBezTo>
                    <a:cubicBezTo>
                      <a:pt x="102160" y="81623"/>
                      <a:pt x="116201" y="73399"/>
                      <a:pt x="129444" y="64006"/>
                    </a:cubicBezTo>
                    <a:cubicBezTo>
                      <a:pt x="136833" y="59715"/>
                      <a:pt x="131946" y="45889"/>
                      <a:pt x="137906" y="34923"/>
                    </a:cubicBezTo>
                    <a:cubicBezTo>
                      <a:pt x="145510" y="25054"/>
                      <a:pt x="154498" y="16341"/>
                      <a:pt x="164605" y="9059"/>
                    </a:cubicBezTo>
                    <a:cubicBezTo>
                      <a:pt x="162662" y="7819"/>
                      <a:pt x="160338" y="7306"/>
                      <a:pt x="158049" y="7628"/>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87" name="Freeform: Shape 86">
                <a:extLst>
                  <a:ext uri="{FF2B5EF4-FFF2-40B4-BE49-F238E27FC236}">
                    <a16:creationId xmlns:a16="http://schemas.microsoft.com/office/drawing/2014/main" id="{78912C8F-AF8B-497D-855F-01BE1D996FB1}"/>
                  </a:ext>
                </a:extLst>
              </p:cNvPr>
              <p:cNvSpPr/>
              <p:nvPr/>
            </p:nvSpPr>
            <p:spPr>
              <a:xfrm>
                <a:off x="6187760" y="7864111"/>
                <a:ext cx="180457" cy="102074"/>
              </a:xfrm>
              <a:custGeom>
                <a:avLst/>
                <a:gdLst>
                  <a:gd name="connsiteX0" fmla="*/ 180457 w 180457"/>
                  <a:gd name="connsiteY0" fmla="*/ 66461 h 102074"/>
                  <a:gd name="connsiteX1" fmla="*/ 174974 w 180457"/>
                  <a:gd name="connsiteY1" fmla="*/ 66461 h 102074"/>
                  <a:gd name="connsiteX2" fmla="*/ 143627 w 180457"/>
                  <a:gd name="connsiteY2" fmla="*/ 60620 h 102074"/>
                  <a:gd name="connsiteX3" fmla="*/ 97381 w 180457"/>
                  <a:gd name="connsiteY3" fmla="*/ 42026 h 102074"/>
                  <a:gd name="connsiteX4" fmla="*/ 48511 w 180457"/>
                  <a:gd name="connsiteY4" fmla="*/ 6269 h 102074"/>
                  <a:gd name="connsiteX5" fmla="*/ 29322 w 180457"/>
                  <a:gd name="connsiteY5" fmla="*/ 2455 h 102074"/>
                  <a:gd name="connsiteX6" fmla="*/ 14661 w 180457"/>
                  <a:gd name="connsiteY6" fmla="*/ 6984 h 102074"/>
                  <a:gd name="connsiteX7" fmla="*/ 3814 w 180457"/>
                  <a:gd name="connsiteY7" fmla="*/ 20691 h 102074"/>
                  <a:gd name="connsiteX8" fmla="*/ 0 w 180457"/>
                  <a:gd name="connsiteY8" fmla="*/ 38689 h 102074"/>
                  <a:gd name="connsiteX9" fmla="*/ 11919 w 180457"/>
                  <a:gd name="connsiteY9" fmla="*/ 48105 h 102074"/>
                  <a:gd name="connsiteX10" fmla="*/ 30871 w 180457"/>
                  <a:gd name="connsiteY10" fmla="*/ 57641 h 102074"/>
                  <a:gd name="connsiteX11" fmla="*/ 48869 w 180457"/>
                  <a:gd name="connsiteY11" fmla="*/ 67057 h 102074"/>
                  <a:gd name="connsiteX12" fmla="*/ 68774 w 180457"/>
                  <a:gd name="connsiteY12" fmla="*/ 78380 h 102074"/>
                  <a:gd name="connsiteX13" fmla="*/ 91421 w 180457"/>
                  <a:gd name="connsiteY13" fmla="*/ 74685 h 102074"/>
                  <a:gd name="connsiteX14" fmla="*/ 104651 w 180457"/>
                  <a:gd name="connsiteY14" fmla="*/ 87915 h 102074"/>
                  <a:gd name="connsiteX15" fmla="*/ 135880 w 180457"/>
                  <a:gd name="connsiteY15" fmla="*/ 99835 h 102074"/>
                  <a:gd name="connsiteX16" fmla="*/ 177478 w 180457"/>
                  <a:gd name="connsiteY16" fmla="*/ 96021 h 102074"/>
                  <a:gd name="connsiteX17" fmla="*/ 178551 w 180457"/>
                  <a:gd name="connsiteY17" fmla="*/ 71467 h 102074"/>
                  <a:gd name="connsiteX18" fmla="*/ 180457 w 180457"/>
                  <a:gd name="connsiteY18" fmla="*/ 66461 h 10207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180457" h="102074">
                    <a:moveTo>
                      <a:pt x="180457" y="66461"/>
                    </a:moveTo>
                    <a:lnTo>
                      <a:pt x="174974" y="66461"/>
                    </a:lnTo>
                    <a:cubicBezTo>
                      <a:pt x="161148" y="66461"/>
                      <a:pt x="152685" y="60144"/>
                      <a:pt x="143627" y="60620"/>
                    </a:cubicBezTo>
                    <a:cubicBezTo>
                      <a:pt x="126916" y="58332"/>
                      <a:pt x="111028" y="51943"/>
                      <a:pt x="97381" y="42026"/>
                    </a:cubicBezTo>
                    <a:cubicBezTo>
                      <a:pt x="86295" y="32968"/>
                      <a:pt x="55901" y="13897"/>
                      <a:pt x="48511" y="6269"/>
                    </a:cubicBezTo>
                    <a:cubicBezTo>
                      <a:pt x="41122" y="-1360"/>
                      <a:pt x="30395" y="-1240"/>
                      <a:pt x="29322" y="2455"/>
                    </a:cubicBezTo>
                    <a:cubicBezTo>
                      <a:pt x="28249" y="6150"/>
                      <a:pt x="22885" y="6150"/>
                      <a:pt x="14661" y="6984"/>
                    </a:cubicBezTo>
                    <a:cubicBezTo>
                      <a:pt x="12516" y="10798"/>
                      <a:pt x="3814" y="15685"/>
                      <a:pt x="3814" y="20691"/>
                    </a:cubicBezTo>
                    <a:cubicBezTo>
                      <a:pt x="3814" y="25697"/>
                      <a:pt x="0" y="34041"/>
                      <a:pt x="0" y="38689"/>
                    </a:cubicBezTo>
                    <a:cubicBezTo>
                      <a:pt x="0" y="43338"/>
                      <a:pt x="9417" y="44410"/>
                      <a:pt x="11919" y="48105"/>
                    </a:cubicBezTo>
                    <a:cubicBezTo>
                      <a:pt x="14423" y="51800"/>
                      <a:pt x="29917" y="53827"/>
                      <a:pt x="30871" y="57641"/>
                    </a:cubicBezTo>
                    <a:cubicBezTo>
                      <a:pt x="31825" y="61455"/>
                      <a:pt x="42195" y="66103"/>
                      <a:pt x="48869" y="67057"/>
                    </a:cubicBezTo>
                    <a:cubicBezTo>
                      <a:pt x="56164" y="69524"/>
                      <a:pt x="62922" y="73374"/>
                      <a:pt x="68774" y="78380"/>
                    </a:cubicBezTo>
                    <a:cubicBezTo>
                      <a:pt x="72469" y="81241"/>
                      <a:pt x="86653" y="74685"/>
                      <a:pt x="91421" y="74685"/>
                    </a:cubicBezTo>
                    <a:cubicBezTo>
                      <a:pt x="96188" y="74685"/>
                      <a:pt x="103340" y="83148"/>
                      <a:pt x="104651" y="87915"/>
                    </a:cubicBezTo>
                    <a:cubicBezTo>
                      <a:pt x="105962" y="92683"/>
                      <a:pt x="130277" y="95425"/>
                      <a:pt x="135880" y="99835"/>
                    </a:cubicBezTo>
                    <a:cubicBezTo>
                      <a:pt x="149730" y="103816"/>
                      <a:pt x="164581" y="102457"/>
                      <a:pt x="177478" y="96021"/>
                    </a:cubicBezTo>
                    <a:cubicBezTo>
                      <a:pt x="183199" y="90419"/>
                      <a:pt x="178551" y="79930"/>
                      <a:pt x="178551" y="71467"/>
                    </a:cubicBezTo>
                    <a:cubicBezTo>
                      <a:pt x="178574" y="69620"/>
                      <a:pt x="179242" y="67855"/>
                      <a:pt x="180457" y="66461"/>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88" name="Freeform: Shape 87">
                <a:extLst>
                  <a:ext uri="{FF2B5EF4-FFF2-40B4-BE49-F238E27FC236}">
                    <a16:creationId xmlns:a16="http://schemas.microsoft.com/office/drawing/2014/main" id="{EA22BDCD-ABF4-42B0-B458-BD3724E7FB3E}"/>
                  </a:ext>
                </a:extLst>
              </p:cNvPr>
              <p:cNvSpPr/>
              <p:nvPr/>
            </p:nvSpPr>
            <p:spPr>
              <a:xfrm>
                <a:off x="6452844" y="7913957"/>
                <a:ext cx="205369" cy="448950"/>
              </a:xfrm>
              <a:custGeom>
                <a:avLst/>
                <a:gdLst>
                  <a:gd name="connsiteX0" fmla="*/ 167347 w 205369"/>
                  <a:gd name="connsiteY0" fmla="*/ 409115 h 448950"/>
                  <a:gd name="connsiteX1" fmla="*/ 159718 w 205369"/>
                  <a:gd name="connsiteY1" fmla="*/ 391117 h 448950"/>
                  <a:gd name="connsiteX2" fmla="*/ 150302 w 205369"/>
                  <a:gd name="connsiteY2" fmla="*/ 361796 h 448950"/>
                  <a:gd name="connsiteX3" fmla="*/ 141720 w 205369"/>
                  <a:gd name="connsiteY3" fmla="*/ 336170 h 448950"/>
                  <a:gd name="connsiteX4" fmla="*/ 145534 w 205369"/>
                  <a:gd name="connsiteY4" fmla="*/ 319125 h 448950"/>
                  <a:gd name="connsiteX5" fmla="*/ 146488 w 205369"/>
                  <a:gd name="connsiteY5" fmla="*/ 307802 h 448950"/>
                  <a:gd name="connsiteX6" fmla="*/ 141720 w 205369"/>
                  <a:gd name="connsiteY6" fmla="*/ 291711 h 448950"/>
                  <a:gd name="connsiteX7" fmla="*/ 123841 w 205369"/>
                  <a:gd name="connsiteY7" fmla="*/ 270018 h 448950"/>
                  <a:gd name="connsiteX8" fmla="*/ 128490 w 205369"/>
                  <a:gd name="connsiteY8" fmla="*/ 232115 h 448950"/>
                  <a:gd name="connsiteX9" fmla="*/ 141720 w 205369"/>
                  <a:gd name="connsiteY9" fmla="*/ 224606 h 448950"/>
                  <a:gd name="connsiteX10" fmla="*/ 159718 w 205369"/>
                  <a:gd name="connsiteY10" fmla="*/ 218884 h 448950"/>
                  <a:gd name="connsiteX11" fmla="*/ 181531 w 205369"/>
                  <a:gd name="connsiteY11" fmla="*/ 206965 h 448950"/>
                  <a:gd name="connsiteX12" fmla="*/ 193450 w 205369"/>
                  <a:gd name="connsiteY12" fmla="*/ 196595 h 448950"/>
                  <a:gd name="connsiteX13" fmla="*/ 205369 w 205369"/>
                  <a:gd name="connsiteY13" fmla="*/ 176690 h 448950"/>
                  <a:gd name="connsiteX14" fmla="*/ 205369 w 205369"/>
                  <a:gd name="connsiteY14" fmla="*/ 176690 h 448950"/>
                  <a:gd name="connsiteX15" fmla="*/ 194641 w 205369"/>
                  <a:gd name="connsiteY15" fmla="*/ 178955 h 448950"/>
                  <a:gd name="connsiteX16" fmla="*/ 179742 w 205369"/>
                  <a:gd name="connsiteY16" fmla="*/ 170969 h 448950"/>
                  <a:gd name="connsiteX17" fmla="*/ 166393 w 205369"/>
                  <a:gd name="connsiteY17" fmla="*/ 164652 h 448950"/>
                  <a:gd name="connsiteX18" fmla="*/ 166393 w 205369"/>
                  <a:gd name="connsiteY18" fmla="*/ 148680 h 448950"/>
                  <a:gd name="connsiteX19" fmla="*/ 157453 w 205369"/>
                  <a:gd name="connsiteY19" fmla="*/ 138072 h 448950"/>
                  <a:gd name="connsiteX20" fmla="*/ 149944 w 205369"/>
                  <a:gd name="connsiteY20" fmla="*/ 118405 h 448950"/>
                  <a:gd name="connsiteX21" fmla="*/ 128251 w 205369"/>
                  <a:gd name="connsiteY21" fmla="*/ 114114 h 448950"/>
                  <a:gd name="connsiteX22" fmla="*/ 123960 w 205369"/>
                  <a:gd name="connsiteY22" fmla="*/ 102195 h 448950"/>
                  <a:gd name="connsiteX23" fmla="*/ 143627 w 205369"/>
                  <a:gd name="connsiteY23" fmla="*/ 68702 h 448950"/>
                  <a:gd name="connsiteX24" fmla="*/ 149468 w 205369"/>
                  <a:gd name="connsiteY24" fmla="*/ 33659 h 448950"/>
                  <a:gd name="connsiteX25" fmla="*/ 139933 w 205369"/>
                  <a:gd name="connsiteY25" fmla="*/ 21740 h 448950"/>
                  <a:gd name="connsiteX26" fmla="*/ 134569 w 205369"/>
                  <a:gd name="connsiteY26" fmla="*/ 8391 h 448950"/>
                  <a:gd name="connsiteX27" fmla="*/ 121982 w 205369"/>
                  <a:gd name="connsiteY27" fmla="*/ 238 h 448950"/>
                  <a:gd name="connsiteX28" fmla="*/ 118597 w 205369"/>
                  <a:gd name="connsiteY28" fmla="*/ 1597 h 448950"/>
                  <a:gd name="connsiteX29" fmla="*/ 114544 w 205369"/>
                  <a:gd name="connsiteY29" fmla="*/ 3861 h 448950"/>
                  <a:gd name="connsiteX30" fmla="*/ 114544 w 205369"/>
                  <a:gd name="connsiteY30" fmla="*/ 3861 h 448950"/>
                  <a:gd name="connsiteX31" fmla="*/ 108823 w 205369"/>
                  <a:gd name="connsiteY31" fmla="*/ 15184 h 448950"/>
                  <a:gd name="connsiteX32" fmla="*/ 110730 w 205369"/>
                  <a:gd name="connsiteY32" fmla="*/ 31275 h 448950"/>
                  <a:gd name="connsiteX33" fmla="*/ 100361 w 205369"/>
                  <a:gd name="connsiteY33" fmla="*/ 31275 h 448950"/>
                  <a:gd name="connsiteX34" fmla="*/ 80455 w 205369"/>
                  <a:gd name="connsiteY34" fmla="*/ 39857 h 448950"/>
                  <a:gd name="connsiteX35" fmla="*/ 64364 w 205369"/>
                  <a:gd name="connsiteY35" fmla="*/ 58809 h 448950"/>
                  <a:gd name="connsiteX36" fmla="*/ 57809 w 205369"/>
                  <a:gd name="connsiteY36" fmla="*/ 88130 h 448950"/>
                  <a:gd name="connsiteX37" fmla="*/ 49227 w 205369"/>
                  <a:gd name="connsiteY37" fmla="*/ 117452 h 448950"/>
                  <a:gd name="connsiteX38" fmla="*/ 30395 w 205369"/>
                  <a:gd name="connsiteY38" fmla="*/ 116498 h 448950"/>
                  <a:gd name="connsiteX39" fmla="*/ 25627 w 205369"/>
                  <a:gd name="connsiteY39" fmla="*/ 140336 h 448950"/>
                  <a:gd name="connsiteX40" fmla="*/ 18952 w 205369"/>
                  <a:gd name="connsiteY40" fmla="*/ 165844 h 448950"/>
                  <a:gd name="connsiteX41" fmla="*/ 8582 w 205369"/>
                  <a:gd name="connsiteY41" fmla="*/ 183842 h 448950"/>
                  <a:gd name="connsiteX42" fmla="*/ 0 w 205369"/>
                  <a:gd name="connsiteY42" fmla="*/ 190874 h 448950"/>
                  <a:gd name="connsiteX43" fmla="*/ 22528 w 205369"/>
                  <a:gd name="connsiteY43" fmla="*/ 214713 h 448950"/>
                  <a:gd name="connsiteX44" fmla="*/ 49823 w 205369"/>
                  <a:gd name="connsiteY44" fmla="*/ 263224 h 448950"/>
                  <a:gd name="connsiteX45" fmla="*/ 46247 w 205369"/>
                  <a:gd name="connsiteY45" fmla="*/ 301842 h 448950"/>
                  <a:gd name="connsiteX46" fmla="*/ 56140 w 205369"/>
                  <a:gd name="connsiteY46" fmla="*/ 314953 h 448950"/>
                  <a:gd name="connsiteX47" fmla="*/ 79978 w 205369"/>
                  <a:gd name="connsiteY47" fmla="*/ 312093 h 448950"/>
                  <a:gd name="connsiteX48" fmla="*/ 100241 w 205369"/>
                  <a:gd name="connsiteY48" fmla="*/ 288254 h 448950"/>
                  <a:gd name="connsiteX49" fmla="*/ 112160 w 205369"/>
                  <a:gd name="connsiteY49" fmla="*/ 297909 h 448950"/>
                  <a:gd name="connsiteX50" fmla="*/ 121696 w 205369"/>
                  <a:gd name="connsiteY50" fmla="*/ 324369 h 448950"/>
                  <a:gd name="connsiteX51" fmla="*/ 133615 w 205369"/>
                  <a:gd name="connsiteY51" fmla="*/ 376099 h 448950"/>
                  <a:gd name="connsiteX52" fmla="*/ 142793 w 205369"/>
                  <a:gd name="connsiteY52" fmla="*/ 414002 h 448950"/>
                  <a:gd name="connsiteX53" fmla="*/ 146011 w 205369"/>
                  <a:gd name="connsiteY53" fmla="*/ 442370 h 448950"/>
                  <a:gd name="connsiteX54" fmla="*/ 144580 w 205369"/>
                  <a:gd name="connsiteY54" fmla="*/ 448925 h 448950"/>
                  <a:gd name="connsiteX55" fmla="*/ 167347 w 205369"/>
                  <a:gd name="connsiteY55" fmla="*/ 409115 h 4489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205369" h="448950">
                    <a:moveTo>
                      <a:pt x="167347" y="409115"/>
                    </a:moveTo>
                    <a:cubicBezTo>
                      <a:pt x="167347" y="399580"/>
                      <a:pt x="159718" y="398626"/>
                      <a:pt x="159718" y="391117"/>
                    </a:cubicBezTo>
                    <a:cubicBezTo>
                      <a:pt x="160898" y="380450"/>
                      <a:pt x="157477" y="369782"/>
                      <a:pt x="150302" y="361796"/>
                    </a:cubicBezTo>
                    <a:cubicBezTo>
                      <a:pt x="140767" y="353214"/>
                      <a:pt x="136118" y="340937"/>
                      <a:pt x="141720" y="336170"/>
                    </a:cubicBezTo>
                    <a:cubicBezTo>
                      <a:pt x="147322" y="331402"/>
                      <a:pt x="142674" y="318291"/>
                      <a:pt x="145534" y="319125"/>
                    </a:cubicBezTo>
                    <a:cubicBezTo>
                      <a:pt x="148395" y="319959"/>
                      <a:pt x="152209" y="310662"/>
                      <a:pt x="146488" y="307802"/>
                    </a:cubicBezTo>
                    <a:cubicBezTo>
                      <a:pt x="140767" y="304941"/>
                      <a:pt x="146488" y="293618"/>
                      <a:pt x="141720" y="291711"/>
                    </a:cubicBezTo>
                    <a:cubicBezTo>
                      <a:pt x="133830" y="286323"/>
                      <a:pt x="127620" y="278802"/>
                      <a:pt x="123841" y="270018"/>
                    </a:cubicBezTo>
                    <a:cubicBezTo>
                      <a:pt x="123841" y="265250"/>
                      <a:pt x="127655" y="238789"/>
                      <a:pt x="128490" y="232115"/>
                    </a:cubicBezTo>
                    <a:cubicBezTo>
                      <a:pt x="129324" y="225440"/>
                      <a:pt x="138979" y="224606"/>
                      <a:pt x="141720" y="224606"/>
                    </a:cubicBezTo>
                    <a:cubicBezTo>
                      <a:pt x="144462" y="224606"/>
                      <a:pt x="156023" y="225559"/>
                      <a:pt x="159718" y="218884"/>
                    </a:cubicBezTo>
                    <a:cubicBezTo>
                      <a:pt x="163413" y="212209"/>
                      <a:pt x="179623" y="211375"/>
                      <a:pt x="181531" y="206965"/>
                    </a:cubicBezTo>
                    <a:cubicBezTo>
                      <a:pt x="183437" y="202555"/>
                      <a:pt x="193450" y="202197"/>
                      <a:pt x="193450" y="196595"/>
                    </a:cubicBezTo>
                    <a:cubicBezTo>
                      <a:pt x="193450" y="190993"/>
                      <a:pt x="205369" y="176690"/>
                      <a:pt x="205369" y="176690"/>
                    </a:cubicBezTo>
                    <a:lnTo>
                      <a:pt x="205369" y="176690"/>
                    </a:lnTo>
                    <a:cubicBezTo>
                      <a:pt x="203939" y="174187"/>
                      <a:pt x="200840" y="176690"/>
                      <a:pt x="194641" y="178955"/>
                    </a:cubicBezTo>
                    <a:cubicBezTo>
                      <a:pt x="184033" y="183246"/>
                      <a:pt x="178670" y="177405"/>
                      <a:pt x="179742" y="170969"/>
                    </a:cubicBezTo>
                    <a:cubicBezTo>
                      <a:pt x="180815" y="164532"/>
                      <a:pt x="172352" y="164652"/>
                      <a:pt x="166393" y="164652"/>
                    </a:cubicBezTo>
                    <a:cubicBezTo>
                      <a:pt x="160433" y="164652"/>
                      <a:pt x="164367" y="155116"/>
                      <a:pt x="166393" y="148680"/>
                    </a:cubicBezTo>
                    <a:cubicBezTo>
                      <a:pt x="168419" y="142244"/>
                      <a:pt x="164367" y="138549"/>
                      <a:pt x="157453" y="138072"/>
                    </a:cubicBezTo>
                    <a:cubicBezTo>
                      <a:pt x="150540" y="137595"/>
                      <a:pt x="147322" y="122696"/>
                      <a:pt x="149944" y="118405"/>
                    </a:cubicBezTo>
                    <a:cubicBezTo>
                      <a:pt x="152567" y="114114"/>
                      <a:pt x="135641" y="110419"/>
                      <a:pt x="128251" y="114114"/>
                    </a:cubicBezTo>
                    <a:cubicBezTo>
                      <a:pt x="120861" y="117809"/>
                      <a:pt x="126106" y="107797"/>
                      <a:pt x="123960" y="102195"/>
                    </a:cubicBezTo>
                    <a:cubicBezTo>
                      <a:pt x="121815" y="96593"/>
                      <a:pt x="133496" y="78356"/>
                      <a:pt x="143627" y="68702"/>
                    </a:cubicBezTo>
                    <a:cubicBezTo>
                      <a:pt x="153759" y="59047"/>
                      <a:pt x="149468" y="44863"/>
                      <a:pt x="149468" y="33659"/>
                    </a:cubicBezTo>
                    <a:cubicBezTo>
                      <a:pt x="149468" y="22455"/>
                      <a:pt x="144700" y="21740"/>
                      <a:pt x="139933" y="21740"/>
                    </a:cubicBezTo>
                    <a:cubicBezTo>
                      <a:pt x="135165" y="21740"/>
                      <a:pt x="134569" y="14827"/>
                      <a:pt x="134569" y="8391"/>
                    </a:cubicBezTo>
                    <a:cubicBezTo>
                      <a:pt x="133341" y="2657"/>
                      <a:pt x="127703" y="-990"/>
                      <a:pt x="121982" y="238"/>
                    </a:cubicBezTo>
                    <a:cubicBezTo>
                      <a:pt x="120778" y="488"/>
                      <a:pt x="119634" y="953"/>
                      <a:pt x="118597" y="1597"/>
                    </a:cubicBezTo>
                    <a:cubicBezTo>
                      <a:pt x="117286" y="2419"/>
                      <a:pt x="115939" y="3170"/>
                      <a:pt x="114544" y="3861"/>
                    </a:cubicBezTo>
                    <a:lnTo>
                      <a:pt x="114544" y="3861"/>
                    </a:lnTo>
                    <a:cubicBezTo>
                      <a:pt x="114544" y="3861"/>
                      <a:pt x="112637" y="13397"/>
                      <a:pt x="108823" y="15184"/>
                    </a:cubicBezTo>
                    <a:cubicBezTo>
                      <a:pt x="105009" y="16972"/>
                      <a:pt x="105128" y="22813"/>
                      <a:pt x="110730" y="31275"/>
                    </a:cubicBezTo>
                    <a:cubicBezTo>
                      <a:pt x="116332" y="39738"/>
                      <a:pt x="102267" y="36043"/>
                      <a:pt x="100361" y="31275"/>
                    </a:cubicBezTo>
                    <a:cubicBezTo>
                      <a:pt x="98453" y="26508"/>
                      <a:pt x="87130" y="34136"/>
                      <a:pt x="80455" y="39857"/>
                    </a:cubicBezTo>
                    <a:cubicBezTo>
                      <a:pt x="73780" y="45579"/>
                      <a:pt x="64364" y="48320"/>
                      <a:pt x="64364" y="58809"/>
                    </a:cubicBezTo>
                    <a:cubicBezTo>
                      <a:pt x="64364" y="69298"/>
                      <a:pt x="55901" y="79548"/>
                      <a:pt x="57809" y="88130"/>
                    </a:cubicBezTo>
                    <a:cubicBezTo>
                      <a:pt x="59716" y="96712"/>
                      <a:pt x="48274" y="112684"/>
                      <a:pt x="49227" y="117452"/>
                    </a:cubicBezTo>
                    <a:cubicBezTo>
                      <a:pt x="50180" y="122219"/>
                      <a:pt x="33255" y="116498"/>
                      <a:pt x="30395" y="116498"/>
                    </a:cubicBezTo>
                    <a:cubicBezTo>
                      <a:pt x="27534" y="116498"/>
                      <a:pt x="29441" y="134496"/>
                      <a:pt x="25627" y="140336"/>
                    </a:cubicBezTo>
                    <a:cubicBezTo>
                      <a:pt x="21812" y="146177"/>
                      <a:pt x="24673" y="165844"/>
                      <a:pt x="18952" y="165844"/>
                    </a:cubicBezTo>
                    <a:cubicBezTo>
                      <a:pt x="13231" y="165844"/>
                      <a:pt x="8582" y="183842"/>
                      <a:pt x="8582" y="183842"/>
                    </a:cubicBezTo>
                    <a:cubicBezTo>
                      <a:pt x="5554" y="185975"/>
                      <a:pt x="2694" y="188323"/>
                      <a:pt x="0" y="190874"/>
                    </a:cubicBezTo>
                    <a:cubicBezTo>
                      <a:pt x="4589" y="201148"/>
                      <a:pt x="12527" y="209552"/>
                      <a:pt x="22528" y="214713"/>
                    </a:cubicBezTo>
                    <a:cubicBezTo>
                      <a:pt x="36354" y="220434"/>
                      <a:pt x="45532" y="248325"/>
                      <a:pt x="49823" y="263224"/>
                    </a:cubicBezTo>
                    <a:cubicBezTo>
                      <a:pt x="53518" y="276085"/>
                      <a:pt x="52243" y="289875"/>
                      <a:pt x="46247" y="301842"/>
                    </a:cubicBezTo>
                    <a:cubicBezTo>
                      <a:pt x="41241" y="310424"/>
                      <a:pt x="48035" y="310782"/>
                      <a:pt x="56140" y="314953"/>
                    </a:cubicBezTo>
                    <a:cubicBezTo>
                      <a:pt x="64245" y="319125"/>
                      <a:pt x="73542" y="320675"/>
                      <a:pt x="79978" y="312093"/>
                    </a:cubicBezTo>
                    <a:cubicBezTo>
                      <a:pt x="86415" y="303511"/>
                      <a:pt x="98453" y="297671"/>
                      <a:pt x="100241" y="288254"/>
                    </a:cubicBezTo>
                    <a:cubicBezTo>
                      <a:pt x="102029" y="278838"/>
                      <a:pt x="107631" y="292903"/>
                      <a:pt x="112160" y="297909"/>
                    </a:cubicBezTo>
                    <a:cubicBezTo>
                      <a:pt x="118191" y="305430"/>
                      <a:pt x="121541" y="314739"/>
                      <a:pt x="121696" y="324369"/>
                    </a:cubicBezTo>
                    <a:cubicBezTo>
                      <a:pt x="122769" y="336289"/>
                      <a:pt x="123841" y="366564"/>
                      <a:pt x="133615" y="376099"/>
                    </a:cubicBezTo>
                    <a:cubicBezTo>
                      <a:pt x="142495" y="386564"/>
                      <a:pt x="145904" y="400629"/>
                      <a:pt x="142793" y="414002"/>
                    </a:cubicBezTo>
                    <a:cubicBezTo>
                      <a:pt x="140051" y="421511"/>
                      <a:pt x="148157" y="434265"/>
                      <a:pt x="146011" y="442370"/>
                    </a:cubicBezTo>
                    <a:cubicBezTo>
                      <a:pt x="146011" y="444039"/>
                      <a:pt x="145177" y="446303"/>
                      <a:pt x="144580" y="448925"/>
                    </a:cubicBezTo>
                    <a:cubicBezTo>
                      <a:pt x="156023" y="450117"/>
                      <a:pt x="167347" y="409115"/>
                      <a:pt x="167347" y="409115"/>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89" name="Freeform: Shape 88">
                <a:extLst>
                  <a:ext uri="{FF2B5EF4-FFF2-40B4-BE49-F238E27FC236}">
                    <a16:creationId xmlns:a16="http://schemas.microsoft.com/office/drawing/2014/main" id="{CA12B492-2685-4737-9CD1-6D0CAD6F23AE}"/>
                  </a:ext>
                </a:extLst>
              </p:cNvPr>
              <p:cNvSpPr/>
              <p:nvPr/>
            </p:nvSpPr>
            <p:spPr>
              <a:xfrm>
                <a:off x="6385024" y="7920538"/>
                <a:ext cx="69999" cy="38963"/>
              </a:xfrm>
              <a:custGeom>
                <a:avLst/>
                <a:gdLst>
                  <a:gd name="connsiteX0" fmla="*/ 69727 w 69999"/>
                  <a:gd name="connsiteY0" fmla="*/ 12776 h 38963"/>
                  <a:gd name="connsiteX1" fmla="*/ 42075 w 69999"/>
                  <a:gd name="connsiteY1" fmla="*/ 5148 h 38963"/>
                  <a:gd name="connsiteX2" fmla="*/ 22408 w 69999"/>
                  <a:gd name="connsiteY2" fmla="*/ 1929 h 38963"/>
                  <a:gd name="connsiteX3" fmla="*/ 5363 w 69999"/>
                  <a:gd name="connsiteY3" fmla="*/ 16828 h 38963"/>
                  <a:gd name="connsiteX4" fmla="*/ 0 w 69999"/>
                  <a:gd name="connsiteY4" fmla="*/ 26960 h 38963"/>
                  <a:gd name="connsiteX5" fmla="*/ 6198 w 69999"/>
                  <a:gd name="connsiteY5" fmla="*/ 32562 h 38963"/>
                  <a:gd name="connsiteX6" fmla="*/ 22289 w 69999"/>
                  <a:gd name="connsiteY6" fmla="*/ 36376 h 38963"/>
                  <a:gd name="connsiteX7" fmla="*/ 44935 w 69999"/>
                  <a:gd name="connsiteY7" fmla="*/ 38283 h 38963"/>
                  <a:gd name="connsiteX8" fmla="*/ 68774 w 69999"/>
                  <a:gd name="connsiteY8" fmla="*/ 35422 h 38963"/>
                  <a:gd name="connsiteX9" fmla="*/ 65913 w 69999"/>
                  <a:gd name="connsiteY9" fmla="*/ 14564 h 3896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69999" h="38963">
                    <a:moveTo>
                      <a:pt x="69727" y="12776"/>
                    </a:moveTo>
                    <a:cubicBezTo>
                      <a:pt x="55424" y="-335"/>
                      <a:pt x="51610" y="10154"/>
                      <a:pt x="42075" y="5148"/>
                    </a:cubicBezTo>
                    <a:cubicBezTo>
                      <a:pt x="32539" y="141"/>
                      <a:pt x="27175" y="-1766"/>
                      <a:pt x="22408" y="1929"/>
                    </a:cubicBezTo>
                    <a:cubicBezTo>
                      <a:pt x="17640" y="5624"/>
                      <a:pt x="10488" y="5148"/>
                      <a:pt x="5363" y="16828"/>
                    </a:cubicBezTo>
                    <a:cubicBezTo>
                      <a:pt x="3921" y="20380"/>
                      <a:pt x="2121" y="23777"/>
                      <a:pt x="0" y="26960"/>
                    </a:cubicBezTo>
                    <a:cubicBezTo>
                      <a:pt x="1549" y="30536"/>
                      <a:pt x="4171" y="33038"/>
                      <a:pt x="6198" y="32562"/>
                    </a:cubicBezTo>
                    <a:cubicBezTo>
                      <a:pt x="10012" y="31608"/>
                      <a:pt x="14660" y="38283"/>
                      <a:pt x="22289" y="36376"/>
                    </a:cubicBezTo>
                    <a:cubicBezTo>
                      <a:pt x="29917" y="34469"/>
                      <a:pt x="34208" y="41024"/>
                      <a:pt x="44935" y="38283"/>
                    </a:cubicBezTo>
                    <a:cubicBezTo>
                      <a:pt x="55663" y="35542"/>
                      <a:pt x="64840" y="41978"/>
                      <a:pt x="68774" y="35422"/>
                    </a:cubicBezTo>
                    <a:cubicBezTo>
                      <a:pt x="72707" y="28867"/>
                      <a:pt x="65913" y="14564"/>
                      <a:pt x="65913" y="14564"/>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90" name="Freeform: Shape 89">
                <a:extLst>
                  <a:ext uri="{FF2B5EF4-FFF2-40B4-BE49-F238E27FC236}">
                    <a16:creationId xmlns:a16="http://schemas.microsoft.com/office/drawing/2014/main" id="{DDAD44D9-D65B-4A6E-A59D-56B07BD52FFD}"/>
                  </a:ext>
                </a:extLst>
              </p:cNvPr>
              <p:cNvSpPr/>
              <p:nvPr/>
            </p:nvSpPr>
            <p:spPr>
              <a:xfrm>
                <a:off x="6685389" y="8046808"/>
                <a:ext cx="172638" cy="363260"/>
              </a:xfrm>
              <a:custGeom>
                <a:avLst/>
                <a:gdLst>
                  <a:gd name="connsiteX0" fmla="*/ 130635 w 172638"/>
                  <a:gd name="connsiteY0" fmla="*/ 43125 h 363260"/>
                  <a:gd name="connsiteX1" fmla="*/ 106797 w 172638"/>
                  <a:gd name="connsiteY1" fmla="*/ 25127 h 363260"/>
                  <a:gd name="connsiteX2" fmla="*/ 100241 w 172638"/>
                  <a:gd name="connsiteY2" fmla="*/ 10943 h 363260"/>
                  <a:gd name="connsiteX3" fmla="*/ 80336 w 172638"/>
                  <a:gd name="connsiteY3" fmla="*/ 573 h 363260"/>
                  <a:gd name="connsiteX4" fmla="*/ 61504 w 172638"/>
                  <a:gd name="connsiteY4" fmla="*/ 12492 h 363260"/>
                  <a:gd name="connsiteX5" fmla="*/ 45412 w 172638"/>
                  <a:gd name="connsiteY5" fmla="*/ 15353 h 363260"/>
                  <a:gd name="connsiteX6" fmla="*/ 24554 w 172638"/>
                  <a:gd name="connsiteY6" fmla="*/ 15353 h 363260"/>
                  <a:gd name="connsiteX7" fmla="*/ 6556 w 172638"/>
                  <a:gd name="connsiteY7" fmla="*/ 17260 h 363260"/>
                  <a:gd name="connsiteX8" fmla="*/ 0 w 172638"/>
                  <a:gd name="connsiteY8" fmla="*/ 22266 h 363260"/>
                  <a:gd name="connsiteX9" fmla="*/ 8702 w 172638"/>
                  <a:gd name="connsiteY9" fmla="*/ 34900 h 363260"/>
                  <a:gd name="connsiteX10" fmla="*/ 20621 w 172638"/>
                  <a:gd name="connsiteY10" fmla="*/ 53137 h 363260"/>
                  <a:gd name="connsiteX11" fmla="*/ 40287 w 172638"/>
                  <a:gd name="connsiteY11" fmla="*/ 63745 h 363260"/>
                  <a:gd name="connsiteX12" fmla="*/ 56974 w 172638"/>
                  <a:gd name="connsiteY12" fmla="*/ 68274 h 363260"/>
                  <a:gd name="connsiteX13" fmla="*/ 64603 w 172638"/>
                  <a:gd name="connsiteY13" fmla="*/ 86511 h 363260"/>
                  <a:gd name="connsiteX14" fmla="*/ 46366 w 172638"/>
                  <a:gd name="connsiteY14" fmla="*/ 97119 h 363260"/>
                  <a:gd name="connsiteX15" fmla="*/ 72231 w 172638"/>
                  <a:gd name="connsiteY15" fmla="*/ 119884 h 363260"/>
                  <a:gd name="connsiteX16" fmla="*/ 84150 w 172638"/>
                  <a:gd name="connsiteY16" fmla="*/ 141220 h 363260"/>
                  <a:gd name="connsiteX17" fmla="*/ 103817 w 172638"/>
                  <a:gd name="connsiteY17" fmla="*/ 166965 h 363260"/>
                  <a:gd name="connsiteX18" fmla="*/ 123602 w 172638"/>
                  <a:gd name="connsiteY18" fmla="*/ 185202 h 363260"/>
                  <a:gd name="connsiteX19" fmla="*/ 128132 w 172638"/>
                  <a:gd name="connsiteY19" fmla="*/ 209040 h 363260"/>
                  <a:gd name="connsiteX20" fmla="*/ 135760 w 172638"/>
                  <a:gd name="connsiteY20" fmla="*/ 248493 h 363260"/>
                  <a:gd name="connsiteX21" fmla="*/ 119073 w 172638"/>
                  <a:gd name="connsiteY21" fmla="*/ 275788 h 363260"/>
                  <a:gd name="connsiteX22" fmla="*/ 97738 w 172638"/>
                  <a:gd name="connsiteY22" fmla="*/ 289495 h 363260"/>
                  <a:gd name="connsiteX23" fmla="*/ 97738 w 172638"/>
                  <a:gd name="connsiteY23" fmla="*/ 310711 h 363260"/>
                  <a:gd name="connsiteX24" fmla="*/ 70443 w 172638"/>
                  <a:gd name="connsiteY24" fmla="*/ 310711 h 363260"/>
                  <a:gd name="connsiteX25" fmla="*/ 55663 w 172638"/>
                  <a:gd name="connsiteY25" fmla="*/ 322631 h 363260"/>
                  <a:gd name="connsiteX26" fmla="*/ 66271 w 172638"/>
                  <a:gd name="connsiteY26" fmla="*/ 330736 h 363260"/>
                  <a:gd name="connsiteX27" fmla="*/ 59596 w 172638"/>
                  <a:gd name="connsiteY27" fmla="*/ 351594 h 363260"/>
                  <a:gd name="connsiteX28" fmla="*/ 71515 w 172638"/>
                  <a:gd name="connsiteY28" fmla="*/ 361130 h 363260"/>
                  <a:gd name="connsiteX29" fmla="*/ 93089 w 172638"/>
                  <a:gd name="connsiteY29" fmla="*/ 344443 h 363260"/>
                  <a:gd name="connsiteX30" fmla="*/ 98811 w 172638"/>
                  <a:gd name="connsiteY30" fmla="*/ 335265 h 363260"/>
                  <a:gd name="connsiteX31" fmla="*/ 105128 w 172638"/>
                  <a:gd name="connsiteY31" fmla="*/ 322511 h 363260"/>
                  <a:gd name="connsiteX32" fmla="*/ 120027 w 172638"/>
                  <a:gd name="connsiteY32" fmla="*/ 320008 h 363260"/>
                  <a:gd name="connsiteX33" fmla="*/ 152685 w 172638"/>
                  <a:gd name="connsiteY33" fmla="*/ 304513 h 363260"/>
                  <a:gd name="connsiteX34" fmla="*/ 171399 w 172638"/>
                  <a:gd name="connsiteY34" fmla="*/ 272570 h 363260"/>
                  <a:gd name="connsiteX35" fmla="*/ 165797 w 172638"/>
                  <a:gd name="connsiteY35" fmla="*/ 216907 h 363260"/>
                  <a:gd name="connsiteX36" fmla="*/ 143031 w 172638"/>
                  <a:gd name="connsiteY36" fmla="*/ 179361 h 363260"/>
                  <a:gd name="connsiteX37" fmla="*/ 104413 w 172638"/>
                  <a:gd name="connsiteY37" fmla="*/ 146822 h 363260"/>
                  <a:gd name="connsiteX38" fmla="*/ 93804 w 172638"/>
                  <a:gd name="connsiteY38" fmla="*/ 128347 h 363260"/>
                  <a:gd name="connsiteX39" fmla="*/ 87845 w 172638"/>
                  <a:gd name="connsiteY39" fmla="*/ 95808 h 363260"/>
                  <a:gd name="connsiteX40" fmla="*/ 104771 w 172638"/>
                  <a:gd name="connsiteY40" fmla="*/ 74830 h 363260"/>
                  <a:gd name="connsiteX41" fmla="*/ 114067 w 172638"/>
                  <a:gd name="connsiteY41" fmla="*/ 60765 h 363260"/>
                  <a:gd name="connsiteX42" fmla="*/ 132781 w 172638"/>
                  <a:gd name="connsiteY42" fmla="*/ 48250 h 363260"/>
                  <a:gd name="connsiteX43" fmla="*/ 134807 w 172638"/>
                  <a:gd name="connsiteY43" fmla="*/ 46581 h 363260"/>
                  <a:gd name="connsiteX44" fmla="*/ 130635 w 172638"/>
                  <a:gd name="connsiteY44" fmla="*/ 43125 h 3632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72638" h="363260">
                    <a:moveTo>
                      <a:pt x="130635" y="43125"/>
                    </a:moveTo>
                    <a:cubicBezTo>
                      <a:pt x="123960" y="42171"/>
                      <a:pt x="106797" y="29894"/>
                      <a:pt x="106797" y="25127"/>
                    </a:cubicBezTo>
                    <a:cubicBezTo>
                      <a:pt x="106797" y="20359"/>
                      <a:pt x="115378" y="13207"/>
                      <a:pt x="100241" y="10943"/>
                    </a:cubicBezTo>
                    <a:cubicBezTo>
                      <a:pt x="92314" y="10919"/>
                      <a:pt x="84901" y="7057"/>
                      <a:pt x="80336" y="573"/>
                    </a:cubicBezTo>
                    <a:cubicBezTo>
                      <a:pt x="77475" y="-2288"/>
                      <a:pt x="65199" y="6175"/>
                      <a:pt x="61504" y="12492"/>
                    </a:cubicBezTo>
                    <a:cubicBezTo>
                      <a:pt x="57809" y="18809"/>
                      <a:pt x="53875" y="10585"/>
                      <a:pt x="45412" y="15353"/>
                    </a:cubicBezTo>
                    <a:cubicBezTo>
                      <a:pt x="36950" y="20120"/>
                      <a:pt x="28368" y="8678"/>
                      <a:pt x="24554" y="15353"/>
                    </a:cubicBezTo>
                    <a:cubicBezTo>
                      <a:pt x="20739" y="22027"/>
                      <a:pt x="11323" y="11539"/>
                      <a:pt x="6556" y="17260"/>
                    </a:cubicBezTo>
                    <a:cubicBezTo>
                      <a:pt x="4732" y="19358"/>
                      <a:pt x="2503" y="21062"/>
                      <a:pt x="0" y="22266"/>
                    </a:cubicBezTo>
                    <a:cubicBezTo>
                      <a:pt x="4172" y="26914"/>
                      <a:pt x="8702" y="31444"/>
                      <a:pt x="8702" y="34900"/>
                    </a:cubicBezTo>
                    <a:cubicBezTo>
                      <a:pt x="8702" y="40979"/>
                      <a:pt x="20621" y="45508"/>
                      <a:pt x="20621" y="53137"/>
                    </a:cubicBezTo>
                    <a:cubicBezTo>
                      <a:pt x="20621" y="60765"/>
                      <a:pt x="35758" y="66844"/>
                      <a:pt x="40287" y="63745"/>
                    </a:cubicBezTo>
                    <a:cubicBezTo>
                      <a:pt x="44816" y="60646"/>
                      <a:pt x="55544" y="57666"/>
                      <a:pt x="56974" y="68274"/>
                    </a:cubicBezTo>
                    <a:cubicBezTo>
                      <a:pt x="58405" y="78882"/>
                      <a:pt x="64603" y="79001"/>
                      <a:pt x="64603" y="86511"/>
                    </a:cubicBezTo>
                    <a:cubicBezTo>
                      <a:pt x="64603" y="94020"/>
                      <a:pt x="49465" y="89609"/>
                      <a:pt x="46366" y="97119"/>
                    </a:cubicBezTo>
                    <a:cubicBezTo>
                      <a:pt x="43267" y="104628"/>
                      <a:pt x="72231" y="113805"/>
                      <a:pt x="72231" y="119884"/>
                    </a:cubicBezTo>
                    <a:cubicBezTo>
                      <a:pt x="72231" y="125963"/>
                      <a:pt x="81289" y="133591"/>
                      <a:pt x="84150" y="141220"/>
                    </a:cubicBezTo>
                    <a:cubicBezTo>
                      <a:pt x="87011" y="148848"/>
                      <a:pt x="100837" y="157907"/>
                      <a:pt x="103817" y="166965"/>
                    </a:cubicBezTo>
                    <a:cubicBezTo>
                      <a:pt x="106797" y="176024"/>
                      <a:pt x="119073" y="180672"/>
                      <a:pt x="123602" y="185202"/>
                    </a:cubicBezTo>
                    <a:cubicBezTo>
                      <a:pt x="128299" y="192198"/>
                      <a:pt x="129944" y="200804"/>
                      <a:pt x="128132" y="209040"/>
                    </a:cubicBezTo>
                    <a:cubicBezTo>
                      <a:pt x="125772" y="222676"/>
                      <a:pt x="128490" y="236717"/>
                      <a:pt x="135760" y="248493"/>
                    </a:cubicBezTo>
                    <a:cubicBezTo>
                      <a:pt x="144819" y="262200"/>
                      <a:pt x="125152" y="268160"/>
                      <a:pt x="119073" y="275788"/>
                    </a:cubicBezTo>
                    <a:cubicBezTo>
                      <a:pt x="112995" y="283416"/>
                      <a:pt x="115975" y="294024"/>
                      <a:pt x="97738" y="289495"/>
                    </a:cubicBezTo>
                    <a:cubicBezTo>
                      <a:pt x="79502" y="284966"/>
                      <a:pt x="100837" y="304633"/>
                      <a:pt x="97738" y="310711"/>
                    </a:cubicBezTo>
                    <a:cubicBezTo>
                      <a:pt x="94639" y="316790"/>
                      <a:pt x="70443" y="304633"/>
                      <a:pt x="70443" y="310711"/>
                    </a:cubicBezTo>
                    <a:cubicBezTo>
                      <a:pt x="70443" y="314406"/>
                      <a:pt x="62219" y="319055"/>
                      <a:pt x="55663" y="322631"/>
                    </a:cubicBezTo>
                    <a:cubicBezTo>
                      <a:pt x="58690" y="325944"/>
                      <a:pt x="62278" y="328685"/>
                      <a:pt x="66271" y="330736"/>
                    </a:cubicBezTo>
                    <a:cubicBezTo>
                      <a:pt x="71993" y="334192"/>
                      <a:pt x="59239" y="340271"/>
                      <a:pt x="59596" y="351594"/>
                    </a:cubicBezTo>
                    <a:cubicBezTo>
                      <a:pt x="59954" y="362918"/>
                      <a:pt x="68416" y="365778"/>
                      <a:pt x="71515" y="361130"/>
                    </a:cubicBezTo>
                    <a:cubicBezTo>
                      <a:pt x="77570" y="354240"/>
                      <a:pt x="84889" y="348567"/>
                      <a:pt x="93089" y="344443"/>
                    </a:cubicBezTo>
                    <a:cubicBezTo>
                      <a:pt x="98453" y="342774"/>
                      <a:pt x="93089" y="334907"/>
                      <a:pt x="98811" y="335265"/>
                    </a:cubicBezTo>
                    <a:cubicBezTo>
                      <a:pt x="104532" y="335622"/>
                      <a:pt x="102625" y="327160"/>
                      <a:pt x="105128" y="322511"/>
                    </a:cubicBezTo>
                    <a:cubicBezTo>
                      <a:pt x="107631" y="317863"/>
                      <a:pt x="111565" y="319651"/>
                      <a:pt x="120027" y="320008"/>
                    </a:cubicBezTo>
                    <a:cubicBezTo>
                      <a:pt x="132018" y="317589"/>
                      <a:pt x="143234" y="312273"/>
                      <a:pt x="152685" y="304513"/>
                    </a:cubicBezTo>
                    <a:cubicBezTo>
                      <a:pt x="164605" y="296647"/>
                      <a:pt x="166750" y="294859"/>
                      <a:pt x="171399" y="272570"/>
                    </a:cubicBezTo>
                    <a:cubicBezTo>
                      <a:pt x="176047" y="250281"/>
                      <a:pt x="166154" y="223701"/>
                      <a:pt x="165797" y="216907"/>
                    </a:cubicBezTo>
                    <a:cubicBezTo>
                      <a:pt x="165439" y="210113"/>
                      <a:pt x="149110" y="179004"/>
                      <a:pt x="143031" y="179361"/>
                    </a:cubicBezTo>
                    <a:cubicBezTo>
                      <a:pt x="136952" y="179719"/>
                      <a:pt x="109419" y="151351"/>
                      <a:pt x="104413" y="146822"/>
                    </a:cubicBezTo>
                    <a:cubicBezTo>
                      <a:pt x="99407" y="142293"/>
                      <a:pt x="100956" y="134903"/>
                      <a:pt x="93804" y="128347"/>
                    </a:cubicBezTo>
                    <a:cubicBezTo>
                      <a:pt x="86653" y="121792"/>
                      <a:pt x="86057" y="106773"/>
                      <a:pt x="87845" y="95808"/>
                    </a:cubicBezTo>
                    <a:cubicBezTo>
                      <a:pt x="89633" y="84842"/>
                      <a:pt x="105128" y="82339"/>
                      <a:pt x="104771" y="74830"/>
                    </a:cubicBezTo>
                    <a:cubicBezTo>
                      <a:pt x="104413" y="67321"/>
                      <a:pt x="106201" y="61122"/>
                      <a:pt x="114067" y="60765"/>
                    </a:cubicBezTo>
                    <a:cubicBezTo>
                      <a:pt x="121851" y="59573"/>
                      <a:pt x="128704" y="54984"/>
                      <a:pt x="132781" y="48250"/>
                    </a:cubicBezTo>
                    <a:cubicBezTo>
                      <a:pt x="133245" y="47475"/>
                      <a:pt x="133961" y="46891"/>
                      <a:pt x="134807" y="46581"/>
                    </a:cubicBezTo>
                    <a:cubicBezTo>
                      <a:pt x="133746" y="45079"/>
                      <a:pt x="132304" y="43887"/>
                      <a:pt x="130635" y="43125"/>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91" name="Freeform: Shape 90">
                <a:extLst>
                  <a:ext uri="{FF2B5EF4-FFF2-40B4-BE49-F238E27FC236}">
                    <a16:creationId xmlns:a16="http://schemas.microsoft.com/office/drawing/2014/main" id="{7DC9D580-0527-4AA9-8FFA-68B44B192171}"/>
                  </a:ext>
                </a:extLst>
              </p:cNvPr>
              <p:cNvSpPr/>
              <p:nvPr/>
            </p:nvSpPr>
            <p:spPr>
              <a:xfrm>
                <a:off x="6690377" y="8266694"/>
                <a:ext cx="133714" cy="103578"/>
              </a:xfrm>
              <a:custGeom>
                <a:avLst/>
                <a:gdLst>
                  <a:gd name="connsiteX0" fmla="*/ 66050 w 133714"/>
                  <a:gd name="connsiteY0" fmla="*/ 92017 h 103578"/>
                  <a:gd name="connsiteX1" fmla="*/ 93345 w 133714"/>
                  <a:gd name="connsiteY1" fmla="*/ 92017 h 103578"/>
                  <a:gd name="connsiteX2" fmla="*/ 93345 w 133714"/>
                  <a:gd name="connsiteY2" fmla="*/ 70800 h 103578"/>
                  <a:gd name="connsiteX3" fmla="*/ 114681 w 133714"/>
                  <a:gd name="connsiteY3" fmla="*/ 57093 h 103578"/>
                  <a:gd name="connsiteX4" fmla="*/ 131368 w 133714"/>
                  <a:gd name="connsiteY4" fmla="*/ 29798 h 103578"/>
                  <a:gd name="connsiteX5" fmla="*/ 123024 w 133714"/>
                  <a:gd name="connsiteY5" fmla="*/ 0 h 103578"/>
                  <a:gd name="connsiteX6" fmla="*/ 105980 w 133714"/>
                  <a:gd name="connsiteY6" fmla="*/ 3337 h 103578"/>
                  <a:gd name="connsiteX7" fmla="*/ 89650 w 133714"/>
                  <a:gd name="connsiteY7" fmla="*/ 8463 h 103578"/>
                  <a:gd name="connsiteX8" fmla="*/ 82499 w 133714"/>
                  <a:gd name="connsiteY8" fmla="*/ 14661 h 103578"/>
                  <a:gd name="connsiteX9" fmla="*/ 69149 w 133714"/>
                  <a:gd name="connsiteY9" fmla="*/ 5364 h 103578"/>
                  <a:gd name="connsiteX10" fmla="*/ 36491 w 133714"/>
                  <a:gd name="connsiteY10" fmla="*/ 4410 h 103578"/>
                  <a:gd name="connsiteX11" fmla="*/ 3713 w 133714"/>
                  <a:gd name="connsiteY11" fmla="*/ 20740 h 103578"/>
                  <a:gd name="connsiteX12" fmla="*/ 4785 w 133714"/>
                  <a:gd name="connsiteY12" fmla="*/ 42194 h 103578"/>
                  <a:gd name="connsiteX13" fmla="*/ 7884 w 133714"/>
                  <a:gd name="connsiteY13" fmla="*/ 60669 h 103578"/>
                  <a:gd name="connsiteX14" fmla="*/ 7884 w 133714"/>
                  <a:gd name="connsiteY14" fmla="*/ 61384 h 103578"/>
                  <a:gd name="connsiteX15" fmla="*/ 14321 w 133714"/>
                  <a:gd name="connsiteY15" fmla="*/ 82958 h 103578"/>
                  <a:gd name="connsiteX16" fmla="*/ 29220 w 133714"/>
                  <a:gd name="connsiteY16" fmla="*/ 85461 h 103578"/>
                  <a:gd name="connsiteX17" fmla="*/ 30293 w 133714"/>
                  <a:gd name="connsiteY17" fmla="*/ 98215 h 103578"/>
                  <a:gd name="connsiteX18" fmla="*/ 49363 w 133714"/>
                  <a:gd name="connsiteY18" fmla="*/ 100002 h 103578"/>
                  <a:gd name="connsiteX19" fmla="*/ 51508 w 133714"/>
                  <a:gd name="connsiteY19" fmla="*/ 103578 h 103578"/>
                  <a:gd name="connsiteX20" fmla="*/ 66050 w 133714"/>
                  <a:gd name="connsiteY20" fmla="*/ 92017 h 10357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33714" h="103578">
                    <a:moveTo>
                      <a:pt x="66050" y="92017"/>
                    </a:moveTo>
                    <a:cubicBezTo>
                      <a:pt x="66050" y="85938"/>
                      <a:pt x="89889" y="98095"/>
                      <a:pt x="93345" y="92017"/>
                    </a:cubicBezTo>
                    <a:cubicBezTo>
                      <a:pt x="96802" y="85938"/>
                      <a:pt x="75109" y="66271"/>
                      <a:pt x="93345" y="70800"/>
                    </a:cubicBezTo>
                    <a:cubicBezTo>
                      <a:pt x="111582" y="75329"/>
                      <a:pt x="108602" y="64721"/>
                      <a:pt x="114681" y="57093"/>
                    </a:cubicBezTo>
                    <a:cubicBezTo>
                      <a:pt x="120760" y="49465"/>
                      <a:pt x="140426" y="43505"/>
                      <a:pt x="131368" y="29798"/>
                    </a:cubicBezTo>
                    <a:cubicBezTo>
                      <a:pt x="125742" y="20894"/>
                      <a:pt x="122846" y="10537"/>
                      <a:pt x="123024" y="0"/>
                    </a:cubicBezTo>
                    <a:cubicBezTo>
                      <a:pt x="118292" y="3957"/>
                      <a:pt x="111856" y="5221"/>
                      <a:pt x="105980" y="3337"/>
                    </a:cubicBezTo>
                    <a:cubicBezTo>
                      <a:pt x="100854" y="1311"/>
                      <a:pt x="89650" y="238"/>
                      <a:pt x="89650" y="8463"/>
                    </a:cubicBezTo>
                    <a:cubicBezTo>
                      <a:pt x="89650" y="16687"/>
                      <a:pt x="81545" y="18713"/>
                      <a:pt x="82499" y="14661"/>
                    </a:cubicBezTo>
                    <a:cubicBezTo>
                      <a:pt x="83453" y="10608"/>
                      <a:pt x="74275" y="11562"/>
                      <a:pt x="69149" y="5364"/>
                    </a:cubicBezTo>
                    <a:cubicBezTo>
                      <a:pt x="64024" y="-834"/>
                      <a:pt x="45311" y="7509"/>
                      <a:pt x="36491" y="4410"/>
                    </a:cubicBezTo>
                    <a:cubicBezTo>
                      <a:pt x="27670" y="1311"/>
                      <a:pt x="12652" y="9535"/>
                      <a:pt x="3713" y="20740"/>
                    </a:cubicBezTo>
                    <a:cubicBezTo>
                      <a:pt x="-5226" y="31943"/>
                      <a:pt x="4785" y="31943"/>
                      <a:pt x="4785" y="42194"/>
                    </a:cubicBezTo>
                    <a:cubicBezTo>
                      <a:pt x="4785" y="52445"/>
                      <a:pt x="10864" y="52445"/>
                      <a:pt x="7884" y="60669"/>
                    </a:cubicBezTo>
                    <a:cubicBezTo>
                      <a:pt x="7813" y="60907"/>
                      <a:pt x="7813" y="61146"/>
                      <a:pt x="7884" y="61384"/>
                    </a:cubicBezTo>
                    <a:cubicBezTo>
                      <a:pt x="16824" y="65317"/>
                      <a:pt x="13367" y="76641"/>
                      <a:pt x="14321" y="82958"/>
                    </a:cubicBezTo>
                    <a:cubicBezTo>
                      <a:pt x="15274" y="89275"/>
                      <a:pt x="24214" y="85699"/>
                      <a:pt x="29220" y="85461"/>
                    </a:cubicBezTo>
                    <a:cubicBezTo>
                      <a:pt x="34226" y="85222"/>
                      <a:pt x="26002" y="93208"/>
                      <a:pt x="30293" y="98215"/>
                    </a:cubicBezTo>
                    <a:cubicBezTo>
                      <a:pt x="34583" y="103221"/>
                      <a:pt x="46980" y="93924"/>
                      <a:pt x="49363" y="100002"/>
                    </a:cubicBezTo>
                    <a:cubicBezTo>
                      <a:pt x="49936" y="101278"/>
                      <a:pt x="50651" y="102470"/>
                      <a:pt x="51508" y="103578"/>
                    </a:cubicBezTo>
                    <a:cubicBezTo>
                      <a:pt x="57826" y="100360"/>
                      <a:pt x="66050" y="95711"/>
                      <a:pt x="66050" y="92017"/>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92" name="Freeform: Shape 91">
                <a:extLst>
                  <a:ext uri="{FF2B5EF4-FFF2-40B4-BE49-F238E27FC236}">
                    <a16:creationId xmlns:a16="http://schemas.microsoft.com/office/drawing/2014/main" id="{D4D87B3A-A27E-4061-A00B-CEC350F88850}"/>
                  </a:ext>
                </a:extLst>
              </p:cNvPr>
              <p:cNvSpPr/>
              <p:nvPr/>
            </p:nvSpPr>
            <p:spPr>
              <a:xfrm>
                <a:off x="6639381" y="8069789"/>
                <a:ext cx="175098" cy="212965"/>
              </a:xfrm>
              <a:custGeom>
                <a:avLst/>
                <a:gdLst>
                  <a:gd name="connsiteX0" fmla="*/ 118597 w 175098"/>
                  <a:gd name="connsiteY0" fmla="*/ 97619 h 212965"/>
                  <a:gd name="connsiteX1" fmla="*/ 92732 w 175098"/>
                  <a:gd name="connsiteY1" fmla="*/ 74853 h 212965"/>
                  <a:gd name="connsiteX2" fmla="*/ 110968 w 175098"/>
                  <a:gd name="connsiteY2" fmla="*/ 64245 h 212965"/>
                  <a:gd name="connsiteX3" fmla="*/ 103340 w 175098"/>
                  <a:gd name="connsiteY3" fmla="*/ 46008 h 212965"/>
                  <a:gd name="connsiteX4" fmla="*/ 86653 w 175098"/>
                  <a:gd name="connsiteY4" fmla="*/ 41479 h 212965"/>
                  <a:gd name="connsiteX5" fmla="*/ 66986 w 175098"/>
                  <a:gd name="connsiteY5" fmla="*/ 30871 h 212965"/>
                  <a:gd name="connsiteX6" fmla="*/ 55067 w 175098"/>
                  <a:gd name="connsiteY6" fmla="*/ 12634 h 212965"/>
                  <a:gd name="connsiteX7" fmla="*/ 46366 w 175098"/>
                  <a:gd name="connsiteY7" fmla="*/ 0 h 212965"/>
                  <a:gd name="connsiteX8" fmla="*/ 36831 w 175098"/>
                  <a:gd name="connsiteY8" fmla="*/ 596 h 212965"/>
                  <a:gd name="connsiteX9" fmla="*/ 33017 w 175098"/>
                  <a:gd name="connsiteY9" fmla="*/ 12515 h 212965"/>
                  <a:gd name="connsiteX10" fmla="*/ 32182 w 175098"/>
                  <a:gd name="connsiteY10" fmla="*/ 31467 h 212965"/>
                  <a:gd name="connsiteX11" fmla="*/ 20263 w 175098"/>
                  <a:gd name="connsiteY11" fmla="*/ 20144 h 212965"/>
                  <a:gd name="connsiteX12" fmla="*/ 8344 w 175098"/>
                  <a:gd name="connsiteY12" fmla="*/ 40049 h 212965"/>
                  <a:gd name="connsiteX13" fmla="*/ 0 w 175098"/>
                  <a:gd name="connsiteY13" fmla="*/ 46962 h 212965"/>
                  <a:gd name="connsiteX14" fmla="*/ 4649 w 175098"/>
                  <a:gd name="connsiteY14" fmla="*/ 51610 h 212965"/>
                  <a:gd name="connsiteX15" fmla="*/ 6675 w 175098"/>
                  <a:gd name="connsiteY15" fmla="*/ 69966 h 212965"/>
                  <a:gd name="connsiteX16" fmla="*/ 23123 w 175098"/>
                  <a:gd name="connsiteY16" fmla="*/ 76164 h 212965"/>
                  <a:gd name="connsiteX17" fmla="*/ 21097 w 175098"/>
                  <a:gd name="connsiteY17" fmla="*/ 101671 h 212965"/>
                  <a:gd name="connsiteX18" fmla="*/ 14899 w 175098"/>
                  <a:gd name="connsiteY18" fmla="*/ 120146 h 212965"/>
                  <a:gd name="connsiteX19" fmla="*/ 36354 w 175098"/>
                  <a:gd name="connsiteY19" fmla="*/ 111922 h 212965"/>
                  <a:gd name="connsiteX20" fmla="*/ 53756 w 175098"/>
                  <a:gd name="connsiteY20" fmla="*/ 110968 h 212965"/>
                  <a:gd name="connsiteX21" fmla="*/ 69131 w 175098"/>
                  <a:gd name="connsiteY21" fmla="*/ 106796 h 212965"/>
                  <a:gd name="connsiteX22" fmla="*/ 91659 w 175098"/>
                  <a:gd name="connsiteY22" fmla="*/ 105843 h 212965"/>
                  <a:gd name="connsiteX23" fmla="*/ 108942 w 175098"/>
                  <a:gd name="connsiteY23" fmla="*/ 123245 h 212965"/>
                  <a:gd name="connsiteX24" fmla="*/ 111087 w 175098"/>
                  <a:gd name="connsiteY24" fmla="*/ 151851 h 212965"/>
                  <a:gd name="connsiteX25" fmla="*/ 127417 w 175098"/>
                  <a:gd name="connsiteY25" fmla="*/ 177358 h 212965"/>
                  <a:gd name="connsiteX26" fmla="*/ 124318 w 175098"/>
                  <a:gd name="connsiteY26" fmla="*/ 204534 h 212965"/>
                  <a:gd name="connsiteX27" fmla="*/ 134568 w 175098"/>
                  <a:gd name="connsiteY27" fmla="*/ 211209 h 212965"/>
                  <a:gd name="connsiteX28" fmla="*/ 141720 w 175098"/>
                  <a:gd name="connsiteY28" fmla="*/ 205011 h 212965"/>
                  <a:gd name="connsiteX29" fmla="*/ 158049 w 175098"/>
                  <a:gd name="connsiteY29" fmla="*/ 199886 h 212965"/>
                  <a:gd name="connsiteX30" fmla="*/ 175094 w 175098"/>
                  <a:gd name="connsiteY30" fmla="*/ 196548 h 212965"/>
                  <a:gd name="connsiteX31" fmla="*/ 174379 w 175098"/>
                  <a:gd name="connsiteY31" fmla="*/ 187013 h 212965"/>
                  <a:gd name="connsiteX32" fmla="*/ 169849 w 175098"/>
                  <a:gd name="connsiteY32" fmla="*/ 163174 h 212965"/>
                  <a:gd name="connsiteX33" fmla="*/ 150064 w 175098"/>
                  <a:gd name="connsiteY33" fmla="*/ 144938 h 212965"/>
                  <a:gd name="connsiteX34" fmla="*/ 130397 w 175098"/>
                  <a:gd name="connsiteY34" fmla="*/ 119192 h 212965"/>
                  <a:gd name="connsiteX35" fmla="*/ 118597 w 175098"/>
                  <a:gd name="connsiteY35" fmla="*/ 97619 h 2129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175098" h="212965">
                    <a:moveTo>
                      <a:pt x="118597" y="97619"/>
                    </a:moveTo>
                    <a:cubicBezTo>
                      <a:pt x="118597" y="91540"/>
                      <a:pt x="89752" y="82481"/>
                      <a:pt x="92732" y="74853"/>
                    </a:cubicBezTo>
                    <a:cubicBezTo>
                      <a:pt x="95712" y="67224"/>
                      <a:pt x="110968" y="71873"/>
                      <a:pt x="110968" y="64245"/>
                    </a:cubicBezTo>
                    <a:cubicBezTo>
                      <a:pt x="110968" y="56616"/>
                      <a:pt x="104889" y="56736"/>
                      <a:pt x="103340" y="46008"/>
                    </a:cubicBezTo>
                    <a:cubicBezTo>
                      <a:pt x="101790" y="35281"/>
                      <a:pt x="91420" y="38499"/>
                      <a:pt x="86653" y="41479"/>
                    </a:cubicBezTo>
                    <a:cubicBezTo>
                      <a:pt x="81885" y="44459"/>
                      <a:pt x="66986" y="38499"/>
                      <a:pt x="66986" y="30871"/>
                    </a:cubicBezTo>
                    <a:cubicBezTo>
                      <a:pt x="66986" y="23242"/>
                      <a:pt x="55067" y="18952"/>
                      <a:pt x="55067" y="12634"/>
                    </a:cubicBezTo>
                    <a:cubicBezTo>
                      <a:pt x="55067" y="9178"/>
                      <a:pt x="50537" y="4648"/>
                      <a:pt x="46366" y="0"/>
                    </a:cubicBezTo>
                    <a:cubicBezTo>
                      <a:pt x="42552" y="1907"/>
                      <a:pt x="38618" y="2384"/>
                      <a:pt x="36831" y="596"/>
                    </a:cubicBezTo>
                    <a:cubicBezTo>
                      <a:pt x="35043" y="-1192"/>
                      <a:pt x="30275" y="10012"/>
                      <a:pt x="33017" y="12515"/>
                    </a:cubicBezTo>
                    <a:cubicBezTo>
                      <a:pt x="35758" y="15018"/>
                      <a:pt x="39691" y="33374"/>
                      <a:pt x="32182" y="31467"/>
                    </a:cubicBezTo>
                    <a:cubicBezTo>
                      <a:pt x="24673" y="29560"/>
                      <a:pt x="24554" y="19548"/>
                      <a:pt x="20263" y="20144"/>
                    </a:cubicBezTo>
                    <a:cubicBezTo>
                      <a:pt x="20263" y="20144"/>
                      <a:pt x="8344" y="34327"/>
                      <a:pt x="8344" y="40049"/>
                    </a:cubicBezTo>
                    <a:cubicBezTo>
                      <a:pt x="8344" y="43863"/>
                      <a:pt x="3695" y="45055"/>
                      <a:pt x="0" y="46962"/>
                    </a:cubicBezTo>
                    <a:cubicBezTo>
                      <a:pt x="1705" y="48356"/>
                      <a:pt x="3254" y="49906"/>
                      <a:pt x="4649" y="51610"/>
                    </a:cubicBezTo>
                    <a:cubicBezTo>
                      <a:pt x="6794" y="54709"/>
                      <a:pt x="3695" y="62814"/>
                      <a:pt x="6675" y="69966"/>
                    </a:cubicBezTo>
                    <a:cubicBezTo>
                      <a:pt x="9655" y="77117"/>
                      <a:pt x="20024" y="65913"/>
                      <a:pt x="23123" y="76164"/>
                    </a:cubicBezTo>
                    <a:cubicBezTo>
                      <a:pt x="26222" y="86414"/>
                      <a:pt x="21097" y="91540"/>
                      <a:pt x="21097" y="101671"/>
                    </a:cubicBezTo>
                    <a:cubicBezTo>
                      <a:pt x="21097" y="111802"/>
                      <a:pt x="12873" y="110968"/>
                      <a:pt x="14899" y="120146"/>
                    </a:cubicBezTo>
                    <a:cubicBezTo>
                      <a:pt x="16925" y="129324"/>
                      <a:pt x="28249" y="118120"/>
                      <a:pt x="36354" y="111922"/>
                    </a:cubicBezTo>
                    <a:cubicBezTo>
                      <a:pt x="44459" y="105724"/>
                      <a:pt x="50657" y="106796"/>
                      <a:pt x="53756" y="110968"/>
                    </a:cubicBezTo>
                    <a:cubicBezTo>
                      <a:pt x="56855" y="115140"/>
                      <a:pt x="67105" y="111922"/>
                      <a:pt x="69131" y="106796"/>
                    </a:cubicBezTo>
                    <a:cubicBezTo>
                      <a:pt x="71158" y="101671"/>
                      <a:pt x="86534" y="99645"/>
                      <a:pt x="91659" y="105843"/>
                    </a:cubicBezTo>
                    <a:cubicBezTo>
                      <a:pt x="96391" y="112577"/>
                      <a:pt x="102232" y="118465"/>
                      <a:pt x="108942" y="123245"/>
                    </a:cubicBezTo>
                    <a:cubicBezTo>
                      <a:pt x="116213" y="127298"/>
                      <a:pt x="103936" y="149825"/>
                      <a:pt x="111087" y="151851"/>
                    </a:cubicBezTo>
                    <a:cubicBezTo>
                      <a:pt x="121291" y="156142"/>
                      <a:pt x="127786" y="166297"/>
                      <a:pt x="127417" y="177358"/>
                    </a:cubicBezTo>
                    <a:cubicBezTo>
                      <a:pt x="126582" y="187966"/>
                      <a:pt x="132423" y="195476"/>
                      <a:pt x="124318" y="204534"/>
                    </a:cubicBezTo>
                    <a:cubicBezTo>
                      <a:pt x="129323" y="207872"/>
                      <a:pt x="135402" y="207752"/>
                      <a:pt x="134568" y="211209"/>
                    </a:cubicBezTo>
                    <a:cubicBezTo>
                      <a:pt x="133734" y="214666"/>
                      <a:pt x="141720" y="213235"/>
                      <a:pt x="141720" y="205011"/>
                    </a:cubicBezTo>
                    <a:cubicBezTo>
                      <a:pt x="141720" y="196787"/>
                      <a:pt x="152924" y="197859"/>
                      <a:pt x="158049" y="199886"/>
                    </a:cubicBezTo>
                    <a:cubicBezTo>
                      <a:pt x="163925" y="201769"/>
                      <a:pt x="170362" y="200505"/>
                      <a:pt x="175094" y="196548"/>
                    </a:cubicBezTo>
                    <a:cubicBezTo>
                      <a:pt x="174582" y="193402"/>
                      <a:pt x="174343" y="190207"/>
                      <a:pt x="174379" y="187013"/>
                    </a:cubicBezTo>
                    <a:cubicBezTo>
                      <a:pt x="176190" y="178777"/>
                      <a:pt x="174545" y="170171"/>
                      <a:pt x="169849" y="163174"/>
                    </a:cubicBezTo>
                    <a:cubicBezTo>
                      <a:pt x="165320" y="158645"/>
                      <a:pt x="153162" y="154116"/>
                      <a:pt x="150064" y="144938"/>
                    </a:cubicBezTo>
                    <a:cubicBezTo>
                      <a:pt x="146964" y="135760"/>
                      <a:pt x="133376" y="126702"/>
                      <a:pt x="130397" y="119192"/>
                    </a:cubicBezTo>
                    <a:cubicBezTo>
                      <a:pt x="127417" y="111683"/>
                      <a:pt x="118597" y="103578"/>
                      <a:pt x="118597" y="97619"/>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93" name="Freeform: Shape 92">
                <a:extLst>
                  <a:ext uri="{FF2B5EF4-FFF2-40B4-BE49-F238E27FC236}">
                    <a16:creationId xmlns:a16="http://schemas.microsoft.com/office/drawing/2014/main" id="{9397912E-3568-477E-ABD2-B7D20F00C481}"/>
                  </a:ext>
                </a:extLst>
              </p:cNvPr>
              <p:cNvSpPr/>
              <p:nvPr/>
            </p:nvSpPr>
            <p:spPr>
              <a:xfrm>
                <a:off x="6576685" y="8117108"/>
                <a:ext cx="190300" cy="363128"/>
              </a:xfrm>
              <a:custGeom>
                <a:avLst/>
                <a:gdLst>
                  <a:gd name="connsiteX0" fmla="*/ 118477 w 190300"/>
                  <a:gd name="connsiteY0" fmla="*/ 191780 h 363128"/>
                  <a:gd name="connsiteX1" fmla="*/ 117405 w 190300"/>
                  <a:gd name="connsiteY1" fmla="*/ 170326 h 363128"/>
                  <a:gd name="connsiteX2" fmla="*/ 150183 w 190300"/>
                  <a:gd name="connsiteY2" fmla="*/ 153997 h 363128"/>
                  <a:gd name="connsiteX3" fmla="*/ 182841 w 190300"/>
                  <a:gd name="connsiteY3" fmla="*/ 154950 h 363128"/>
                  <a:gd name="connsiteX4" fmla="*/ 185941 w 190300"/>
                  <a:gd name="connsiteY4" fmla="*/ 157572 h 363128"/>
                  <a:gd name="connsiteX5" fmla="*/ 189039 w 190300"/>
                  <a:gd name="connsiteY5" fmla="*/ 130396 h 363128"/>
                  <a:gd name="connsiteX6" fmla="*/ 172710 w 190300"/>
                  <a:gd name="connsiteY6" fmla="*/ 104889 h 363128"/>
                  <a:gd name="connsiteX7" fmla="*/ 170564 w 190300"/>
                  <a:gd name="connsiteY7" fmla="*/ 76283 h 363128"/>
                  <a:gd name="connsiteX8" fmla="*/ 153281 w 190300"/>
                  <a:gd name="connsiteY8" fmla="*/ 58881 h 363128"/>
                  <a:gd name="connsiteX9" fmla="*/ 130754 w 190300"/>
                  <a:gd name="connsiteY9" fmla="*/ 59835 h 363128"/>
                  <a:gd name="connsiteX10" fmla="*/ 115378 w 190300"/>
                  <a:gd name="connsiteY10" fmla="*/ 64006 h 363128"/>
                  <a:gd name="connsiteX11" fmla="*/ 97977 w 190300"/>
                  <a:gd name="connsiteY11" fmla="*/ 64960 h 363128"/>
                  <a:gd name="connsiteX12" fmla="*/ 76522 w 190300"/>
                  <a:gd name="connsiteY12" fmla="*/ 73184 h 363128"/>
                  <a:gd name="connsiteX13" fmla="*/ 82720 w 190300"/>
                  <a:gd name="connsiteY13" fmla="*/ 54709 h 363128"/>
                  <a:gd name="connsiteX14" fmla="*/ 84746 w 190300"/>
                  <a:gd name="connsiteY14" fmla="*/ 29202 h 363128"/>
                  <a:gd name="connsiteX15" fmla="*/ 68298 w 190300"/>
                  <a:gd name="connsiteY15" fmla="*/ 23004 h 363128"/>
                  <a:gd name="connsiteX16" fmla="*/ 66271 w 190300"/>
                  <a:gd name="connsiteY16" fmla="*/ 4648 h 363128"/>
                  <a:gd name="connsiteX17" fmla="*/ 61623 w 190300"/>
                  <a:gd name="connsiteY17" fmla="*/ 0 h 363128"/>
                  <a:gd name="connsiteX18" fmla="*/ 57689 w 190300"/>
                  <a:gd name="connsiteY18" fmla="*/ 3457 h 363128"/>
                  <a:gd name="connsiteX19" fmla="*/ 35877 w 190300"/>
                  <a:gd name="connsiteY19" fmla="*/ 15376 h 363128"/>
                  <a:gd name="connsiteX20" fmla="*/ 17879 w 190300"/>
                  <a:gd name="connsiteY20" fmla="*/ 21097 h 363128"/>
                  <a:gd name="connsiteX21" fmla="*/ 4649 w 190300"/>
                  <a:gd name="connsiteY21" fmla="*/ 28606 h 363128"/>
                  <a:gd name="connsiteX22" fmla="*/ 0 w 190300"/>
                  <a:gd name="connsiteY22" fmla="*/ 66509 h 363128"/>
                  <a:gd name="connsiteX23" fmla="*/ 17879 w 190300"/>
                  <a:gd name="connsiteY23" fmla="*/ 88202 h 363128"/>
                  <a:gd name="connsiteX24" fmla="*/ 22647 w 190300"/>
                  <a:gd name="connsiteY24" fmla="*/ 104293 h 363128"/>
                  <a:gd name="connsiteX25" fmla="*/ 21693 w 190300"/>
                  <a:gd name="connsiteY25" fmla="*/ 115617 h 363128"/>
                  <a:gd name="connsiteX26" fmla="*/ 17879 w 190300"/>
                  <a:gd name="connsiteY26" fmla="*/ 132661 h 363128"/>
                  <a:gd name="connsiteX27" fmla="*/ 26461 w 190300"/>
                  <a:gd name="connsiteY27" fmla="*/ 158287 h 363128"/>
                  <a:gd name="connsiteX28" fmla="*/ 35877 w 190300"/>
                  <a:gd name="connsiteY28" fmla="*/ 187609 h 363128"/>
                  <a:gd name="connsiteX29" fmla="*/ 43506 w 190300"/>
                  <a:gd name="connsiteY29" fmla="*/ 205607 h 363128"/>
                  <a:gd name="connsiteX30" fmla="*/ 22885 w 190300"/>
                  <a:gd name="connsiteY30" fmla="*/ 245059 h 363128"/>
                  <a:gd name="connsiteX31" fmla="*/ 16210 w 190300"/>
                  <a:gd name="connsiteY31" fmla="*/ 280817 h 363128"/>
                  <a:gd name="connsiteX32" fmla="*/ 17641 w 190300"/>
                  <a:gd name="connsiteY32" fmla="*/ 302033 h 363128"/>
                  <a:gd name="connsiteX33" fmla="*/ 49107 w 190300"/>
                  <a:gd name="connsiteY33" fmla="*/ 332904 h 363128"/>
                  <a:gd name="connsiteX34" fmla="*/ 56259 w 190300"/>
                  <a:gd name="connsiteY34" fmla="*/ 344824 h 363128"/>
                  <a:gd name="connsiteX35" fmla="*/ 70205 w 190300"/>
                  <a:gd name="connsiteY35" fmla="*/ 345777 h 363128"/>
                  <a:gd name="connsiteX36" fmla="*/ 82124 w 190300"/>
                  <a:gd name="connsiteY36" fmla="*/ 359961 h 363128"/>
                  <a:gd name="connsiteX37" fmla="*/ 100956 w 190300"/>
                  <a:gd name="connsiteY37" fmla="*/ 362345 h 363128"/>
                  <a:gd name="connsiteX38" fmla="*/ 108346 w 190300"/>
                  <a:gd name="connsiteY38" fmla="*/ 352571 h 363128"/>
                  <a:gd name="connsiteX39" fmla="*/ 80813 w 190300"/>
                  <a:gd name="connsiteY39" fmla="*/ 336599 h 363128"/>
                  <a:gd name="connsiteX40" fmla="*/ 64126 w 190300"/>
                  <a:gd name="connsiteY40" fmla="*/ 309304 h 363128"/>
                  <a:gd name="connsiteX41" fmla="*/ 55305 w 190300"/>
                  <a:gd name="connsiteY41" fmla="*/ 287015 h 363128"/>
                  <a:gd name="connsiteX42" fmla="*/ 40048 w 190300"/>
                  <a:gd name="connsiteY42" fmla="*/ 275096 h 363128"/>
                  <a:gd name="connsiteX43" fmla="*/ 42910 w 190300"/>
                  <a:gd name="connsiteY43" fmla="*/ 236835 h 363128"/>
                  <a:gd name="connsiteX44" fmla="*/ 56021 w 190300"/>
                  <a:gd name="connsiteY44" fmla="*/ 187966 h 363128"/>
                  <a:gd name="connsiteX45" fmla="*/ 76164 w 190300"/>
                  <a:gd name="connsiteY45" fmla="*/ 182007 h 363128"/>
                  <a:gd name="connsiteX46" fmla="*/ 94282 w 190300"/>
                  <a:gd name="connsiteY46" fmla="*/ 196548 h 363128"/>
                  <a:gd name="connsiteX47" fmla="*/ 119788 w 190300"/>
                  <a:gd name="connsiteY47" fmla="*/ 210017 h 363128"/>
                  <a:gd name="connsiteX48" fmla="*/ 121457 w 190300"/>
                  <a:gd name="connsiteY48" fmla="*/ 210732 h 363128"/>
                  <a:gd name="connsiteX49" fmla="*/ 121457 w 190300"/>
                  <a:gd name="connsiteY49" fmla="*/ 210017 h 363128"/>
                  <a:gd name="connsiteX50" fmla="*/ 118477 w 190300"/>
                  <a:gd name="connsiteY50" fmla="*/ 191780 h 36312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Lst>
                <a:rect l="l" t="t" r="r" b="b"/>
                <a:pathLst>
                  <a:path w="190300" h="363128">
                    <a:moveTo>
                      <a:pt x="118477" y="191780"/>
                    </a:moveTo>
                    <a:cubicBezTo>
                      <a:pt x="118477" y="181530"/>
                      <a:pt x="108227" y="181530"/>
                      <a:pt x="117405" y="170326"/>
                    </a:cubicBezTo>
                    <a:cubicBezTo>
                      <a:pt x="126582" y="159122"/>
                      <a:pt x="141243" y="150898"/>
                      <a:pt x="150183" y="153997"/>
                    </a:cubicBezTo>
                    <a:cubicBezTo>
                      <a:pt x="159122" y="157096"/>
                      <a:pt x="177836" y="148871"/>
                      <a:pt x="182841" y="154950"/>
                    </a:cubicBezTo>
                    <a:cubicBezTo>
                      <a:pt x="183723" y="155987"/>
                      <a:pt x="184772" y="156869"/>
                      <a:pt x="185941" y="157572"/>
                    </a:cubicBezTo>
                    <a:cubicBezTo>
                      <a:pt x="194046" y="148514"/>
                      <a:pt x="188205" y="141005"/>
                      <a:pt x="189039" y="130396"/>
                    </a:cubicBezTo>
                    <a:cubicBezTo>
                      <a:pt x="189409" y="119335"/>
                      <a:pt x="182913" y="109180"/>
                      <a:pt x="172710" y="104889"/>
                    </a:cubicBezTo>
                    <a:cubicBezTo>
                      <a:pt x="165558" y="102863"/>
                      <a:pt x="177836" y="80336"/>
                      <a:pt x="170564" y="76283"/>
                    </a:cubicBezTo>
                    <a:cubicBezTo>
                      <a:pt x="163854" y="71504"/>
                      <a:pt x="158014" y="65615"/>
                      <a:pt x="153281" y="58881"/>
                    </a:cubicBezTo>
                    <a:cubicBezTo>
                      <a:pt x="148156" y="52683"/>
                      <a:pt x="132781" y="54829"/>
                      <a:pt x="130754" y="59835"/>
                    </a:cubicBezTo>
                    <a:cubicBezTo>
                      <a:pt x="128728" y="64841"/>
                      <a:pt x="118835" y="68059"/>
                      <a:pt x="115378" y="64006"/>
                    </a:cubicBezTo>
                    <a:cubicBezTo>
                      <a:pt x="111922" y="59954"/>
                      <a:pt x="106201" y="58881"/>
                      <a:pt x="97977" y="64960"/>
                    </a:cubicBezTo>
                    <a:cubicBezTo>
                      <a:pt x="89752" y="71039"/>
                      <a:pt x="78548" y="82362"/>
                      <a:pt x="76522" y="73184"/>
                    </a:cubicBezTo>
                    <a:cubicBezTo>
                      <a:pt x="74495" y="64006"/>
                      <a:pt x="82720" y="64960"/>
                      <a:pt x="82720" y="54709"/>
                    </a:cubicBezTo>
                    <a:cubicBezTo>
                      <a:pt x="82720" y="44459"/>
                      <a:pt x="87845" y="39453"/>
                      <a:pt x="84746" y="29202"/>
                    </a:cubicBezTo>
                    <a:cubicBezTo>
                      <a:pt x="81647" y="18952"/>
                      <a:pt x="71396" y="30156"/>
                      <a:pt x="68298" y="23004"/>
                    </a:cubicBezTo>
                    <a:cubicBezTo>
                      <a:pt x="65199" y="15853"/>
                      <a:pt x="68298" y="7747"/>
                      <a:pt x="66271" y="4648"/>
                    </a:cubicBezTo>
                    <a:cubicBezTo>
                      <a:pt x="64876" y="2944"/>
                      <a:pt x="63327" y="1395"/>
                      <a:pt x="61623" y="0"/>
                    </a:cubicBezTo>
                    <a:cubicBezTo>
                      <a:pt x="59918" y="608"/>
                      <a:pt x="58512" y="1847"/>
                      <a:pt x="57689" y="3457"/>
                    </a:cubicBezTo>
                    <a:cubicBezTo>
                      <a:pt x="55782" y="8224"/>
                      <a:pt x="39691" y="9178"/>
                      <a:pt x="35877" y="15376"/>
                    </a:cubicBezTo>
                    <a:cubicBezTo>
                      <a:pt x="32063" y="21574"/>
                      <a:pt x="20739" y="21097"/>
                      <a:pt x="17879" y="21097"/>
                    </a:cubicBezTo>
                    <a:cubicBezTo>
                      <a:pt x="15018" y="21097"/>
                      <a:pt x="5960" y="22051"/>
                      <a:pt x="4649" y="28606"/>
                    </a:cubicBezTo>
                    <a:cubicBezTo>
                      <a:pt x="3338" y="35162"/>
                      <a:pt x="0" y="61742"/>
                      <a:pt x="0" y="66509"/>
                    </a:cubicBezTo>
                    <a:cubicBezTo>
                      <a:pt x="3779" y="75294"/>
                      <a:pt x="9988" y="82815"/>
                      <a:pt x="17879" y="88202"/>
                    </a:cubicBezTo>
                    <a:cubicBezTo>
                      <a:pt x="22647" y="90109"/>
                      <a:pt x="16926" y="101433"/>
                      <a:pt x="22647" y="104293"/>
                    </a:cubicBezTo>
                    <a:cubicBezTo>
                      <a:pt x="28368" y="107154"/>
                      <a:pt x="24554" y="116213"/>
                      <a:pt x="21693" y="115617"/>
                    </a:cubicBezTo>
                    <a:cubicBezTo>
                      <a:pt x="18833" y="115021"/>
                      <a:pt x="23601" y="127536"/>
                      <a:pt x="17879" y="132661"/>
                    </a:cubicBezTo>
                    <a:cubicBezTo>
                      <a:pt x="12158" y="137786"/>
                      <a:pt x="16926" y="149706"/>
                      <a:pt x="26461" y="158287"/>
                    </a:cubicBezTo>
                    <a:cubicBezTo>
                      <a:pt x="33636" y="166273"/>
                      <a:pt x="37057" y="176941"/>
                      <a:pt x="35877" y="187609"/>
                    </a:cubicBezTo>
                    <a:cubicBezTo>
                      <a:pt x="35877" y="195118"/>
                      <a:pt x="43506" y="196071"/>
                      <a:pt x="43506" y="205607"/>
                    </a:cubicBezTo>
                    <a:cubicBezTo>
                      <a:pt x="43506" y="205607"/>
                      <a:pt x="31586" y="246847"/>
                      <a:pt x="22885" y="245059"/>
                    </a:cubicBezTo>
                    <a:cubicBezTo>
                      <a:pt x="20978" y="255310"/>
                      <a:pt x="18475" y="271520"/>
                      <a:pt x="16210" y="280817"/>
                    </a:cubicBezTo>
                    <a:cubicBezTo>
                      <a:pt x="13349" y="291783"/>
                      <a:pt x="11204" y="301318"/>
                      <a:pt x="17641" y="302033"/>
                    </a:cubicBezTo>
                    <a:cubicBezTo>
                      <a:pt x="24077" y="302749"/>
                      <a:pt x="36711" y="317290"/>
                      <a:pt x="49107" y="332904"/>
                    </a:cubicBezTo>
                    <a:cubicBezTo>
                      <a:pt x="52027" y="336528"/>
                      <a:pt x="54424" y="340544"/>
                      <a:pt x="56259" y="344824"/>
                    </a:cubicBezTo>
                    <a:cubicBezTo>
                      <a:pt x="60931" y="344621"/>
                      <a:pt x="65604" y="344943"/>
                      <a:pt x="70205" y="345777"/>
                    </a:cubicBezTo>
                    <a:cubicBezTo>
                      <a:pt x="77201" y="346802"/>
                      <a:pt x="82314" y="352893"/>
                      <a:pt x="82124" y="359961"/>
                    </a:cubicBezTo>
                    <a:cubicBezTo>
                      <a:pt x="82124" y="364609"/>
                      <a:pt x="97977" y="362941"/>
                      <a:pt x="100956" y="362345"/>
                    </a:cubicBezTo>
                    <a:cubicBezTo>
                      <a:pt x="103936" y="361749"/>
                      <a:pt x="100361" y="355193"/>
                      <a:pt x="108346" y="352571"/>
                    </a:cubicBezTo>
                    <a:cubicBezTo>
                      <a:pt x="101481" y="344001"/>
                      <a:pt x="91659" y="338316"/>
                      <a:pt x="80813" y="336599"/>
                    </a:cubicBezTo>
                    <a:cubicBezTo>
                      <a:pt x="68894" y="335526"/>
                      <a:pt x="63053" y="317409"/>
                      <a:pt x="64126" y="309304"/>
                    </a:cubicBezTo>
                    <a:cubicBezTo>
                      <a:pt x="65199" y="301199"/>
                      <a:pt x="55305" y="294048"/>
                      <a:pt x="55305" y="287015"/>
                    </a:cubicBezTo>
                    <a:cubicBezTo>
                      <a:pt x="55305" y="279983"/>
                      <a:pt x="48154" y="279506"/>
                      <a:pt x="40048" y="275096"/>
                    </a:cubicBezTo>
                    <a:cubicBezTo>
                      <a:pt x="31943" y="270686"/>
                      <a:pt x="41837" y="247205"/>
                      <a:pt x="42910" y="236835"/>
                    </a:cubicBezTo>
                    <a:cubicBezTo>
                      <a:pt x="43982" y="226465"/>
                      <a:pt x="60907" y="197144"/>
                      <a:pt x="56021" y="187966"/>
                    </a:cubicBezTo>
                    <a:cubicBezTo>
                      <a:pt x="51134" y="178789"/>
                      <a:pt x="73304" y="171756"/>
                      <a:pt x="76164" y="182007"/>
                    </a:cubicBezTo>
                    <a:cubicBezTo>
                      <a:pt x="79025" y="192257"/>
                      <a:pt x="80098" y="197144"/>
                      <a:pt x="94282" y="196548"/>
                    </a:cubicBezTo>
                    <a:cubicBezTo>
                      <a:pt x="108466" y="195952"/>
                      <a:pt x="108466" y="206799"/>
                      <a:pt x="119788" y="210017"/>
                    </a:cubicBezTo>
                    <a:cubicBezTo>
                      <a:pt x="120361" y="210208"/>
                      <a:pt x="120921" y="210446"/>
                      <a:pt x="121457" y="210732"/>
                    </a:cubicBezTo>
                    <a:cubicBezTo>
                      <a:pt x="121386" y="210494"/>
                      <a:pt x="121386" y="210255"/>
                      <a:pt x="121457" y="210017"/>
                    </a:cubicBezTo>
                    <a:cubicBezTo>
                      <a:pt x="124556" y="202031"/>
                      <a:pt x="118477" y="202031"/>
                      <a:pt x="118477" y="191780"/>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94" name="Freeform: Shape 93">
                <a:extLst>
                  <a:ext uri="{FF2B5EF4-FFF2-40B4-BE49-F238E27FC236}">
                    <a16:creationId xmlns:a16="http://schemas.microsoft.com/office/drawing/2014/main" id="{A6FDD915-5E5E-4880-B39D-8A7C6AEC26EA}"/>
                  </a:ext>
                </a:extLst>
              </p:cNvPr>
              <p:cNvSpPr/>
              <p:nvPr/>
            </p:nvSpPr>
            <p:spPr>
              <a:xfrm>
                <a:off x="4640487" y="7441461"/>
                <a:ext cx="85189" cy="81115"/>
              </a:xfrm>
              <a:custGeom>
                <a:avLst/>
                <a:gdLst>
                  <a:gd name="connsiteX0" fmla="*/ 63566 w 85189"/>
                  <a:gd name="connsiteY0" fmla="*/ 73606 h 81115"/>
                  <a:gd name="connsiteX1" fmla="*/ 81683 w 85189"/>
                  <a:gd name="connsiteY1" fmla="*/ 47026 h 81115"/>
                  <a:gd name="connsiteX2" fmla="*/ 84663 w 85189"/>
                  <a:gd name="connsiteY2" fmla="*/ 14964 h 81115"/>
                  <a:gd name="connsiteX3" fmla="*/ 62970 w 85189"/>
                  <a:gd name="connsiteY3" fmla="*/ 3998 h 81115"/>
                  <a:gd name="connsiteX4" fmla="*/ 26021 w 85189"/>
                  <a:gd name="connsiteY4" fmla="*/ 303 h 81115"/>
                  <a:gd name="connsiteX5" fmla="*/ 10645 w 85189"/>
                  <a:gd name="connsiteY5" fmla="*/ 3521 h 81115"/>
                  <a:gd name="connsiteX6" fmla="*/ 1193 w 85189"/>
                  <a:gd name="connsiteY6" fmla="*/ 5261 h 81115"/>
                  <a:gd name="connsiteX7" fmla="*/ 37 w 85189"/>
                  <a:gd name="connsiteY7" fmla="*/ 9838 h 81115"/>
                  <a:gd name="connsiteX8" fmla="*/ 11122 w 85189"/>
                  <a:gd name="connsiteY8" fmla="*/ 26287 h 81115"/>
                  <a:gd name="connsiteX9" fmla="*/ 30788 w 85189"/>
                  <a:gd name="connsiteY9" fmla="*/ 50125 h 81115"/>
                  <a:gd name="connsiteX10" fmla="*/ 50217 w 85189"/>
                  <a:gd name="connsiteY10" fmla="*/ 71938 h 81115"/>
                  <a:gd name="connsiteX11" fmla="*/ 62136 w 85189"/>
                  <a:gd name="connsiteY11" fmla="*/ 81115 h 81115"/>
                  <a:gd name="connsiteX12" fmla="*/ 63566 w 85189"/>
                  <a:gd name="connsiteY12" fmla="*/ 73606 h 811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Lst>
                <a:rect l="l" t="t" r="r" b="b"/>
                <a:pathLst>
                  <a:path w="85189" h="81115">
                    <a:moveTo>
                      <a:pt x="63566" y="73606"/>
                    </a:moveTo>
                    <a:cubicBezTo>
                      <a:pt x="66725" y="63094"/>
                      <a:pt x="73054" y="53808"/>
                      <a:pt x="81683" y="47026"/>
                    </a:cubicBezTo>
                    <a:cubicBezTo>
                      <a:pt x="84782" y="47026"/>
                      <a:pt x="85974" y="25929"/>
                      <a:pt x="84663" y="14964"/>
                    </a:cubicBezTo>
                    <a:cubicBezTo>
                      <a:pt x="78000" y="10267"/>
                      <a:pt x="70694" y="6572"/>
                      <a:pt x="62970" y="3998"/>
                    </a:cubicBezTo>
                    <a:cubicBezTo>
                      <a:pt x="50586" y="3581"/>
                      <a:pt x="38238" y="2341"/>
                      <a:pt x="26021" y="303"/>
                    </a:cubicBezTo>
                    <a:cubicBezTo>
                      <a:pt x="20657" y="-1723"/>
                      <a:pt x="15412" y="7216"/>
                      <a:pt x="10645" y="3521"/>
                    </a:cubicBezTo>
                    <a:cubicBezTo>
                      <a:pt x="7558" y="1388"/>
                      <a:pt x="3326" y="2174"/>
                      <a:pt x="1193" y="5261"/>
                    </a:cubicBezTo>
                    <a:cubicBezTo>
                      <a:pt x="275" y="6596"/>
                      <a:pt x="-130" y="8229"/>
                      <a:pt x="37" y="9838"/>
                    </a:cubicBezTo>
                    <a:cubicBezTo>
                      <a:pt x="1109" y="15202"/>
                      <a:pt x="11122" y="18301"/>
                      <a:pt x="11122" y="26287"/>
                    </a:cubicBezTo>
                    <a:cubicBezTo>
                      <a:pt x="11122" y="34273"/>
                      <a:pt x="31265" y="45834"/>
                      <a:pt x="30788" y="50125"/>
                    </a:cubicBezTo>
                    <a:cubicBezTo>
                      <a:pt x="30311" y="54416"/>
                      <a:pt x="42707" y="61091"/>
                      <a:pt x="50217" y="71938"/>
                    </a:cubicBezTo>
                    <a:cubicBezTo>
                      <a:pt x="54364" y="74763"/>
                      <a:pt x="58346" y="77826"/>
                      <a:pt x="62136" y="81115"/>
                    </a:cubicBezTo>
                    <a:cubicBezTo>
                      <a:pt x="63006" y="78708"/>
                      <a:pt x="63483" y="76169"/>
                      <a:pt x="63566" y="73606"/>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95" name="Freeform: Shape 94">
                <a:extLst>
                  <a:ext uri="{FF2B5EF4-FFF2-40B4-BE49-F238E27FC236}">
                    <a16:creationId xmlns:a16="http://schemas.microsoft.com/office/drawing/2014/main" id="{93CEAA98-ECF7-4477-B3F6-3F4B49009DFB}"/>
                  </a:ext>
                </a:extLst>
              </p:cNvPr>
              <p:cNvSpPr/>
              <p:nvPr/>
            </p:nvSpPr>
            <p:spPr>
              <a:xfrm>
                <a:off x="4597495" y="7401715"/>
                <a:ext cx="128131" cy="112398"/>
              </a:xfrm>
              <a:custGeom>
                <a:avLst/>
                <a:gdLst>
                  <a:gd name="connsiteX0" fmla="*/ 74257 w 128131"/>
                  <a:gd name="connsiteY0" fmla="*/ 89871 h 112398"/>
                  <a:gd name="connsiteX1" fmla="*/ 54590 w 128131"/>
                  <a:gd name="connsiteY1" fmla="*/ 66033 h 112398"/>
                  <a:gd name="connsiteX2" fmla="*/ 43505 w 128131"/>
                  <a:gd name="connsiteY2" fmla="*/ 49584 h 112398"/>
                  <a:gd name="connsiteX3" fmla="*/ 49536 w 128131"/>
                  <a:gd name="connsiteY3" fmla="*/ 42111 h 112398"/>
                  <a:gd name="connsiteX4" fmla="*/ 54113 w 128131"/>
                  <a:gd name="connsiteY4" fmla="*/ 43267 h 112398"/>
                  <a:gd name="connsiteX5" fmla="*/ 69489 w 128131"/>
                  <a:gd name="connsiteY5" fmla="*/ 40049 h 112398"/>
                  <a:gd name="connsiteX6" fmla="*/ 106439 w 128131"/>
                  <a:gd name="connsiteY6" fmla="*/ 43744 h 112398"/>
                  <a:gd name="connsiteX7" fmla="*/ 128132 w 128131"/>
                  <a:gd name="connsiteY7" fmla="*/ 54709 h 112398"/>
                  <a:gd name="connsiteX8" fmla="*/ 126940 w 128131"/>
                  <a:gd name="connsiteY8" fmla="*/ 49584 h 112398"/>
                  <a:gd name="connsiteX9" fmla="*/ 119431 w 128131"/>
                  <a:gd name="connsiteY9" fmla="*/ 32420 h 112398"/>
                  <a:gd name="connsiteX10" fmla="*/ 113113 w 128131"/>
                  <a:gd name="connsiteY10" fmla="*/ 17998 h 112398"/>
                  <a:gd name="connsiteX11" fmla="*/ 104889 w 128131"/>
                  <a:gd name="connsiteY11" fmla="*/ 20382 h 112398"/>
                  <a:gd name="connsiteX12" fmla="*/ 80336 w 128131"/>
                  <a:gd name="connsiteY12" fmla="*/ 14780 h 112398"/>
                  <a:gd name="connsiteX13" fmla="*/ 60431 w 128131"/>
                  <a:gd name="connsiteY13" fmla="*/ 0 h 112398"/>
                  <a:gd name="connsiteX14" fmla="*/ 46008 w 128131"/>
                  <a:gd name="connsiteY14" fmla="*/ 9535 h 112398"/>
                  <a:gd name="connsiteX15" fmla="*/ 40168 w 128131"/>
                  <a:gd name="connsiteY15" fmla="*/ 21455 h 112398"/>
                  <a:gd name="connsiteX16" fmla="*/ 31705 w 128131"/>
                  <a:gd name="connsiteY16" fmla="*/ 32063 h 112398"/>
                  <a:gd name="connsiteX17" fmla="*/ 16806 w 128131"/>
                  <a:gd name="connsiteY17" fmla="*/ 32063 h 112398"/>
                  <a:gd name="connsiteX18" fmla="*/ 0 w 128131"/>
                  <a:gd name="connsiteY18" fmla="*/ 35281 h 112398"/>
                  <a:gd name="connsiteX19" fmla="*/ 4291 w 128131"/>
                  <a:gd name="connsiteY19" fmla="*/ 45532 h 112398"/>
                  <a:gd name="connsiteX20" fmla="*/ 22646 w 128131"/>
                  <a:gd name="connsiteY20" fmla="*/ 53279 h 112398"/>
                  <a:gd name="connsiteX21" fmla="*/ 43863 w 128131"/>
                  <a:gd name="connsiteY21" fmla="*/ 87010 h 112398"/>
                  <a:gd name="connsiteX22" fmla="*/ 63053 w 128131"/>
                  <a:gd name="connsiteY22" fmla="*/ 97261 h 112398"/>
                  <a:gd name="connsiteX23" fmla="*/ 83673 w 128131"/>
                  <a:gd name="connsiteY23" fmla="*/ 108227 h 112398"/>
                  <a:gd name="connsiteX24" fmla="*/ 93685 w 128131"/>
                  <a:gd name="connsiteY24" fmla="*/ 112398 h 112398"/>
                  <a:gd name="connsiteX25" fmla="*/ 74257 w 128131"/>
                  <a:gd name="connsiteY25" fmla="*/ 89871 h 1123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28131" h="112398">
                    <a:moveTo>
                      <a:pt x="74257" y="89871"/>
                    </a:moveTo>
                    <a:cubicBezTo>
                      <a:pt x="74257" y="85580"/>
                      <a:pt x="54590" y="73899"/>
                      <a:pt x="54590" y="66033"/>
                    </a:cubicBezTo>
                    <a:cubicBezTo>
                      <a:pt x="54590" y="58166"/>
                      <a:pt x="44578" y="54948"/>
                      <a:pt x="43505" y="49584"/>
                    </a:cubicBezTo>
                    <a:cubicBezTo>
                      <a:pt x="43112" y="45853"/>
                      <a:pt x="45806" y="42504"/>
                      <a:pt x="49536" y="42111"/>
                    </a:cubicBezTo>
                    <a:cubicBezTo>
                      <a:pt x="51157" y="41932"/>
                      <a:pt x="52779" y="42349"/>
                      <a:pt x="54113" y="43267"/>
                    </a:cubicBezTo>
                    <a:cubicBezTo>
                      <a:pt x="58881" y="46962"/>
                      <a:pt x="64126" y="38022"/>
                      <a:pt x="69489" y="40049"/>
                    </a:cubicBezTo>
                    <a:cubicBezTo>
                      <a:pt x="81707" y="42087"/>
                      <a:pt x="94055" y="43327"/>
                      <a:pt x="106439" y="43744"/>
                    </a:cubicBezTo>
                    <a:cubicBezTo>
                      <a:pt x="114163" y="46318"/>
                      <a:pt x="121481" y="50013"/>
                      <a:pt x="128132" y="54709"/>
                    </a:cubicBezTo>
                    <a:cubicBezTo>
                      <a:pt x="128037" y="52945"/>
                      <a:pt x="127631" y="51217"/>
                      <a:pt x="126940" y="49584"/>
                    </a:cubicBezTo>
                    <a:cubicBezTo>
                      <a:pt x="124199" y="42909"/>
                      <a:pt x="126940" y="35281"/>
                      <a:pt x="119431" y="32420"/>
                    </a:cubicBezTo>
                    <a:cubicBezTo>
                      <a:pt x="115497" y="30990"/>
                      <a:pt x="113829" y="24196"/>
                      <a:pt x="113113" y="17998"/>
                    </a:cubicBezTo>
                    <a:lnTo>
                      <a:pt x="104889" y="20382"/>
                    </a:lnTo>
                    <a:cubicBezTo>
                      <a:pt x="96284" y="22527"/>
                      <a:pt x="87165" y="20442"/>
                      <a:pt x="80336" y="14780"/>
                    </a:cubicBezTo>
                    <a:cubicBezTo>
                      <a:pt x="74388" y="8987"/>
                      <a:pt x="67701" y="4017"/>
                      <a:pt x="60431" y="0"/>
                    </a:cubicBezTo>
                    <a:cubicBezTo>
                      <a:pt x="56247" y="4029"/>
                      <a:pt x="51360" y="7259"/>
                      <a:pt x="46008" y="9535"/>
                    </a:cubicBezTo>
                    <a:cubicBezTo>
                      <a:pt x="41837" y="10131"/>
                      <a:pt x="44459" y="21455"/>
                      <a:pt x="40168" y="21455"/>
                    </a:cubicBezTo>
                    <a:cubicBezTo>
                      <a:pt x="35877" y="21455"/>
                      <a:pt x="32778" y="28964"/>
                      <a:pt x="31705" y="32063"/>
                    </a:cubicBezTo>
                    <a:cubicBezTo>
                      <a:pt x="30633" y="35162"/>
                      <a:pt x="21097" y="30037"/>
                      <a:pt x="16806" y="32063"/>
                    </a:cubicBezTo>
                    <a:cubicBezTo>
                      <a:pt x="11287" y="33541"/>
                      <a:pt x="5674" y="34614"/>
                      <a:pt x="0" y="35281"/>
                    </a:cubicBezTo>
                    <a:cubicBezTo>
                      <a:pt x="715" y="40168"/>
                      <a:pt x="0" y="45532"/>
                      <a:pt x="4291" y="45532"/>
                    </a:cubicBezTo>
                    <a:cubicBezTo>
                      <a:pt x="10608" y="45532"/>
                      <a:pt x="22289" y="44816"/>
                      <a:pt x="22646" y="53279"/>
                    </a:cubicBezTo>
                    <a:cubicBezTo>
                      <a:pt x="23004" y="61742"/>
                      <a:pt x="38261" y="80574"/>
                      <a:pt x="43863" y="87010"/>
                    </a:cubicBezTo>
                    <a:cubicBezTo>
                      <a:pt x="49465" y="93447"/>
                      <a:pt x="62338" y="92017"/>
                      <a:pt x="63053" y="97261"/>
                    </a:cubicBezTo>
                    <a:cubicBezTo>
                      <a:pt x="63768" y="102506"/>
                      <a:pt x="72946" y="107512"/>
                      <a:pt x="83673" y="108227"/>
                    </a:cubicBezTo>
                    <a:cubicBezTo>
                      <a:pt x="87273" y="108870"/>
                      <a:pt x="90694" y="110301"/>
                      <a:pt x="93685" y="112398"/>
                    </a:cubicBezTo>
                    <a:cubicBezTo>
                      <a:pt x="86295" y="100837"/>
                      <a:pt x="73899" y="92851"/>
                      <a:pt x="74257" y="89871"/>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96" name="Freeform: Shape 95">
                <a:extLst>
                  <a:ext uri="{FF2B5EF4-FFF2-40B4-BE49-F238E27FC236}">
                    <a16:creationId xmlns:a16="http://schemas.microsoft.com/office/drawing/2014/main" id="{166B46F7-35AC-47BA-AC99-AAA40BFF44C1}"/>
                  </a:ext>
                </a:extLst>
              </p:cNvPr>
              <p:cNvSpPr/>
              <p:nvPr/>
            </p:nvSpPr>
            <p:spPr>
              <a:xfrm>
                <a:off x="4720860" y="7518405"/>
                <a:ext cx="43862" cy="88202"/>
              </a:xfrm>
              <a:custGeom>
                <a:avLst/>
                <a:gdLst>
                  <a:gd name="connsiteX0" fmla="*/ 29560 w 43862"/>
                  <a:gd name="connsiteY0" fmla="*/ 75091 h 88202"/>
                  <a:gd name="connsiteX1" fmla="*/ 35400 w 43862"/>
                  <a:gd name="connsiteY1" fmla="*/ 66152 h 88202"/>
                  <a:gd name="connsiteX2" fmla="*/ 43863 w 43862"/>
                  <a:gd name="connsiteY2" fmla="*/ 52325 h 88202"/>
                  <a:gd name="connsiteX3" fmla="*/ 43863 w 43862"/>
                  <a:gd name="connsiteY3" fmla="*/ 51610 h 88202"/>
                  <a:gd name="connsiteX4" fmla="*/ 30036 w 43862"/>
                  <a:gd name="connsiteY4" fmla="*/ 36830 h 88202"/>
                  <a:gd name="connsiteX5" fmla="*/ 32659 w 43862"/>
                  <a:gd name="connsiteY5" fmla="*/ 11919 h 88202"/>
                  <a:gd name="connsiteX6" fmla="*/ 11919 w 43862"/>
                  <a:gd name="connsiteY6" fmla="*/ 0 h 88202"/>
                  <a:gd name="connsiteX7" fmla="*/ 0 w 43862"/>
                  <a:gd name="connsiteY7" fmla="*/ 17164 h 88202"/>
                  <a:gd name="connsiteX8" fmla="*/ 6555 w 43862"/>
                  <a:gd name="connsiteY8" fmla="*/ 32063 h 88202"/>
                  <a:gd name="connsiteX9" fmla="*/ 5840 w 43862"/>
                  <a:gd name="connsiteY9" fmla="*/ 67820 h 88202"/>
                  <a:gd name="connsiteX10" fmla="*/ 21812 w 43862"/>
                  <a:gd name="connsiteY10" fmla="*/ 88202 h 88202"/>
                  <a:gd name="connsiteX11" fmla="*/ 29560 w 43862"/>
                  <a:gd name="connsiteY11" fmla="*/ 75091 h 8820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43862" h="88202">
                    <a:moveTo>
                      <a:pt x="29560" y="75091"/>
                    </a:moveTo>
                    <a:cubicBezTo>
                      <a:pt x="34804" y="74138"/>
                      <a:pt x="31586" y="69847"/>
                      <a:pt x="35400" y="66152"/>
                    </a:cubicBezTo>
                    <a:cubicBezTo>
                      <a:pt x="39095" y="62135"/>
                      <a:pt x="41968" y="57439"/>
                      <a:pt x="43863" y="52325"/>
                    </a:cubicBezTo>
                    <a:cubicBezTo>
                      <a:pt x="43803" y="52087"/>
                      <a:pt x="43803" y="51849"/>
                      <a:pt x="43863" y="51610"/>
                    </a:cubicBezTo>
                    <a:cubicBezTo>
                      <a:pt x="36711" y="46247"/>
                      <a:pt x="31943" y="42313"/>
                      <a:pt x="30036" y="36830"/>
                    </a:cubicBezTo>
                    <a:cubicBezTo>
                      <a:pt x="28940" y="28439"/>
                      <a:pt x="29846" y="19905"/>
                      <a:pt x="32659" y="11919"/>
                    </a:cubicBezTo>
                    <a:cubicBezTo>
                      <a:pt x="26413" y="6877"/>
                      <a:pt x="19416" y="2861"/>
                      <a:pt x="11919" y="0"/>
                    </a:cubicBezTo>
                    <a:cubicBezTo>
                      <a:pt x="7986" y="0"/>
                      <a:pt x="1907" y="8701"/>
                      <a:pt x="0" y="17164"/>
                    </a:cubicBezTo>
                    <a:cubicBezTo>
                      <a:pt x="9297" y="22050"/>
                      <a:pt x="12992" y="25626"/>
                      <a:pt x="6555" y="32063"/>
                    </a:cubicBezTo>
                    <a:cubicBezTo>
                      <a:pt x="119" y="38499"/>
                      <a:pt x="-1550" y="61503"/>
                      <a:pt x="5840" y="67820"/>
                    </a:cubicBezTo>
                    <a:cubicBezTo>
                      <a:pt x="13230" y="74138"/>
                      <a:pt x="14899" y="84984"/>
                      <a:pt x="21812" y="88202"/>
                    </a:cubicBezTo>
                    <a:cubicBezTo>
                      <a:pt x="24554" y="82839"/>
                      <a:pt x="25984" y="75925"/>
                      <a:pt x="29560" y="75091"/>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97" name="Freeform: Shape 96">
                <a:extLst>
                  <a:ext uri="{FF2B5EF4-FFF2-40B4-BE49-F238E27FC236}">
                    <a16:creationId xmlns:a16="http://schemas.microsoft.com/office/drawing/2014/main" id="{095A4CA7-C54E-4C5F-A966-8F714083B335}"/>
                  </a:ext>
                </a:extLst>
              </p:cNvPr>
              <p:cNvSpPr/>
              <p:nvPr/>
            </p:nvSpPr>
            <p:spPr>
              <a:xfrm>
                <a:off x="4038089" y="7533718"/>
                <a:ext cx="80015" cy="146272"/>
              </a:xfrm>
              <a:custGeom>
                <a:avLst/>
                <a:gdLst>
                  <a:gd name="connsiteX0" fmla="*/ 59871 w 80015"/>
                  <a:gd name="connsiteY0" fmla="*/ 119732 h 146272"/>
                  <a:gd name="connsiteX1" fmla="*/ 54627 w 80015"/>
                  <a:gd name="connsiteY1" fmla="*/ 107813 h 146272"/>
                  <a:gd name="connsiteX2" fmla="*/ 60706 w 80015"/>
                  <a:gd name="connsiteY2" fmla="*/ 94821 h 146272"/>
                  <a:gd name="connsiteX3" fmla="*/ 53793 w 80015"/>
                  <a:gd name="connsiteY3" fmla="*/ 81948 h 146272"/>
                  <a:gd name="connsiteX4" fmla="*/ 59871 w 80015"/>
                  <a:gd name="connsiteY4" fmla="*/ 72413 h 146272"/>
                  <a:gd name="connsiteX5" fmla="*/ 64162 w 80015"/>
                  <a:gd name="connsiteY5" fmla="*/ 56083 h 146272"/>
                  <a:gd name="connsiteX6" fmla="*/ 62374 w 80015"/>
                  <a:gd name="connsiteY6" fmla="*/ 33675 h 146272"/>
                  <a:gd name="connsiteX7" fmla="*/ 77989 w 80015"/>
                  <a:gd name="connsiteY7" fmla="*/ 19849 h 146272"/>
                  <a:gd name="connsiteX8" fmla="*/ 71910 w 80015"/>
                  <a:gd name="connsiteY8" fmla="*/ 10313 h 146272"/>
                  <a:gd name="connsiteX9" fmla="*/ 57249 w 80015"/>
                  <a:gd name="connsiteY9" fmla="*/ 7810 h 146272"/>
                  <a:gd name="connsiteX10" fmla="*/ 47833 w 80015"/>
                  <a:gd name="connsiteY10" fmla="*/ 7810 h 146272"/>
                  <a:gd name="connsiteX11" fmla="*/ 33053 w 80015"/>
                  <a:gd name="connsiteY11" fmla="*/ 4354 h 146272"/>
                  <a:gd name="connsiteX12" fmla="*/ 24471 w 80015"/>
                  <a:gd name="connsiteY12" fmla="*/ 3400 h 146272"/>
                  <a:gd name="connsiteX13" fmla="*/ 18154 w 80015"/>
                  <a:gd name="connsiteY13" fmla="*/ 6142 h 146272"/>
                  <a:gd name="connsiteX14" fmla="*/ 18750 w 80015"/>
                  <a:gd name="connsiteY14" fmla="*/ 22471 h 146272"/>
                  <a:gd name="connsiteX15" fmla="*/ 3851 w 80015"/>
                  <a:gd name="connsiteY15" fmla="*/ 79803 h 146272"/>
                  <a:gd name="connsiteX16" fmla="*/ 13148 w 80015"/>
                  <a:gd name="connsiteY16" fmla="*/ 100661 h 146272"/>
                  <a:gd name="connsiteX17" fmla="*/ 16247 w 80015"/>
                  <a:gd name="connsiteY17" fmla="*/ 141425 h 146272"/>
                  <a:gd name="connsiteX18" fmla="*/ 34722 w 80015"/>
                  <a:gd name="connsiteY18" fmla="*/ 146073 h 146272"/>
                  <a:gd name="connsiteX19" fmla="*/ 53793 w 80015"/>
                  <a:gd name="connsiteY19" fmla="*/ 142259 h 146272"/>
                  <a:gd name="connsiteX20" fmla="*/ 50336 w 80015"/>
                  <a:gd name="connsiteY20" fmla="*/ 134512 h 146272"/>
                  <a:gd name="connsiteX21" fmla="*/ 59871 w 80015"/>
                  <a:gd name="connsiteY21" fmla="*/ 119732 h 1462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80015" h="146272">
                    <a:moveTo>
                      <a:pt x="59871" y="119732"/>
                    </a:moveTo>
                    <a:cubicBezTo>
                      <a:pt x="69287" y="117944"/>
                      <a:pt x="57249" y="110197"/>
                      <a:pt x="54627" y="107813"/>
                    </a:cubicBezTo>
                    <a:cubicBezTo>
                      <a:pt x="52004" y="105429"/>
                      <a:pt x="55580" y="94821"/>
                      <a:pt x="60706" y="94821"/>
                    </a:cubicBezTo>
                    <a:cubicBezTo>
                      <a:pt x="65831" y="94821"/>
                      <a:pt x="60706" y="88861"/>
                      <a:pt x="53793" y="81948"/>
                    </a:cubicBezTo>
                    <a:cubicBezTo>
                      <a:pt x="46879" y="75035"/>
                      <a:pt x="53793" y="72413"/>
                      <a:pt x="59871" y="72413"/>
                    </a:cubicBezTo>
                    <a:cubicBezTo>
                      <a:pt x="65950" y="72413"/>
                      <a:pt x="58083" y="62043"/>
                      <a:pt x="64162" y="56083"/>
                    </a:cubicBezTo>
                    <a:cubicBezTo>
                      <a:pt x="70241" y="50124"/>
                      <a:pt x="62374" y="38800"/>
                      <a:pt x="62374" y="33675"/>
                    </a:cubicBezTo>
                    <a:cubicBezTo>
                      <a:pt x="62374" y="28550"/>
                      <a:pt x="71075" y="26762"/>
                      <a:pt x="77989" y="19849"/>
                    </a:cubicBezTo>
                    <a:cubicBezTo>
                      <a:pt x="84902" y="12936"/>
                      <a:pt x="71910" y="15558"/>
                      <a:pt x="71910" y="10313"/>
                    </a:cubicBezTo>
                    <a:cubicBezTo>
                      <a:pt x="71910" y="5069"/>
                      <a:pt x="63328" y="3400"/>
                      <a:pt x="57249" y="7810"/>
                    </a:cubicBezTo>
                    <a:cubicBezTo>
                      <a:pt x="51170" y="12220"/>
                      <a:pt x="52958" y="7810"/>
                      <a:pt x="47833" y="7810"/>
                    </a:cubicBezTo>
                    <a:cubicBezTo>
                      <a:pt x="42707" y="7810"/>
                      <a:pt x="33053" y="9479"/>
                      <a:pt x="33053" y="4354"/>
                    </a:cubicBezTo>
                    <a:cubicBezTo>
                      <a:pt x="33053" y="-771"/>
                      <a:pt x="28762" y="-1725"/>
                      <a:pt x="24471" y="3400"/>
                    </a:cubicBezTo>
                    <a:cubicBezTo>
                      <a:pt x="22802" y="5105"/>
                      <a:pt x="20538" y="6082"/>
                      <a:pt x="18154" y="6142"/>
                    </a:cubicBezTo>
                    <a:cubicBezTo>
                      <a:pt x="16938" y="11541"/>
                      <a:pt x="17141" y="17167"/>
                      <a:pt x="18750" y="22471"/>
                    </a:cubicBezTo>
                    <a:cubicBezTo>
                      <a:pt x="23398" y="29861"/>
                      <a:pt x="13148" y="69194"/>
                      <a:pt x="3851" y="79803"/>
                    </a:cubicBezTo>
                    <a:cubicBezTo>
                      <a:pt x="-5446" y="90411"/>
                      <a:pt x="3851" y="93271"/>
                      <a:pt x="13148" y="100661"/>
                    </a:cubicBezTo>
                    <a:cubicBezTo>
                      <a:pt x="22445" y="108051"/>
                      <a:pt x="16247" y="135108"/>
                      <a:pt x="16247" y="141425"/>
                    </a:cubicBezTo>
                    <a:cubicBezTo>
                      <a:pt x="16247" y="147742"/>
                      <a:pt x="24829" y="146073"/>
                      <a:pt x="34722" y="146073"/>
                    </a:cubicBezTo>
                    <a:cubicBezTo>
                      <a:pt x="41170" y="145311"/>
                      <a:pt x="47547" y="144035"/>
                      <a:pt x="53793" y="142259"/>
                    </a:cubicBezTo>
                    <a:cubicBezTo>
                      <a:pt x="52052" y="139983"/>
                      <a:pt x="50860" y="137325"/>
                      <a:pt x="50336" y="134512"/>
                    </a:cubicBezTo>
                    <a:cubicBezTo>
                      <a:pt x="50336" y="129148"/>
                      <a:pt x="50336" y="121401"/>
                      <a:pt x="59871" y="119732"/>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98" name="Freeform: Shape 97">
                <a:extLst>
                  <a:ext uri="{FF2B5EF4-FFF2-40B4-BE49-F238E27FC236}">
                    <a16:creationId xmlns:a16="http://schemas.microsoft.com/office/drawing/2014/main" id="{DD430D7A-62F5-4DE2-9C4E-51CD6E47CFDB}"/>
                  </a:ext>
                </a:extLst>
              </p:cNvPr>
              <p:cNvSpPr/>
              <p:nvPr/>
            </p:nvSpPr>
            <p:spPr>
              <a:xfrm>
                <a:off x="4345880" y="7184070"/>
                <a:ext cx="97245" cy="84626"/>
              </a:xfrm>
              <a:custGeom>
                <a:avLst/>
                <a:gdLst>
                  <a:gd name="connsiteX0" fmla="*/ 30513 w 97245"/>
                  <a:gd name="connsiteY0" fmla="*/ 65913 h 84626"/>
                  <a:gd name="connsiteX1" fmla="*/ 46723 w 97245"/>
                  <a:gd name="connsiteY1" fmla="*/ 68178 h 84626"/>
                  <a:gd name="connsiteX2" fmla="*/ 64006 w 97245"/>
                  <a:gd name="connsiteY2" fmla="*/ 80097 h 84626"/>
                  <a:gd name="connsiteX3" fmla="*/ 69251 w 97245"/>
                  <a:gd name="connsiteY3" fmla="*/ 84627 h 84626"/>
                  <a:gd name="connsiteX4" fmla="*/ 71992 w 97245"/>
                  <a:gd name="connsiteY4" fmla="*/ 66271 h 84626"/>
                  <a:gd name="connsiteX5" fmla="*/ 73422 w 97245"/>
                  <a:gd name="connsiteY5" fmla="*/ 54352 h 84626"/>
                  <a:gd name="connsiteX6" fmla="*/ 86891 w 97245"/>
                  <a:gd name="connsiteY6" fmla="*/ 48035 h 84626"/>
                  <a:gd name="connsiteX7" fmla="*/ 91897 w 97245"/>
                  <a:gd name="connsiteY7" fmla="*/ 40168 h 84626"/>
                  <a:gd name="connsiteX8" fmla="*/ 84031 w 97245"/>
                  <a:gd name="connsiteY8" fmla="*/ 27414 h 84626"/>
                  <a:gd name="connsiteX9" fmla="*/ 95950 w 97245"/>
                  <a:gd name="connsiteY9" fmla="*/ 15495 h 84626"/>
                  <a:gd name="connsiteX10" fmla="*/ 95950 w 97245"/>
                  <a:gd name="connsiteY10" fmla="*/ 0 h 84626"/>
                  <a:gd name="connsiteX11" fmla="*/ 89990 w 97245"/>
                  <a:gd name="connsiteY11" fmla="*/ 2384 h 84626"/>
                  <a:gd name="connsiteX12" fmla="*/ 66152 w 97245"/>
                  <a:gd name="connsiteY12" fmla="*/ 3099 h 84626"/>
                  <a:gd name="connsiteX13" fmla="*/ 56140 w 97245"/>
                  <a:gd name="connsiteY13" fmla="*/ 19786 h 84626"/>
                  <a:gd name="connsiteX14" fmla="*/ 44816 w 97245"/>
                  <a:gd name="connsiteY14" fmla="*/ 20501 h 84626"/>
                  <a:gd name="connsiteX15" fmla="*/ 33851 w 97245"/>
                  <a:gd name="connsiteY15" fmla="*/ 26103 h 84626"/>
                  <a:gd name="connsiteX16" fmla="*/ 22885 w 97245"/>
                  <a:gd name="connsiteY16" fmla="*/ 45651 h 84626"/>
                  <a:gd name="connsiteX17" fmla="*/ 3695 w 97245"/>
                  <a:gd name="connsiteY17" fmla="*/ 67940 h 84626"/>
                  <a:gd name="connsiteX18" fmla="*/ 0 w 97245"/>
                  <a:gd name="connsiteY18" fmla="*/ 70204 h 84626"/>
                  <a:gd name="connsiteX19" fmla="*/ 8582 w 97245"/>
                  <a:gd name="connsiteY19" fmla="*/ 73184 h 84626"/>
                  <a:gd name="connsiteX20" fmla="*/ 30513 w 97245"/>
                  <a:gd name="connsiteY20" fmla="*/ 65913 h 84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97245" h="84626">
                    <a:moveTo>
                      <a:pt x="30513" y="65913"/>
                    </a:moveTo>
                    <a:cubicBezTo>
                      <a:pt x="35662" y="62254"/>
                      <a:pt x="42778" y="63243"/>
                      <a:pt x="46723" y="68178"/>
                    </a:cubicBezTo>
                    <a:cubicBezTo>
                      <a:pt x="51014" y="72469"/>
                      <a:pt x="57570" y="73542"/>
                      <a:pt x="64006" y="80097"/>
                    </a:cubicBezTo>
                    <a:cubicBezTo>
                      <a:pt x="65639" y="81742"/>
                      <a:pt x="67391" y="83256"/>
                      <a:pt x="69251" y="84627"/>
                    </a:cubicBezTo>
                    <a:cubicBezTo>
                      <a:pt x="69477" y="78429"/>
                      <a:pt x="70395" y="72266"/>
                      <a:pt x="71992" y="66271"/>
                    </a:cubicBezTo>
                    <a:cubicBezTo>
                      <a:pt x="74138" y="61384"/>
                      <a:pt x="69847" y="54352"/>
                      <a:pt x="73422" y="54352"/>
                    </a:cubicBezTo>
                    <a:cubicBezTo>
                      <a:pt x="76998" y="54352"/>
                      <a:pt x="86891" y="54352"/>
                      <a:pt x="86891" y="48035"/>
                    </a:cubicBezTo>
                    <a:cubicBezTo>
                      <a:pt x="86891" y="41717"/>
                      <a:pt x="89752" y="43744"/>
                      <a:pt x="91897" y="40168"/>
                    </a:cubicBezTo>
                    <a:cubicBezTo>
                      <a:pt x="94043" y="36592"/>
                      <a:pt x="85461" y="29560"/>
                      <a:pt x="84031" y="27414"/>
                    </a:cubicBezTo>
                    <a:cubicBezTo>
                      <a:pt x="82600" y="25269"/>
                      <a:pt x="90467" y="24554"/>
                      <a:pt x="95950" y="15495"/>
                    </a:cubicBezTo>
                    <a:cubicBezTo>
                      <a:pt x="97678" y="10477"/>
                      <a:pt x="97678" y="5018"/>
                      <a:pt x="95950" y="0"/>
                    </a:cubicBezTo>
                    <a:cubicBezTo>
                      <a:pt x="94996" y="2503"/>
                      <a:pt x="93208" y="4291"/>
                      <a:pt x="89990" y="2384"/>
                    </a:cubicBezTo>
                    <a:cubicBezTo>
                      <a:pt x="82171" y="48"/>
                      <a:pt x="73816" y="298"/>
                      <a:pt x="66152" y="3099"/>
                    </a:cubicBezTo>
                    <a:cubicBezTo>
                      <a:pt x="55424" y="5244"/>
                      <a:pt x="52325" y="15018"/>
                      <a:pt x="56140" y="19786"/>
                    </a:cubicBezTo>
                    <a:cubicBezTo>
                      <a:pt x="59954" y="24554"/>
                      <a:pt x="45889" y="26103"/>
                      <a:pt x="44816" y="20501"/>
                    </a:cubicBezTo>
                    <a:cubicBezTo>
                      <a:pt x="43743" y="14899"/>
                      <a:pt x="32897" y="18713"/>
                      <a:pt x="33851" y="26103"/>
                    </a:cubicBezTo>
                    <a:cubicBezTo>
                      <a:pt x="34804" y="33493"/>
                      <a:pt x="21931" y="36473"/>
                      <a:pt x="22885" y="45651"/>
                    </a:cubicBezTo>
                    <a:cubicBezTo>
                      <a:pt x="23838" y="54829"/>
                      <a:pt x="11562" y="63291"/>
                      <a:pt x="3695" y="67940"/>
                    </a:cubicBezTo>
                    <a:lnTo>
                      <a:pt x="0" y="70204"/>
                    </a:lnTo>
                    <a:cubicBezTo>
                      <a:pt x="2682" y="71647"/>
                      <a:pt x="5578" y="72648"/>
                      <a:pt x="8582" y="73184"/>
                    </a:cubicBezTo>
                    <a:cubicBezTo>
                      <a:pt x="16437" y="72922"/>
                      <a:pt x="24053" y="70407"/>
                      <a:pt x="30513" y="65913"/>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99" name="Freeform: Shape 98">
                <a:extLst>
                  <a:ext uri="{FF2B5EF4-FFF2-40B4-BE49-F238E27FC236}">
                    <a16:creationId xmlns:a16="http://schemas.microsoft.com/office/drawing/2014/main" id="{65BD347D-193F-435C-9D8C-F16C46EE07E7}"/>
                  </a:ext>
                </a:extLst>
              </p:cNvPr>
              <p:cNvSpPr/>
              <p:nvPr/>
            </p:nvSpPr>
            <p:spPr>
              <a:xfrm>
                <a:off x="4407829" y="7291343"/>
                <a:ext cx="16241" cy="22050"/>
              </a:xfrm>
              <a:custGeom>
                <a:avLst/>
                <a:gdLst>
                  <a:gd name="connsiteX0" fmla="*/ 8732 w 16241"/>
                  <a:gd name="connsiteY0" fmla="*/ 0 h 22050"/>
                  <a:gd name="connsiteX1" fmla="*/ 388 w 16241"/>
                  <a:gd name="connsiteY1" fmla="*/ 20382 h 22050"/>
                  <a:gd name="connsiteX2" fmla="*/ 16241 w 16241"/>
                  <a:gd name="connsiteY2" fmla="*/ 22051 h 22050"/>
                  <a:gd name="connsiteX3" fmla="*/ 8613 w 16241"/>
                  <a:gd name="connsiteY3" fmla="*/ 2265 h 22050"/>
                  <a:gd name="connsiteX4" fmla="*/ 8732 w 16241"/>
                  <a:gd name="connsiteY4" fmla="*/ 0 h 22050"/>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16241" h="22050">
                    <a:moveTo>
                      <a:pt x="8732" y="0"/>
                    </a:moveTo>
                    <a:cubicBezTo>
                      <a:pt x="2105" y="4494"/>
                      <a:pt x="-1185" y="12527"/>
                      <a:pt x="388" y="20382"/>
                    </a:cubicBezTo>
                    <a:cubicBezTo>
                      <a:pt x="5728" y="20179"/>
                      <a:pt x="11068" y="20740"/>
                      <a:pt x="16241" y="22051"/>
                    </a:cubicBezTo>
                    <a:cubicBezTo>
                      <a:pt x="15752" y="14839"/>
                      <a:pt x="13094" y="7938"/>
                      <a:pt x="8613" y="2265"/>
                    </a:cubicBezTo>
                    <a:cubicBezTo>
                      <a:pt x="8291" y="1538"/>
                      <a:pt x="8327" y="691"/>
                      <a:pt x="8732" y="0"/>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00" name="Freeform: Shape 99">
                <a:extLst>
                  <a:ext uri="{FF2B5EF4-FFF2-40B4-BE49-F238E27FC236}">
                    <a16:creationId xmlns:a16="http://schemas.microsoft.com/office/drawing/2014/main" id="{A3E05B9A-A9C6-4D4F-8B5A-E99D89059490}"/>
                  </a:ext>
                </a:extLst>
              </p:cNvPr>
              <p:cNvSpPr/>
              <p:nvPr/>
            </p:nvSpPr>
            <p:spPr>
              <a:xfrm>
                <a:off x="4328359" y="7247898"/>
                <a:ext cx="92525" cy="64030"/>
              </a:xfrm>
              <a:custGeom>
                <a:avLst/>
                <a:gdLst>
                  <a:gd name="connsiteX0" fmla="*/ 3814 w 92525"/>
                  <a:gd name="connsiteY0" fmla="*/ 16747 h 64030"/>
                  <a:gd name="connsiteX1" fmla="*/ 12277 w 92525"/>
                  <a:gd name="connsiteY1" fmla="*/ 25686 h 64030"/>
                  <a:gd name="connsiteX2" fmla="*/ 24196 w 92525"/>
                  <a:gd name="connsiteY2" fmla="*/ 33195 h 64030"/>
                  <a:gd name="connsiteX3" fmla="*/ 38976 w 92525"/>
                  <a:gd name="connsiteY3" fmla="*/ 42254 h 64030"/>
                  <a:gd name="connsiteX4" fmla="*/ 45889 w 92525"/>
                  <a:gd name="connsiteY4" fmla="*/ 50240 h 64030"/>
                  <a:gd name="connsiteX5" fmla="*/ 56616 w 92525"/>
                  <a:gd name="connsiteY5" fmla="*/ 44876 h 64030"/>
                  <a:gd name="connsiteX6" fmla="*/ 63529 w 92525"/>
                  <a:gd name="connsiteY6" fmla="*/ 56080 h 64030"/>
                  <a:gd name="connsiteX7" fmla="*/ 75449 w 92525"/>
                  <a:gd name="connsiteY7" fmla="*/ 63947 h 64030"/>
                  <a:gd name="connsiteX8" fmla="*/ 79263 w 92525"/>
                  <a:gd name="connsiteY8" fmla="*/ 63947 h 64030"/>
                  <a:gd name="connsiteX9" fmla="*/ 87606 w 92525"/>
                  <a:gd name="connsiteY9" fmla="*/ 43565 h 64030"/>
                  <a:gd name="connsiteX10" fmla="*/ 92493 w 92525"/>
                  <a:gd name="connsiteY10" fmla="*/ 36652 h 64030"/>
                  <a:gd name="connsiteX11" fmla="*/ 86057 w 92525"/>
                  <a:gd name="connsiteY11" fmla="*/ 21753 h 64030"/>
                  <a:gd name="connsiteX12" fmla="*/ 86057 w 92525"/>
                  <a:gd name="connsiteY12" fmla="*/ 20918 h 64030"/>
                  <a:gd name="connsiteX13" fmla="*/ 80812 w 92525"/>
                  <a:gd name="connsiteY13" fmla="*/ 16389 h 64030"/>
                  <a:gd name="connsiteX14" fmla="*/ 63529 w 92525"/>
                  <a:gd name="connsiteY14" fmla="*/ 4470 h 64030"/>
                  <a:gd name="connsiteX15" fmla="*/ 47319 w 92525"/>
                  <a:gd name="connsiteY15" fmla="*/ 2205 h 64030"/>
                  <a:gd name="connsiteX16" fmla="*/ 24554 w 92525"/>
                  <a:gd name="connsiteY16" fmla="*/ 9834 h 64030"/>
                  <a:gd name="connsiteX17" fmla="*/ 15972 w 92525"/>
                  <a:gd name="connsiteY17" fmla="*/ 6854 h 64030"/>
                  <a:gd name="connsiteX18" fmla="*/ 0 w 92525"/>
                  <a:gd name="connsiteY18" fmla="*/ 13648 h 64030"/>
                  <a:gd name="connsiteX19" fmla="*/ 3814 w 92525"/>
                  <a:gd name="connsiteY19" fmla="*/ 16747 h 640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92525" h="64030">
                    <a:moveTo>
                      <a:pt x="3814" y="16747"/>
                    </a:moveTo>
                    <a:cubicBezTo>
                      <a:pt x="3814" y="20442"/>
                      <a:pt x="10131" y="29500"/>
                      <a:pt x="12277" y="25686"/>
                    </a:cubicBezTo>
                    <a:cubicBezTo>
                      <a:pt x="14422" y="21872"/>
                      <a:pt x="19667" y="30573"/>
                      <a:pt x="24196" y="33195"/>
                    </a:cubicBezTo>
                    <a:cubicBezTo>
                      <a:pt x="28725" y="35818"/>
                      <a:pt x="38499" y="39036"/>
                      <a:pt x="38976" y="42254"/>
                    </a:cubicBezTo>
                    <a:cubicBezTo>
                      <a:pt x="39453" y="45472"/>
                      <a:pt x="41121" y="52266"/>
                      <a:pt x="45889" y="50240"/>
                    </a:cubicBezTo>
                    <a:cubicBezTo>
                      <a:pt x="50657" y="48213"/>
                      <a:pt x="56616" y="40585"/>
                      <a:pt x="56616" y="44876"/>
                    </a:cubicBezTo>
                    <a:cubicBezTo>
                      <a:pt x="56616" y="49167"/>
                      <a:pt x="58166" y="56795"/>
                      <a:pt x="63529" y="56080"/>
                    </a:cubicBezTo>
                    <a:cubicBezTo>
                      <a:pt x="68893" y="55365"/>
                      <a:pt x="70443" y="65020"/>
                      <a:pt x="75449" y="63947"/>
                    </a:cubicBezTo>
                    <a:lnTo>
                      <a:pt x="79263" y="63947"/>
                    </a:lnTo>
                    <a:cubicBezTo>
                      <a:pt x="77689" y="56092"/>
                      <a:pt x="80979" y="48059"/>
                      <a:pt x="87606" y="43565"/>
                    </a:cubicBezTo>
                    <a:cubicBezTo>
                      <a:pt x="88798" y="41420"/>
                      <a:pt x="91897" y="39274"/>
                      <a:pt x="92493" y="36652"/>
                    </a:cubicBezTo>
                    <a:cubicBezTo>
                      <a:pt x="93089" y="34030"/>
                      <a:pt x="85342" y="25925"/>
                      <a:pt x="86057" y="21753"/>
                    </a:cubicBezTo>
                    <a:cubicBezTo>
                      <a:pt x="86116" y="21479"/>
                      <a:pt x="86116" y="21193"/>
                      <a:pt x="86057" y="20918"/>
                    </a:cubicBezTo>
                    <a:cubicBezTo>
                      <a:pt x="84197" y="19548"/>
                      <a:pt x="82445" y="18034"/>
                      <a:pt x="80812" y="16389"/>
                    </a:cubicBezTo>
                    <a:cubicBezTo>
                      <a:pt x="74376" y="9953"/>
                      <a:pt x="67821" y="8880"/>
                      <a:pt x="63529" y="4470"/>
                    </a:cubicBezTo>
                    <a:cubicBezTo>
                      <a:pt x="59584" y="-465"/>
                      <a:pt x="52468" y="-1454"/>
                      <a:pt x="47319" y="2205"/>
                    </a:cubicBezTo>
                    <a:cubicBezTo>
                      <a:pt x="40668" y="6973"/>
                      <a:pt x="32742" y="9631"/>
                      <a:pt x="24554" y="9834"/>
                    </a:cubicBezTo>
                    <a:cubicBezTo>
                      <a:pt x="21550" y="9297"/>
                      <a:pt x="18654" y="8296"/>
                      <a:pt x="15972" y="6854"/>
                    </a:cubicBezTo>
                    <a:cubicBezTo>
                      <a:pt x="11013" y="9905"/>
                      <a:pt x="5638" y="12194"/>
                      <a:pt x="0" y="13648"/>
                    </a:cubicBezTo>
                    <a:cubicBezTo>
                      <a:pt x="1788" y="14959"/>
                      <a:pt x="3456" y="14244"/>
                      <a:pt x="3814" y="16747"/>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01" name="Freeform: Shape 100">
                <a:extLst>
                  <a:ext uri="{FF2B5EF4-FFF2-40B4-BE49-F238E27FC236}">
                    <a16:creationId xmlns:a16="http://schemas.microsoft.com/office/drawing/2014/main" id="{C19AADB5-FC1D-4D65-9877-C7CF1D4B2D37}"/>
                  </a:ext>
                </a:extLst>
              </p:cNvPr>
              <p:cNvSpPr/>
              <p:nvPr/>
            </p:nvSpPr>
            <p:spPr>
              <a:xfrm>
                <a:off x="4751950" y="7345337"/>
                <a:ext cx="215400" cy="140289"/>
              </a:xfrm>
              <a:custGeom>
                <a:avLst/>
                <a:gdLst>
                  <a:gd name="connsiteX0" fmla="*/ 193825 w 215400"/>
                  <a:gd name="connsiteY0" fmla="*/ 94162 h 140289"/>
                  <a:gd name="connsiteX1" fmla="*/ 184648 w 215400"/>
                  <a:gd name="connsiteY1" fmla="*/ 88441 h 140289"/>
                  <a:gd name="connsiteX2" fmla="*/ 185244 w 215400"/>
                  <a:gd name="connsiteY2" fmla="*/ 87606 h 140289"/>
                  <a:gd name="connsiteX3" fmla="*/ 181072 w 215400"/>
                  <a:gd name="connsiteY3" fmla="*/ 60669 h 140289"/>
                  <a:gd name="connsiteX4" fmla="*/ 165934 w 215400"/>
                  <a:gd name="connsiteY4" fmla="*/ 27057 h 140289"/>
                  <a:gd name="connsiteX5" fmla="*/ 150082 w 215400"/>
                  <a:gd name="connsiteY5" fmla="*/ 0 h 140289"/>
                  <a:gd name="connsiteX6" fmla="*/ 138162 w 215400"/>
                  <a:gd name="connsiteY6" fmla="*/ 5602 h 140289"/>
                  <a:gd name="connsiteX7" fmla="*/ 124694 w 215400"/>
                  <a:gd name="connsiteY7" fmla="*/ 12634 h 140289"/>
                  <a:gd name="connsiteX8" fmla="*/ 112775 w 215400"/>
                  <a:gd name="connsiteY8" fmla="*/ 14065 h 140289"/>
                  <a:gd name="connsiteX9" fmla="*/ 102166 w 215400"/>
                  <a:gd name="connsiteY9" fmla="*/ 16925 h 140289"/>
                  <a:gd name="connsiteX10" fmla="*/ 87982 w 215400"/>
                  <a:gd name="connsiteY10" fmla="*/ 12634 h 140289"/>
                  <a:gd name="connsiteX11" fmla="*/ 64144 w 215400"/>
                  <a:gd name="connsiteY11" fmla="*/ 8343 h 140289"/>
                  <a:gd name="connsiteX12" fmla="*/ 54966 w 215400"/>
                  <a:gd name="connsiteY12" fmla="*/ 9178 h 140289"/>
                  <a:gd name="connsiteX13" fmla="*/ 52582 w 215400"/>
                  <a:gd name="connsiteY13" fmla="*/ 14422 h 140289"/>
                  <a:gd name="connsiteX14" fmla="*/ 36730 w 215400"/>
                  <a:gd name="connsiteY14" fmla="*/ 24554 h 140289"/>
                  <a:gd name="connsiteX15" fmla="*/ 14917 w 215400"/>
                  <a:gd name="connsiteY15" fmla="*/ 60311 h 140289"/>
                  <a:gd name="connsiteX16" fmla="*/ 18 w 215400"/>
                  <a:gd name="connsiteY16" fmla="*/ 71396 h 140289"/>
                  <a:gd name="connsiteX17" fmla="*/ 8481 w 215400"/>
                  <a:gd name="connsiteY17" fmla="*/ 85222 h 140289"/>
                  <a:gd name="connsiteX18" fmla="*/ 15347 w 215400"/>
                  <a:gd name="connsiteY18" fmla="*/ 93769 h 140289"/>
                  <a:gd name="connsiteX19" fmla="*/ 16467 w 215400"/>
                  <a:gd name="connsiteY19" fmla="*/ 93804 h 140289"/>
                  <a:gd name="connsiteX20" fmla="*/ 19685 w 215400"/>
                  <a:gd name="connsiteY20" fmla="*/ 108584 h 140289"/>
                  <a:gd name="connsiteX21" fmla="*/ 46265 w 215400"/>
                  <a:gd name="connsiteY21" fmla="*/ 116570 h 140289"/>
                  <a:gd name="connsiteX22" fmla="*/ 47695 w 215400"/>
                  <a:gd name="connsiteY22" fmla="*/ 127059 h 140289"/>
                  <a:gd name="connsiteX23" fmla="*/ 61283 w 215400"/>
                  <a:gd name="connsiteY23" fmla="*/ 136237 h 140289"/>
                  <a:gd name="connsiteX24" fmla="*/ 86790 w 215400"/>
                  <a:gd name="connsiteY24" fmla="*/ 139097 h 140289"/>
                  <a:gd name="connsiteX25" fmla="*/ 112298 w 215400"/>
                  <a:gd name="connsiteY25" fmla="*/ 139813 h 140289"/>
                  <a:gd name="connsiteX26" fmla="*/ 129342 w 215400"/>
                  <a:gd name="connsiteY26" fmla="*/ 132780 h 140289"/>
                  <a:gd name="connsiteX27" fmla="*/ 157710 w 215400"/>
                  <a:gd name="connsiteY27" fmla="*/ 127774 h 140289"/>
                  <a:gd name="connsiteX28" fmla="*/ 176781 w 215400"/>
                  <a:gd name="connsiteY28" fmla="*/ 133495 h 140289"/>
                  <a:gd name="connsiteX29" fmla="*/ 191322 w 215400"/>
                  <a:gd name="connsiteY29" fmla="*/ 140289 h 140289"/>
                  <a:gd name="connsiteX30" fmla="*/ 191322 w 215400"/>
                  <a:gd name="connsiteY30" fmla="*/ 127774 h 140289"/>
                  <a:gd name="connsiteX31" fmla="*/ 203242 w 215400"/>
                  <a:gd name="connsiteY31" fmla="*/ 108227 h 140289"/>
                  <a:gd name="connsiteX32" fmla="*/ 215161 w 215400"/>
                  <a:gd name="connsiteY32" fmla="*/ 95235 h 140289"/>
                  <a:gd name="connsiteX33" fmla="*/ 215161 w 215400"/>
                  <a:gd name="connsiteY33" fmla="*/ 94043 h 140289"/>
                  <a:gd name="connsiteX34" fmla="*/ 206698 w 215400"/>
                  <a:gd name="connsiteY34" fmla="*/ 88083 h 140289"/>
                  <a:gd name="connsiteX35" fmla="*/ 193825 w 215400"/>
                  <a:gd name="connsiteY35" fmla="*/ 94162 h 1402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Lst>
                <a:rect l="l" t="t" r="r" b="b"/>
                <a:pathLst>
                  <a:path w="215400" h="140289">
                    <a:moveTo>
                      <a:pt x="193825" y="94162"/>
                    </a:moveTo>
                    <a:cubicBezTo>
                      <a:pt x="188819" y="93447"/>
                      <a:pt x="182502" y="91301"/>
                      <a:pt x="184648" y="88441"/>
                    </a:cubicBezTo>
                    <a:lnTo>
                      <a:pt x="185244" y="87606"/>
                    </a:lnTo>
                    <a:cubicBezTo>
                      <a:pt x="178748" y="80193"/>
                      <a:pt x="177115" y="69692"/>
                      <a:pt x="181072" y="60669"/>
                    </a:cubicBezTo>
                    <a:cubicBezTo>
                      <a:pt x="186436" y="55186"/>
                      <a:pt x="172371" y="34685"/>
                      <a:pt x="165934" y="27057"/>
                    </a:cubicBezTo>
                    <a:cubicBezTo>
                      <a:pt x="160010" y="18427"/>
                      <a:pt x="154718" y="9380"/>
                      <a:pt x="150082" y="0"/>
                    </a:cubicBezTo>
                    <a:cubicBezTo>
                      <a:pt x="145731" y="918"/>
                      <a:pt x="141655" y="2837"/>
                      <a:pt x="138162" y="5602"/>
                    </a:cubicBezTo>
                    <a:cubicBezTo>
                      <a:pt x="134801" y="9655"/>
                      <a:pt x="129950" y="12193"/>
                      <a:pt x="124694" y="12634"/>
                    </a:cubicBezTo>
                    <a:cubicBezTo>
                      <a:pt x="120522" y="12634"/>
                      <a:pt x="116231" y="10489"/>
                      <a:pt x="112775" y="14065"/>
                    </a:cubicBezTo>
                    <a:cubicBezTo>
                      <a:pt x="109318" y="17640"/>
                      <a:pt x="104312" y="18952"/>
                      <a:pt x="102166" y="16925"/>
                    </a:cubicBezTo>
                    <a:cubicBezTo>
                      <a:pt x="97959" y="14124"/>
                      <a:pt x="93024" y="12634"/>
                      <a:pt x="87982" y="12634"/>
                    </a:cubicBezTo>
                    <a:cubicBezTo>
                      <a:pt x="83096" y="12634"/>
                      <a:pt x="67481" y="8343"/>
                      <a:pt x="64144" y="8343"/>
                    </a:cubicBezTo>
                    <a:cubicBezTo>
                      <a:pt x="61069" y="8451"/>
                      <a:pt x="58006" y="8725"/>
                      <a:pt x="54966" y="9178"/>
                    </a:cubicBezTo>
                    <a:cubicBezTo>
                      <a:pt x="55681" y="10727"/>
                      <a:pt x="54966" y="12515"/>
                      <a:pt x="52582" y="14422"/>
                    </a:cubicBezTo>
                    <a:cubicBezTo>
                      <a:pt x="50199" y="16329"/>
                      <a:pt x="39829" y="22408"/>
                      <a:pt x="36730" y="24554"/>
                    </a:cubicBezTo>
                    <a:cubicBezTo>
                      <a:pt x="33631" y="26699"/>
                      <a:pt x="22308" y="53160"/>
                      <a:pt x="14917" y="60311"/>
                    </a:cubicBezTo>
                    <a:cubicBezTo>
                      <a:pt x="7528" y="67463"/>
                      <a:pt x="495" y="68774"/>
                      <a:pt x="18" y="71396"/>
                    </a:cubicBezTo>
                    <a:cubicBezTo>
                      <a:pt x="-458" y="74019"/>
                      <a:pt x="8481" y="81051"/>
                      <a:pt x="8481" y="85222"/>
                    </a:cubicBezTo>
                    <a:cubicBezTo>
                      <a:pt x="8016" y="89478"/>
                      <a:pt x="11092" y="93304"/>
                      <a:pt x="15347" y="93769"/>
                    </a:cubicBezTo>
                    <a:cubicBezTo>
                      <a:pt x="15716" y="93804"/>
                      <a:pt x="16097" y="93816"/>
                      <a:pt x="16467" y="93804"/>
                    </a:cubicBezTo>
                    <a:cubicBezTo>
                      <a:pt x="22308" y="93804"/>
                      <a:pt x="16467" y="107631"/>
                      <a:pt x="19685" y="108584"/>
                    </a:cubicBezTo>
                    <a:cubicBezTo>
                      <a:pt x="22903" y="109538"/>
                      <a:pt x="46265" y="111326"/>
                      <a:pt x="46265" y="116570"/>
                    </a:cubicBezTo>
                    <a:cubicBezTo>
                      <a:pt x="46265" y="121815"/>
                      <a:pt x="48768" y="124198"/>
                      <a:pt x="47695" y="127059"/>
                    </a:cubicBezTo>
                    <a:cubicBezTo>
                      <a:pt x="54132" y="128132"/>
                      <a:pt x="58781" y="136952"/>
                      <a:pt x="61283" y="136237"/>
                    </a:cubicBezTo>
                    <a:cubicBezTo>
                      <a:pt x="63786" y="135522"/>
                      <a:pt x="83334" y="139813"/>
                      <a:pt x="86790" y="139097"/>
                    </a:cubicBezTo>
                    <a:cubicBezTo>
                      <a:pt x="95301" y="138645"/>
                      <a:pt x="103823" y="138883"/>
                      <a:pt x="112298" y="139813"/>
                    </a:cubicBezTo>
                    <a:cubicBezTo>
                      <a:pt x="118746" y="140123"/>
                      <a:pt x="124992" y="137548"/>
                      <a:pt x="129342" y="132780"/>
                    </a:cubicBezTo>
                    <a:cubicBezTo>
                      <a:pt x="138091" y="128311"/>
                      <a:pt x="147972" y="126570"/>
                      <a:pt x="157710" y="127774"/>
                    </a:cubicBezTo>
                    <a:cubicBezTo>
                      <a:pt x="163312" y="128489"/>
                      <a:pt x="174636" y="129920"/>
                      <a:pt x="176781" y="133495"/>
                    </a:cubicBezTo>
                    <a:cubicBezTo>
                      <a:pt x="181155" y="136654"/>
                      <a:pt x="186090" y="138955"/>
                      <a:pt x="191322" y="140289"/>
                    </a:cubicBezTo>
                    <a:cubicBezTo>
                      <a:pt x="191620" y="136118"/>
                      <a:pt x="191620" y="131946"/>
                      <a:pt x="191322" y="127774"/>
                    </a:cubicBezTo>
                    <a:cubicBezTo>
                      <a:pt x="191322" y="120265"/>
                      <a:pt x="195971" y="108942"/>
                      <a:pt x="203242" y="108227"/>
                    </a:cubicBezTo>
                    <a:cubicBezTo>
                      <a:pt x="210512" y="107512"/>
                      <a:pt x="216710" y="108227"/>
                      <a:pt x="215161" y="95235"/>
                    </a:cubicBezTo>
                    <a:lnTo>
                      <a:pt x="215161" y="94043"/>
                    </a:lnTo>
                    <a:cubicBezTo>
                      <a:pt x="212717" y="91575"/>
                      <a:pt x="209845" y="89549"/>
                      <a:pt x="206698" y="88083"/>
                    </a:cubicBezTo>
                    <a:cubicBezTo>
                      <a:pt x="204434" y="89037"/>
                      <a:pt x="195971" y="94400"/>
                      <a:pt x="193825" y="94162"/>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02" name="Freeform: Shape 101">
                <a:extLst>
                  <a:ext uri="{FF2B5EF4-FFF2-40B4-BE49-F238E27FC236}">
                    <a16:creationId xmlns:a16="http://schemas.microsoft.com/office/drawing/2014/main" id="{A4920658-5098-4FAB-BB85-8E0491D277BD}"/>
                  </a:ext>
                </a:extLst>
              </p:cNvPr>
              <p:cNvSpPr/>
              <p:nvPr/>
            </p:nvSpPr>
            <p:spPr>
              <a:xfrm>
                <a:off x="4902032" y="7340827"/>
                <a:ext cx="74137" cy="92117"/>
              </a:xfrm>
              <a:custGeom>
                <a:avLst/>
                <a:gdLst>
                  <a:gd name="connsiteX0" fmla="*/ 53637 w 74137"/>
                  <a:gd name="connsiteY0" fmla="*/ 23462 h 92117"/>
                  <a:gd name="connsiteX1" fmla="*/ 36592 w 74137"/>
                  <a:gd name="connsiteY1" fmla="*/ 10709 h 92117"/>
                  <a:gd name="connsiteX2" fmla="*/ 17521 w 74137"/>
                  <a:gd name="connsiteY2" fmla="*/ 101 h 92117"/>
                  <a:gd name="connsiteX3" fmla="*/ 0 w 74137"/>
                  <a:gd name="connsiteY3" fmla="*/ 4511 h 92117"/>
                  <a:gd name="connsiteX4" fmla="*/ 15853 w 74137"/>
                  <a:gd name="connsiteY4" fmla="*/ 31568 h 92117"/>
                  <a:gd name="connsiteX5" fmla="*/ 30990 w 74137"/>
                  <a:gd name="connsiteY5" fmla="*/ 65180 h 92117"/>
                  <a:gd name="connsiteX6" fmla="*/ 35162 w 74137"/>
                  <a:gd name="connsiteY6" fmla="*/ 92117 h 92117"/>
                  <a:gd name="connsiteX7" fmla="*/ 48750 w 74137"/>
                  <a:gd name="connsiteY7" fmla="*/ 71020 h 92117"/>
                  <a:gd name="connsiteX8" fmla="*/ 57928 w 74137"/>
                  <a:gd name="connsiteY8" fmla="*/ 60412 h 92117"/>
                  <a:gd name="connsiteX9" fmla="*/ 74138 w 74137"/>
                  <a:gd name="connsiteY9" fmla="*/ 63153 h 92117"/>
                  <a:gd name="connsiteX10" fmla="*/ 68536 w 74137"/>
                  <a:gd name="connsiteY10" fmla="*/ 47539 h 92117"/>
                  <a:gd name="connsiteX11" fmla="*/ 53637 w 74137"/>
                  <a:gd name="connsiteY11" fmla="*/ 23462 h 921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Lst>
                <a:rect l="l" t="t" r="r" b="b"/>
                <a:pathLst>
                  <a:path w="74137" h="92117">
                    <a:moveTo>
                      <a:pt x="53637" y="23462"/>
                    </a:moveTo>
                    <a:cubicBezTo>
                      <a:pt x="51134" y="16096"/>
                      <a:pt x="44364" y="11031"/>
                      <a:pt x="36592" y="10709"/>
                    </a:cubicBezTo>
                    <a:cubicBezTo>
                      <a:pt x="31705" y="10709"/>
                      <a:pt x="23243" y="-1210"/>
                      <a:pt x="17521" y="101"/>
                    </a:cubicBezTo>
                    <a:cubicBezTo>
                      <a:pt x="11586" y="1150"/>
                      <a:pt x="5733" y="2628"/>
                      <a:pt x="0" y="4511"/>
                    </a:cubicBezTo>
                    <a:cubicBezTo>
                      <a:pt x="4637" y="13891"/>
                      <a:pt x="9929" y="22938"/>
                      <a:pt x="15853" y="31568"/>
                    </a:cubicBezTo>
                    <a:cubicBezTo>
                      <a:pt x="22289" y="39196"/>
                      <a:pt x="36354" y="59697"/>
                      <a:pt x="30990" y="65180"/>
                    </a:cubicBezTo>
                    <a:cubicBezTo>
                      <a:pt x="27033" y="74203"/>
                      <a:pt x="28654" y="84703"/>
                      <a:pt x="35162" y="92117"/>
                    </a:cubicBezTo>
                    <a:cubicBezTo>
                      <a:pt x="40764" y="85836"/>
                      <a:pt x="45341" y="78720"/>
                      <a:pt x="48750" y="71020"/>
                    </a:cubicBezTo>
                    <a:cubicBezTo>
                      <a:pt x="48750" y="66729"/>
                      <a:pt x="49465" y="58266"/>
                      <a:pt x="57928" y="60412"/>
                    </a:cubicBezTo>
                    <a:cubicBezTo>
                      <a:pt x="66390" y="62557"/>
                      <a:pt x="74138" y="66014"/>
                      <a:pt x="74138" y="63153"/>
                    </a:cubicBezTo>
                    <a:cubicBezTo>
                      <a:pt x="73768" y="57528"/>
                      <a:pt x="71837" y="52116"/>
                      <a:pt x="68536" y="47539"/>
                    </a:cubicBezTo>
                    <a:cubicBezTo>
                      <a:pt x="62028" y="40578"/>
                      <a:pt x="56962" y="32390"/>
                      <a:pt x="53637" y="23462"/>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03" name="Freeform: Shape 102">
                <a:extLst>
                  <a:ext uri="{FF2B5EF4-FFF2-40B4-BE49-F238E27FC236}">
                    <a16:creationId xmlns:a16="http://schemas.microsoft.com/office/drawing/2014/main" id="{CFB9BFCE-B168-41C6-B107-C322D23324A3}"/>
                  </a:ext>
                </a:extLst>
              </p:cNvPr>
              <p:cNvSpPr/>
              <p:nvPr/>
            </p:nvSpPr>
            <p:spPr>
              <a:xfrm>
                <a:off x="4750325" y="7525318"/>
                <a:ext cx="64375" cy="44697"/>
              </a:xfrm>
              <a:custGeom>
                <a:avLst/>
                <a:gdLst>
                  <a:gd name="connsiteX0" fmla="*/ 14875 w 64375"/>
                  <a:gd name="connsiteY0" fmla="*/ 44697 h 44697"/>
                  <a:gd name="connsiteX1" fmla="*/ 14875 w 64375"/>
                  <a:gd name="connsiteY1" fmla="*/ 44697 h 44697"/>
                  <a:gd name="connsiteX2" fmla="*/ 15828 w 64375"/>
                  <a:gd name="connsiteY2" fmla="*/ 44697 h 44697"/>
                  <a:gd name="connsiteX3" fmla="*/ 17616 w 64375"/>
                  <a:gd name="connsiteY3" fmla="*/ 44697 h 44697"/>
                  <a:gd name="connsiteX4" fmla="*/ 25244 w 64375"/>
                  <a:gd name="connsiteY4" fmla="*/ 44697 h 44697"/>
                  <a:gd name="connsiteX5" fmla="*/ 28462 w 64375"/>
                  <a:gd name="connsiteY5" fmla="*/ 44697 h 44697"/>
                  <a:gd name="connsiteX6" fmla="*/ 30846 w 64375"/>
                  <a:gd name="connsiteY6" fmla="*/ 44697 h 44697"/>
                  <a:gd name="connsiteX7" fmla="*/ 42050 w 64375"/>
                  <a:gd name="connsiteY7" fmla="*/ 37784 h 44697"/>
                  <a:gd name="connsiteX8" fmla="*/ 64339 w 64375"/>
                  <a:gd name="connsiteY8" fmla="*/ 27533 h 44697"/>
                  <a:gd name="connsiteX9" fmla="*/ 64339 w 64375"/>
                  <a:gd name="connsiteY9" fmla="*/ 26461 h 44697"/>
                  <a:gd name="connsiteX10" fmla="*/ 59572 w 64375"/>
                  <a:gd name="connsiteY10" fmla="*/ 19667 h 44697"/>
                  <a:gd name="connsiteX11" fmla="*/ 46341 w 64375"/>
                  <a:gd name="connsiteY11" fmla="*/ 4291 h 44697"/>
                  <a:gd name="connsiteX12" fmla="*/ 45745 w 64375"/>
                  <a:gd name="connsiteY12" fmla="*/ 2622 h 44697"/>
                  <a:gd name="connsiteX13" fmla="*/ 45745 w 64375"/>
                  <a:gd name="connsiteY13" fmla="*/ 2622 h 44697"/>
                  <a:gd name="connsiteX14" fmla="*/ 45745 w 64375"/>
                  <a:gd name="connsiteY14" fmla="*/ 0 h 44697"/>
                  <a:gd name="connsiteX15" fmla="*/ 4505 w 64375"/>
                  <a:gd name="connsiteY15" fmla="*/ 7509 h 44697"/>
                  <a:gd name="connsiteX16" fmla="*/ 3075 w 64375"/>
                  <a:gd name="connsiteY16" fmla="*/ 6555 h 44697"/>
                  <a:gd name="connsiteX17" fmla="*/ 452 w 64375"/>
                  <a:gd name="connsiteY17" fmla="*/ 31467 h 44697"/>
                  <a:gd name="connsiteX18" fmla="*/ 14875 w 64375"/>
                  <a:gd name="connsiteY18" fmla="*/ 44697 h 446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Lst>
                <a:rect l="l" t="t" r="r" b="b"/>
                <a:pathLst>
                  <a:path w="64375" h="44697">
                    <a:moveTo>
                      <a:pt x="14875" y="44697"/>
                    </a:moveTo>
                    <a:lnTo>
                      <a:pt x="14875" y="44697"/>
                    </a:lnTo>
                    <a:lnTo>
                      <a:pt x="15828" y="44697"/>
                    </a:lnTo>
                    <a:lnTo>
                      <a:pt x="17616" y="44697"/>
                    </a:lnTo>
                    <a:cubicBezTo>
                      <a:pt x="19642" y="44697"/>
                      <a:pt x="22384" y="44697"/>
                      <a:pt x="25244" y="44697"/>
                    </a:cubicBezTo>
                    <a:lnTo>
                      <a:pt x="28462" y="44697"/>
                    </a:lnTo>
                    <a:lnTo>
                      <a:pt x="30846" y="44697"/>
                    </a:lnTo>
                    <a:cubicBezTo>
                      <a:pt x="37283" y="43148"/>
                      <a:pt x="38832" y="36234"/>
                      <a:pt x="42050" y="37784"/>
                    </a:cubicBezTo>
                    <a:cubicBezTo>
                      <a:pt x="50322" y="36616"/>
                      <a:pt x="58070" y="33052"/>
                      <a:pt x="64339" y="27533"/>
                    </a:cubicBezTo>
                    <a:cubicBezTo>
                      <a:pt x="64387" y="27176"/>
                      <a:pt x="64387" y="26818"/>
                      <a:pt x="64339" y="26461"/>
                    </a:cubicBezTo>
                    <a:cubicBezTo>
                      <a:pt x="64339" y="23958"/>
                      <a:pt x="60049" y="22527"/>
                      <a:pt x="59572" y="19667"/>
                    </a:cubicBezTo>
                    <a:cubicBezTo>
                      <a:pt x="59095" y="16806"/>
                      <a:pt x="47653" y="5960"/>
                      <a:pt x="46341" y="4291"/>
                    </a:cubicBezTo>
                    <a:cubicBezTo>
                      <a:pt x="45984" y="3802"/>
                      <a:pt x="45781" y="3230"/>
                      <a:pt x="45745" y="2622"/>
                    </a:cubicBezTo>
                    <a:lnTo>
                      <a:pt x="45745" y="2622"/>
                    </a:lnTo>
                    <a:cubicBezTo>
                      <a:pt x="45686" y="1752"/>
                      <a:pt x="45686" y="870"/>
                      <a:pt x="45745" y="0"/>
                    </a:cubicBezTo>
                    <a:cubicBezTo>
                      <a:pt x="29178" y="2384"/>
                      <a:pt x="4505" y="7509"/>
                      <a:pt x="4505" y="7509"/>
                    </a:cubicBezTo>
                    <a:lnTo>
                      <a:pt x="3075" y="6555"/>
                    </a:lnTo>
                    <a:cubicBezTo>
                      <a:pt x="261" y="14541"/>
                      <a:pt x="-644" y="23076"/>
                      <a:pt x="452" y="31467"/>
                    </a:cubicBezTo>
                    <a:cubicBezTo>
                      <a:pt x="2598" y="35400"/>
                      <a:pt x="7723" y="39333"/>
                      <a:pt x="14875" y="44697"/>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05" name="Freeform: Shape 104">
                <a:extLst>
                  <a:ext uri="{FF2B5EF4-FFF2-40B4-BE49-F238E27FC236}">
                    <a16:creationId xmlns:a16="http://schemas.microsoft.com/office/drawing/2014/main" id="{D69C2D02-1FAD-4274-B6FD-20749C550188}"/>
                  </a:ext>
                </a:extLst>
              </p:cNvPr>
              <p:cNvSpPr/>
              <p:nvPr/>
            </p:nvSpPr>
            <p:spPr>
              <a:xfrm>
                <a:off x="4762066" y="7026128"/>
                <a:ext cx="173935" cy="83327"/>
              </a:xfrm>
              <a:custGeom>
                <a:avLst/>
                <a:gdLst>
                  <a:gd name="connsiteX0" fmla="*/ 57246 w 173935"/>
                  <a:gd name="connsiteY0" fmla="*/ 58178 h 83327"/>
                  <a:gd name="connsiteX1" fmla="*/ 87521 w 173935"/>
                  <a:gd name="connsiteY1" fmla="*/ 58178 h 83327"/>
                  <a:gd name="connsiteX2" fmla="*/ 101705 w 173935"/>
                  <a:gd name="connsiteY2" fmla="*/ 63541 h 83327"/>
                  <a:gd name="connsiteX3" fmla="*/ 124351 w 173935"/>
                  <a:gd name="connsiteY3" fmla="*/ 75461 h 83327"/>
                  <a:gd name="connsiteX4" fmla="*/ 136271 w 173935"/>
                  <a:gd name="connsiteY4" fmla="*/ 83327 h 83327"/>
                  <a:gd name="connsiteX5" fmla="*/ 140919 w 173935"/>
                  <a:gd name="connsiteY5" fmla="*/ 78202 h 83327"/>
                  <a:gd name="connsiteX6" fmla="*/ 157249 w 173935"/>
                  <a:gd name="connsiteY6" fmla="*/ 76057 h 83327"/>
                  <a:gd name="connsiteX7" fmla="*/ 166426 w 173935"/>
                  <a:gd name="connsiteY7" fmla="*/ 67475 h 83327"/>
                  <a:gd name="connsiteX8" fmla="*/ 173936 w 173935"/>
                  <a:gd name="connsiteY8" fmla="*/ 64495 h 83327"/>
                  <a:gd name="connsiteX9" fmla="*/ 168810 w 173935"/>
                  <a:gd name="connsiteY9" fmla="*/ 49834 h 83327"/>
                  <a:gd name="connsiteX10" fmla="*/ 161301 w 173935"/>
                  <a:gd name="connsiteY10" fmla="*/ 36008 h 83327"/>
                  <a:gd name="connsiteX11" fmla="*/ 158679 w 173935"/>
                  <a:gd name="connsiteY11" fmla="*/ 22658 h 83327"/>
                  <a:gd name="connsiteX12" fmla="*/ 154626 w 173935"/>
                  <a:gd name="connsiteY12" fmla="*/ 16580 h 83327"/>
                  <a:gd name="connsiteX13" fmla="*/ 131742 w 173935"/>
                  <a:gd name="connsiteY13" fmla="*/ 15149 h 83327"/>
                  <a:gd name="connsiteX14" fmla="*/ 107903 w 173935"/>
                  <a:gd name="connsiteY14" fmla="*/ 965 h 83327"/>
                  <a:gd name="connsiteX15" fmla="*/ 82038 w 173935"/>
                  <a:gd name="connsiteY15" fmla="*/ 965 h 83327"/>
                  <a:gd name="connsiteX16" fmla="*/ 79893 w 173935"/>
                  <a:gd name="connsiteY16" fmla="*/ 24804 h 83327"/>
                  <a:gd name="connsiteX17" fmla="*/ 60465 w 173935"/>
                  <a:gd name="connsiteY17" fmla="*/ 33982 h 83327"/>
                  <a:gd name="connsiteX18" fmla="*/ 39129 w 173935"/>
                  <a:gd name="connsiteY18" fmla="*/ 9190 h 83327"/>
                  <a:gd name="connsiteX19" fmla="*/ 16125 w 173935"/>
                  <a:gd name="connsiteY19" fmla="*/ 19798 h 83327"/>
                  <a:gd name="connsiteX20" fmla="*/ 6590 w 173935"/>
                  <a:gd name="connsiteY20" fmla="*/ 38988 h 83327"/>
                  <a:gd name="connsiteX21" fmla="*/ 3014 w 173935"/>
                  <a:gd name="connsiteY21" fmla="*/ 61634 h 83327"/>
                  <a:gd name="connsiteX22" fmla="*/ 3610 w 173935"/>
                  <a:gd name="connsiteY22" fmla="*/ 62945 h 83327"/>
                  <a:gd name="connsiteX23" fmla="*/ 22561 w 173935"/>
                  <a:gd name="connsiteY23" fmla="*/ 57939 h 83327"/>
                  <a:gd name="connsiteX24" fmla="*/ 57246 w 173935"/>
                  <a:gd name="connsiteY24" fmla="*/ 58178 h 8332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Lst>
                <a:rect l="l" t="t" r="r" b="b"/>
                <a:pathLst>
                  <a:path w="173935" h="83327">
                    <a:moveTo>
                      <a:pt x="57246" y="58178"/>
                    </a:moveTo>
                    <a:cubicBezTo>
                      <a:pt x="67270" y="59787"/>
                      <a:pt x="77497" y="59787"/>
                      <a:pt x="87521" y="58178"/>
                    </a:cubicBezTo>
                    <a:cubicBezTo>
                      <a:pt x="96222" y="54960"/>
                      <a:pt x="96222" y="64733"/>
                      <a:pt x="101705" y="63541"/>
                    </a:cubicBezTo>
                    <a:cubicBezTo>
                      <a:pt x="107188" y="62349"/>
                      <a:pt x="117915" y="70097"/>
                      <a:pt x="124351" y="75461"/>
                    </a:cubicBezTo>
                    <a:cubicBezTo>
                      <a:pt x="128082" y="78441"/>
                      <a:pt x="132063" y="81075"/>
                      <a:pt x="136271" y="83327"/>
                    </a:cubicBezTo>
                    <a:cubicBezTo>
                      <a:pt x="137487" y="81337"/>
                      <a:pt x="139060" y="79597"/>
                      <a:pt x="140919" y="78202"/>
                    </a:cubicBezTo>
                    <a:cubicBezTo>
                      <a:pt x="146641" y="73911"/>
                      <a:pt x="152839" y="76057"/>
                      <a:pt x="157249" y="76057"/>
                    </a:cubicBezTo>
                    <a:cubicBezTo>
                      <a:pt x="161659" y="76057"/>
                      <a:pt x="162970" y="70335"/>
                      <a:pt x="166426" y="67475"/>
                    </a:cubicBezTo>
                    <a:cubicBezTo>
                      <a:pt x="168691" y="65961"/>
                      <a:pt x="171254" y="64948"/>
                      <a:pt x="173936" y="64495"/>
                    </a:cubicBezTo>
                    <a:cubicBezTo>
                      <a:pt x="172028" y="60562"/>
                      <a:pt x="171910" y="52576"/>
                      <a:pt x="168810" y="49834"/>
                    </a:cubicBezTo>
                    <a:cubicBezTo>
                      <a:pt x="165711" y="47093"/>
                      <a:pt x="159752" y="39703"/>
                      <a:pt x="161301" y="36008"/>
                    </a:cubicBezTo>
                    <a:cubicBezTo>
                      <a:pt x="163304" y="31443"/>
                      <a:pt x="162255" y="26127"/>
                      <a:pt x="158679" y="22658"/>
                    </a:cubicBezTo>
                    <a:cubicBezTo>
                      <a:pt x="156856" y="20990"/>
                      <a:pt x="155461" y="18904"/>
                      <a:pt x="154626" y="16580"/>
                    </a:cubicBezTo>
                    <a:cubicBezTo>
                      <a:pt x="147070" y="15245"/>
                      <a:pt x="139394" y="14768"/>
                      <a:pt x="131742" y="15149"/>
                    </a:cubicBezTo>
                    <a:cubicBezTo>
                      <a:pt x="127451" y="16580"/>
                      <a:pt x="110525" y="3230"/>
                      <a:pt x="107903" y="965"/>
                    </a:cubicBezTo>
                    <a:cubicBezTo>
                      <a:pt x="99333" y="-322"/>
                      <a:pt x="90608" y="-322"/>
                      <a:pt x="82038" y="965"/>
                    </a:cubicBezTo>
                    <a:cubicBezTo>
                      <a:pt x="75483" y="8236"/>
                      <a:pt x="80251" y="12885"/>
                      <a:pt x="79893" y="24804"/>
                    </a:cubicBezTo>
                    <a:cubicBezTo>
                      <a:pt x="79535" y="36723"/>
                      <a:pt x="67139" y="33982"/>
                      <a:pt x="60465" y="33982"/>
                    </a:cubicBezTo>
                    <a:cubicBezTo>
                      <a:pt x="53790" y="33982"/>
                      <a:pt x="42705" y="13838"/>
                      <a:pt x="39129" y="9190"/>
                    </a:cubicBezTo>
                    <a:cubicBezTo>
                      <a:pt x="35553" y="4541"/>
                      <a:pt x="24230" y="14911"/>
                      <a:pt x="16125" y="19798"/>
                    </a:cubicBezTo>
                    <a:cubicBezTo>
                      <a:pt x="8020" y="24685"/>
                      <a:pt x="12192" y="34339"/>
                      <a:pt x="6590" y="38988"/>
                    </a:cubicBezTo>
                    <a:cubicBezTo>
                      <a:pt x="-538" y="44328"/>
                      <a:pt x="-2123" y="54364"/>
                      <a:pt x="3014" y="61634"/>
                    </a:cubicBezTo>
                    <a:cubicBezTo>
                      <a:pt x="3240" y="62063"/>
                      <a:pt x="3431" y="62493"/>
                      <a:pt x="3610" y="62945"/>
                    </a:cubicBezTo>
                    <a:cubicBezTo>
                      <a:pt x="10237" y="62814"/>
                      <a:pt x="16733" y="61098"/>
                      <a:pt x="22561" y="57939"/>
                    </a:cubicBezTo>
                    <a:cubicBezTo>
                      <a:pt x="30190" y="52814"/>
                      <a:pt x="50810" y="58178"/>
                      <a:pt x="57246" y="58178"/>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06" name="Freeform: Shape 105">
                <a:extLst>
                  <a:ext uri="{FF2B5EF4-FFF2-40B4-BE49-F238E27FC236}">
                    <a16:creationId xmlns:a16="http://schemas.microsoft.com/office/drawing/2014/main" id="{F52A60B5-80EA-42FE-9ADE-4C3758745ECC}"/>
                  </a:ext>
                </a:extLst>
              </p:cNvPr>
              <p:cNvSpPr/>
              <p:nvPr/>
            </p:nvSpPr>
            <p:spPr>
              <a:xfrm>
                <a:off x="4761151" y="7081326"/>
                <a:ext cx="137067" cy="84742"/>
              </a:xfrm>
              <a:custGeom>
                <a:avLst/>
                <a:gdLst>
                  <a:gd name="connsiteX0" fmla="*/ 17875 w 137067"/>
                  <a:gd name="connsiteY0" fmla="*/ 41956 h 84742"/>
                  <a:gd name="connsiteX1" fmla="*/ 32297 w 137067"/>
                  <a:gd name="connsiteY1" fmla="*/ 47200 h 84742"/>
                  <a:gd name="connsiteX2" fmla="*/ 45527 w 137067"/>
                  <a:gd name="connsiteY2" fmla="*/ 55186 h 84742"/>
                  <a:gd name="connsiteX3" fmla="*/ 45527 w 137067"/>
                  <a:gd name="connsiteY3" fmla="*/ 72231 h 84742"/>
                  <a:gd name="connsiteX4" fmla="*/ 64360 w 137067"/>
                  <a:gd name="connsiteY4" fmla="*/ 83315 h 84742"/>
                  <a:gd name="connsiteX5" fmla="*/ 81881 w 137067"/>
                  <a:gd name="connsiteY5" fmla="*/ 84626 h 84742"/>
                  <a:gd name="connsiteX6" fmla="*/ 93800 w 137067"/>
                  <a:gd name="connsiteY6" fmla="*/ 78905 h 84742"/>
                  <a:gd name="connsiteX7" fmla="*/ 109415 w 137067"/>
                  <a:gd name="connsiteY7" fmla="*/ 74018 h 84742"/>
                  <a:gd name="connsiteX8" fmla="*/ 112871 w 137067"/>
                  <a:gd name="connsiteY8" fmla="*/ 62099 h 84742"/>
                  <a:gd name="connsiteX9" fmla="*/ 124790 w 137067"/>
                  <a:gd name="connsiteY9" fmla="*/ 50776 h 84742"/>
                  <a:gd name="connsiteX10" fmla="*/ 132538 w 137067"/>
                  <a:gd name="connsiteY10" fmla="*/ 44340 h 84742"/>
                  <a:gd name="connsiteX11" fmla="*/ 135398 w 137067"/>
                  <a:gd name="connsiteY11" fmla="*/ 35162 h 84742"/>
                  <a:gd name="connsiteX12" fmla="*/ 137067 w 137067"/>
                  <a:gd name="connsiteY12" fmla="*/ 27533 h 84742"/>
                  <a:gd name="connsiteX13" fmla="*/ 125148 w 137067"/>
                  <a:gd name="connsiteY13" fmla="*/ 19667 h 84742"/>
                  <a:gd name="connsiteX14" fmla="*/ 102502 w 137067"/>
                  <a:gd name="connsiteY14" fmla="*/ 7747 h 84742"/>
                  <a:gd name="connsiteX15" fmla="*/ 88318 w 137067"/>
                  <a:gd name="connsiteY15" fmla="*/ 2384 h 84742"/>
                  <a:gd name="connsiteX16" fmla="*/ 58043 w 137067"/>
                  <a:gd name="connsiteY16" fmla="*/ 2384 h 84742"/>
                  <a:gd name="connsiteX17" fmla="*/ 23358 w 137067"/>
                  <a:gd name="connsiteY17" fmla="*/ 2384 h 84742"/>
                  <a:gd name="connsiteX18" fmla="*/ 4406 w 137067"/>
                  <a:gd name="connsiteY18" fmla="*/ 7390 h 84742"/>
                  <a:gd name="connsiteX19" fmla="*/ 2022 w 137067"/>
                  <a:gd name="connsiteY19" fmla="*/ 33374 h 84742"/>
                  <a:gd name="connsiteX20" fmla="*/ 3214 w 137067"/>
                  <a:gd name="connsiteY20" fmla="*/ 40049 h 84742"/>
                  <a:gd name="connsiteX21" fmla="*/ 17875 w 137067"/>
                  <a:gd name="connsiteY21" fmla="*/ 41956 h 8474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Lst>
                <a:rect l="l" t="t" r="r" b="b"/>
                <a:pathLst>
                  <a:path w="137067" h="84742">
                    <a:moveTo>
                      <a:pt x="17875" y="41956"/>
                    </a:moveTo>
                    <a:cubicBezTo>
                      <a:pt x="21475" y="46056"/>
                      <a:pt x="26910" y="48023"/>
                      <a:pt x="32297" y="47200"/>
                    </a:cubicBezTo>
                    <a:cubicBezTo>
                      <a:pt x="35396" y="45651"/>
                      <a:pt x="45527" y="50895"/>
                      <a:pt x="45527" y="55186"/>
                    </a:cubicBezTo>
                    <a:cubicBezTo>
                      <a:pt x="45527" y="59477"/>
                      <a:pt x="42905" y="72231"/>
                      <a:pt x="45527" y="72231"/>
                    </a:cubicBezTo>
                    <a:cubicBezTo>
                      <a:pt x="48149" y="72231"/>
                      <a:pt x="63287" y="76998"/>
                      <a:pt x="64360" y="83315"/>
                    </a:cubicBezTo>
                    <a:cubicBezTo>
                      <a:pt x="70224" y="83363"/>
                      <a:pt x="76076" y="83792"/>
                      <a:pt x="81881" y="84626"/>
                    </a:cubicBezTo>
                    <a:cubicBezTo>
                      <a:pt x="86649" y="85294"/>
                      <a:pt x="91345" y="83041"/>
                      <a:pt x="93800" y="78905"/>
                    </a:cubicBezTo>
                    <a:cubicBezTo>
                      <a:pt x="98389" y="75735"/>
                      <a:pt x="103837" y="74030"/>
                      <a:pt x="109415" y="74018"/>
                    </a:cubicBezTo>
                    <a:cubicBezTo>
                      <a:pt x="112275" y="74018"/>
                      <a:pt x="112275" y="66152"/>
                      <a:pt x="112871" y="62099"/>
                    </a:cubicBezTo>
                    <a:cubicBezTo>
                      <a:pt x="115374" y="57033"/>
                      <a:pt x="119606" y="53017"/>
                      <a:pt x="124790" y="50776"/>
                    </a:cubicBezTo>
                    <a:cubicBezTo>
                      <a:pt x="128962" y="49346"/>
                      <a:pt x="128247" y="44340"/>
                      <a:pt x="132538" y="44340"/>
                    </a:cubicBezTo>
                    <a:cubicBezTo>
                      <a:pt x="136829" y="44340"/>
                      <a:pt x="136114" y="38618"/>
                      <a:pt x="135398" y="35162"/>
                    </a:cubicBezTo>
                    <a:cubicBezTo>
                      <a:pt x="134970" y="32504"/>
                      <a:pt x="135565" y="29774"/>
                      <a:pt x="137067" y="27533"/>
                    </a:cubicBezTo>
                    <a:cubicBezTo>
                      <a:pt x="132871" y="25281"/>
                      <a:pt x="128879" y="22646"/>
                      <a:pt x="125148" y="19667"/>
                    </a:cubicBezTo>
                    <a:cubicBezTo>
                      <a:pt x="118712" y="14303"/>
                      <a:pt x="107865" y="6675"/>
                      <a:pt x="102502" y="7747"/>
                    </a:cubicBezTo>
                    <a:cubicBezTo>
                      <a:pt x="97138" y="8820"/>
                      <a:pt x="97018" y="-834"/>
                      <a:pt x="88318" y="2384"/>
                    </a:cubicBezTo>
                    <a:cubicBezTo>
                      <a:pt x="78294" y="3993"/>
                      <a:pt x="68067" y="3993"/>
                      <a:pt x="58043" y="2384"/>
                    </a:cubicBezTo>
                    <a:cubicBezTo>
                      <a:pt x="51606" y="2384"/>
                      <a:pt x="30986" y="-2980"/>
                      <a:pt x="23358" y="2384"/>
                    </a:cubicBezTo>
                    <a:cubicBezTo>
                      <a:pt x="17529" y="5542"/>
                      <a:pt x="11033" y="7259"/>
                      <a:pt x="4406" y="7390"/>
                    </a:cubicBezTo>
                    <a:cubicBezTo>
                      <a:pt x="9043" y="15709"/>
                      <a:pt x="8089" y="26032"/>
                      <a:pt x="2022" y="33374"/>
                    </a:cubicBezTo>
                    <a:cubicBezTo>
                      <a:pt x="-1792" y="37665"/>
                      <a:pt x="473" y="38261"/>
                      <a:pt x="3214" y="40049"/>
                    </a:cubicBezTo>
                    <a:cubicBezTo>
                      <a:pt x="9174" y="40049"/>
                      <a:pt x="15729" y="38976"/>
                      <a:pt x="17875" y="41956"/>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07" name="Freeform: Shape 106">
                <a:extLst>
                  <a:ext uri="{FF2B5EF4-FFF2-40B4-BE49-F238E27FC236}">
                    <a16:creationId xmlns:a16="http://schemas.microsoft.com/office/drawing/2014/main" id="{1379A436-EBC2-4759-B3BF-0B8BB3C01932}"/>
                  </a:ext>
                </a:extLst>
              </p:cNvPr>
              <p:cNvSpPr/>
              <p:nvPr/>
            </p:nvSpPr>
            <p:spPr>
              <a:xfrm>
                <a:off x="4764722" y="6558656"/>
                <a:ext cx="250509" cy="397085"/>
              </a:xfrm>
              <a:custGeom>
                <a:avLst/>
                <a:gdLst>
                  <a:gd name="connsiteX0" fmla="*/ 213474 w 250509"/>
                  <a:gd name="connsiteY0" fmla="*/ 333750 h 397085"/>
                  <a:gd name="connsiteX1" fmla="*/ 249231 w 250509"/>
                  <a:gd name="connsiteY1" fmla="*/ 299781 h 397085"/>
                  <a:gd name="connsiteX2" fmla="*/ 242795 w 250509"/>
                  <a:gd name="connsiteY2" fmla="*/ 280591 h 397085"/>
                  <a:gd name="connsiteX3" fmla="*/ 212401 w 250509"/>
                  <a:gd name="connsiteY3" fmla="*/ 256752 h 397085"/>
                  <a:gd name="connsiteX4" fmla="*/ 227181 w 250509"/>
                  <a:gd name="connsiteY4" fmla="*/ 243283 h 397085"/>
                  <a:gd name="connsiteX5" fmla="*/ 214427 w 250509"/>
                  <a:gd name="connsiteY5" fmla="*/ 230530 h 397085"/>
                  <a:gd name="connsiteX6" fmla="*/ 218003 w 250509"/>
                  <a:gd name="connsiteY6" fmla="*/ 218611 h 397085"/>
                  <a:gd name="connsiteX7" fmla="*/ 206084 w 250509"/>
                  <a:gd name="connsiteY7" fmla="*/ 210863 h 397085"/>
                  <a:gd name="connsiteX8" fmla="*/ 211686 w 250509"/>
                  <a:gd name="connsiteY8" fmla="*/ 203712 h 397085"/>
                  <a:gd name="connsiteX9" fmla="*/ 208229 w 250509"/>
                  <a:gd name="connsiteY9" fmla="*/ 185356 h 397085"/>
                  <a:gd name="connsiteX10" fmla="*/ 215977 w 250509"/>
                  <a:gd name="connsiteY10" fmla="*/ 171172 h 397085"/>
                  <a:gd name="connsiteX11" fmla="*/ 193330 w 250509"/>
                  <a:gd name="connsiteY11" fmla="*/ 135414 h 397085"/>
                  <a:gd name="connsiteX12" fmla="*/ 200482 w 250509"/>
                  <a:gd name="connsiteY12" fmla="*/ 121230 h 397085"/>
                  <a:gd name="connsiteX13" fmla="*/ 215261 w 250509"/>
                  <a:gd name="connsiteY13" fmla="*/ 103471 h 397085"/>
                  <a:gd name="connsiteX14" fmla="*/ 198336 w 250509"/>
                  <a:gd name="connsiteY14" fmla="*/ 85711 h 397085"/>
                  <a:gd name="connsiteX15" fmla="*/ 183437 w 250509"/>
                  <a:gd name="connsiteY15" fmla="*/ 77249 h 397085"/>
                  <a:gd name="connsiteX16" fmla="*/ 179861 w 250509"/>
                  <a:gd name="connsiteY16" fmla="*/ 63780 h 397085"/>
                  <a:gd name="connsiteX17" fmla="*/ 183437 w 250509"/>
                  <a:gd name="connsiteY17" fmla="*/ 51026 h 397085"/>
                  <a:gd name="connsiteX18" fmla="*/ 192615 w 250509"/>
                  <a:gd name="connsiteY18" fmla="*/ 43994 h 397085"/>
                  <a:gd name="connsiteX19" fmla="*/ 197859 w 250509"/>
                  <a:gd name="connsiteY19" fmla="*/ 35293 h 397085"/>
                  <a:gd name="connsiteX20" fmla="*/ 197859 w 250509"/>
                  <a:gd name="connsiteY20" fmla="*/ 21943 h 397085"/>
                  <a:gd name="connsiteX21" fmla="*/ 172829 w 250509"/>
                  <a:gd name="connsiteY21" fmla="*/ 4780 h 397085"/>
                  <a:gd name="connsiteX22" fmla="*/ 153520 w 250509"/>
                  <a:gd name="connsiteY22" fmla="*/ 4780 h 397085"/>
                  <a:gd name="connsiteX23" fmla="*/ 129681 w 250509"/>
                  <a:gd name="connsiteY23" fmla="*/ 10501 h 397085"/>
                  <a:gd name="connsiteX24" fmla="*/ 114902 w 250509"/>
                  <a:gd name="connsiteY24" fmla="*/ 26473 h 397085"/>
                  <a:gd name="connsiteX25" fmla="*/ 110372 w 250509"/>
                  <a:gd name="connsiteY25" fmla="*/ 46974 h 397085"/>
                  <a:gd name="connsiteX26" fmla="*/ 100122 w 250509"/>
                  <a:gd name="connsiteY26" fmla="*/ 60562 h 397085"/>
                  <a:gd name="connsiteX27" fmla="*/ 86415 w 250509"/>
                  <a:gd name="connsiteY27" fmla="*/ 57224 h 397085"/>
                  <a:gd name="connsiteX28" fmla="*/ 68297 w 250509"/>
                  <a:gd name="connsiteY28" fmla="*/ 56032 h 397085"/>
                  <a:gd name="connsiteX29" fmla="*/ 42075 w 250509"/>
                  <a:gd name="connsiteY29" fmla="*/ 54840 h 397085"/>
                  <a:gd name="connsiteX30" fmla="*/ 15853 w 250509"/>
                  <a:gd name="connsiteY30" fmla="*/ 35531 h 397085"/>
                  <a:gd name="connsiteX31" fmla="*/ 0 w 250509"/>
                  <a:gd name="connsiteY31" fmla="*/ 47450 h 397085"/>
                  <a:gd name="connsiteX32" fmla="*/ 26103 w 250509"/>
                  <a:gd name="connsiteY32" fmla="*/ 66521 h 397085"/>
                  <a:gd name="connsiteX33" fmla="*/ 60311 w 250509"/>
                  <a:gd name="connsiteY33" fmla="*/ 87022 h 397085"/>
                  <a:gd name="connsiteX34" fmla="*/ 61384 w 250509"/>
                  <a:gd name="connsiteY34" fmla="*/ 109788 h 397085"/>
                  <a:gd name="connsiteX35" fmla="*/ 67105 w 250509"/>
                  <a:gd name="connsiteY35" fmla="*/ 131362 h 397085"/>
                  <a:gd name="connsiteX36" fmla="*/ 65913 w 250509"/>
                  <a:gd name="connsiteY36" fmla="*/ 151863 h 397085"/>
                  <a:gd name="connsiteX37" fmla="*/ 70562 w 250509"/>
                  <a:gd name="connsiteY37" fmla="*/ 163782 h 397085"/>
                  <a:gd name="connsiteX38" fmla="*/ 73899 w 250509"/>
                  <a:gd name="connsiteY38" fmla="*/ 175701 h 397085"/>
                  <a:gd name="connsiteX39" fmla="*/ 93209 w 250509"/>
                  <a:gd name="connsiteY39" fmla="*/ 183687 h 397085"/>
                  <a:gd name="connsiteX40" fmla="*/ 101671 w 250509"/>
                  <a:gd name="connsiteY40" fmla="*/ 202043 h 397085"/>
                  <a:gd name="connsiteX41" fmla="*/ 97499 w 250509"/>
                  <a:gd name="connsiteY41" fmla="*/ 210625 h 397085"/>
                  <a:gd name="connsiteX42" fmla="*/ 84269 w 250509"/>
                  <a:gd name="connsiteY42" fmla="*/ 221233 h 397085"/>
                  <a:gd name="connsiteX43" fmla="*/ 59834 w 250509"/>
                  <a:gd name="connsiteY43" fmla="*/ 245071 h 397085"/>
                  <a:gd name="connsiteX44" fmla="*/ 45651 w 250509"/>
                  <a:gd name="connsiteY44" fmla="*/ 256037 h 397085"/>
                  <a:gd name="connsiteX45" fmla="*/ 32897 w 250509"/>
                  <a:gd name="connsiteY45" fmla="*/ 269148 h 397085"/>
                  <a:gd name="connsiteX46" fmla="*/ 16329 w 250509"/>
                  <a:gd name="connsiteY46" fmla="*/ 277373 h 397085"/>
                  <a:gd name="connsiteX47" fmla="*/ 5721 w 250509"/>
                  <a:gd name="connsiteY47" fmla="*/ 292510 h 397085"/>
                  <a:gd name="connsiteX48" fmla="*/ 6436 w 250509"/>
                  <a:gd name="connsiteY48" fmla="*/ 306336 h 397085"/>
                  <a:gd name="connsiteX49" fmla="*/ 8820 w 250509"/>
                  <a:gd name="connsiteY49" fmla="*/ 323023 h 397085"/>
                  <a:gd name="connsiteX50" fmla="*/ 13111 w 250509"/>
                  <a:gd name="connsiteY50" fmla="*/ 349961 h 397085"/>
                  <a:gd name="connsiteX51" fmla="*/ 6675 w 250509"/>
                  <a:gd name="connsiteY51" fmla="*/ 374753 h 397085"/>
                  <a:gd name="connsiteX52" fmla="*/ 29083 w 250509"/>
                  <a:gd name="connsiteY52" fmla="*/ 383573 h 397085"/>
                  <a:gd name="connsiteX53" fmla="*/ 43624 w 250509"/>
                  <a:gd name="connsiteY53" fmla="*/ 391440 h 397085"/>
                  <a:gd name="connsiteX54" fmla="*/ 69847 w 250509"/>
                  <a:gd name="connsiteY54" fmla="*/ 397042 h 397085"/>
                  <a:gd name="connsiteX55" fmla="*/ 144223 w 250509"/>
                  <a:gd name="connsiteY55" fmla="*/ 380116 h 397085"/>
                  <a:gd name="connsiteX56" fmla="*/ 165677 w 250509"/>
                  <a:gd name="connsiteY56" fmla="*/ 377613 h 397085"/>
                  <a:gd name="connsiteX57" fmla="*/ 177597 w 250509"/>
                  <a:gd name="connsiteY57" fmla="*/ 363072 h 397085"/>
                  <a:gd name="connsiteX58" fmla="*/ 213474 w 250509"/>
                  <a:gd name="connsiteY58" fmla="*/ 333750 h 3970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250509" h="397085">
                    <a:moveTo>
                      <a:pt x="213474" y="333750"/>
                    </a:moveTo>
                    <a:cubicBezTo>
                      <a:pt x="219195" y="320997"/>
                      <a:pt x="244702" y="311223"/>
                      <a:pt x="249231" y="299781"/>
                    </a:cubicBezTo>
                    <a:cubicBezTo>
                      <a:pt x="251258" y="294059"/>
                      <a:pt x="251973" y="291318"/>
                      <a:pt x="242795" y="280591"/>
                    </a:cubicBezTo>
                    <a:cubicBezTo>
                      <a:pt x="233617" y="269863"/>
                      <a:pt x="213116" y="262950"/>
                      <a:pt x="212401" y="256752"/>
                    </a:cubicBezTo>
                    <a:cubicBezTo>
                      <a:pt x="211686" y="250554"/>
                      <a:pt x="227896" y="250435"/>
                      <a:pt x="227181" y="243283"/>
                    </a:cubicBezTo>
                    <a:cubicBezTo>
                      <a:pt x="226466" y="236132"/>
                      <a:pt x="218003" y="236251"/>
                      <a:pt x="214427" y="230530"/>
                    </a:cubicBezTo>
                    <a:cubicBezTo>
                      <a:pt x="210851" y="224809"/>
                      <a:pt x="218718" y="221352"/>
                      <a:pt x="218003" y="218611"/>
                    </a:cubicBezTo>
                    <a:cubicBezTo>
                      <a:pt x="217288" y="215869"/>
                      <a:pt x="206680" y="214439"/>
                      <a:pt x="206084" y="210863"/>
                    </a:cubicBezTo>
                    <a:cubicBezTo>
                      <a:pt x="205488" y="207287"/>
                      <a:pt x="213235" y="208003"/>
                      <a:pt x="211686" y="203712"/>
                    </a:cubicBezTo>
                    <a:cubicBezTo>
                      <a:pt x="210136" y="199421"/>
                      <a:pt x="203223" y="191792"/>
                      <a:pt x="208229" y="185356"/>
                    </a:cubicBezTo>
                    <a:cubicBezTo>
                      <a:pt x="213235" y="178920"/>
                      <a:pt x="223843" y="185356"/>
                      <a:pt x="215977" y="171172"/>
                    </a:cubicBezTo>
                    <a:cubicBezTo>
                      <a:pt x="208110" y="156988"/>
                      <a:pt x="196191" y="139229"/>
                      <a:pt x="193330" y="135414"/>
                    </a:cubicBezTo>
                    <a:cubicBezTo>
                      <a:pt x="190470" y="131600"/>
                      <a:pt x="196191" y="123495"/>
                      <a:pt x="200482" y="121230"/>
                    </a:cubicBezTo>
                    <a:cubicBezTo>
                      <a:pt x="204772" y="118966"/>
                      <a:pt x="215261" y="107762"/>
                      <a:pt x="215261" y="103471"/>
                    </a:cubicBezTo>
                    <a:cubicBezTo>
                      <a:pt x="215261" y="99180"/>
                      <a:pt x="201793" y="87857"/>
                      <a:pt x="198336" y="85711"/>
                    </a:cubicBezTo>
                    <a:cubicBezTo>
                      <a:pt x="194880" y="83566"/>
                      <a:pt x="187013" y="84400"/>
                      <a:pt x="183437" y="77249"/>
                    </a:cubicBezTo>
                    <a:cubicBezTo>
                      <a:pt x="179861" y="70097"/>
                      <a:pt x="176286" y="68071"/>
                      <a:pt x="179861" y="63780"/>
                    </a:cubicBezTo>
                    <a:cubicBezTo>
                      <a:pt x="182686" y="60166"/>
                      <a:pt x="183973" y="55583"/>
                      <a:pt x="183437" y="51026"/>
                    </a:cubicBezTo>
                    <a:cubicBezTo>
                      <a:pt x="183437" y="46854"/>
                      <a:pt x="191185" y="50311"/>
                      <a:pt x="192615" y="43994"/>
                    </a:cubicBezTo>
                    <a:cubicBezTo>
                      <a:pt x="193509" y="40655"/>
                      <a:pt x="195321" y="37637"/>
                      <a:pt x="197859" y="35293"/>
                    </a:cubicBezTo>
                    <a:cubicBezTo>
                      <a:pt x="198217" y="30850"/>
                      <a:pt x="198217" y="26386"/>
                      <a:pt x="197859" y="21943"/>
                    </a:cubicBezTo>
                    <a:cubicBezTo>
                      <a:pt x="196787" y="15030"/>
                      <a:pt x="177358" y="12765"/>
                      <a:pt x="172829" y="4780"/>
                    </a:cubicBezTo>
                    <a:cubicBezTo>
                      <a:pt x="168300" y="-3206"/>
                      <a:pt x="156977" y="250"/>
                      <a:pt x="153520" y="4780"/>
                    </a:cubicBezTo>
                    <a:cubicBezTo>
                      <a:pt x="150063" y="9309"/>
                      <a:pt x="129681" y="3707"/>
                      <a:pt x="129681" y="10501"/>
                    </a:cubicBezTo>
                    <a:cubicBezTo>
                      <a:pt x="129681" y="17295"/>
                      <a:pt x="114902" y="18487"/>
                      <a:pt x="114902" y="26473"/>
                    </a:cubicBezTo>
                    <a:cubicBezTo>
                      <a:pt x="114902" y="34458"/>
                      <a:pt x="121815" y="48046"/>
                      <a:pt x="110372" y="46974"/>
                    </a:cubicBezTo>
                    <a:cubicBezTo>
                      <a:pt x="98930" y="45901"/>
                      <a:pt x="106916" y="51503"/>
                      <a:pt x="100122" y="60562"/>
                    </a:cubicBezTo>
                    <a:cubicBezTo>
                      <a:pt x="93328" y="69620"/>
                      <a:pt x="93328" y="54840"/>
                      <a:pt x="86415" y="57224"/>
                    </a:cubicBezTo>
                    <a:cubicBezTo>
                      <a:pt x="79502" y="59608"/>
                      <a:pt x="71635" y="50311"/>
                      <a:pt x="68297" y="56032"/>
                    </a:cubicBezTo>
                    <a:cubicBezTo>
                      <a:pt x="64960" y="61753"/>
                      <a:pt x="53398" y="57224"/>
                      <a:pt x="42075" y="54840"/>
                    </a:cubicBezTo>
                    <a:cubicBezTo>
                      <a:pt x="30752" y="52456"/>
                      <a:pt x="25030" y="36723"/>
                      <a:pt x="15853" y="35531"/>
                    </a:cubicBezTo>
                    <a:cubicBezTo>
                      <a:pt x="8558" y="35704"/>
                      <a:pt x="2193" y="40496"/>
                      <a:pt x="0" y="47450"/>
                    </a:cubicBezTo>
                    <a:cubicBezTo>
                      <a:pt x="8093" y="54603"/>
                      <a:pt x="16830" y="60988"/>
                      <a:pt x="26103" y="66521"/>
                    </a:cubicBezTo>
                    <a:cubicBezTo>
                      <a:pt x="38618" y="72242"/>
                      <a:pt x="61861" y="78440"/>
                      <a:pt x="60311" y="87022"/>
                    </a:cubicBezTo>
                    <a:cubicBezTo>
                      <a:pt x="58762" y="95604"/>
                      <a:pt x="55782" y="106331"/>
                      <a:pt x="61384" y="109788"/>
                    </a:cubicBezTo>
                    <a:cubicBezTo>
                      <a:pt x="66986" y="113245"/>
                      <a:pt x="60311" y="128024"/>
                      <a:pt x="67105" y="131362"/>
                    </a:cubicBezTo>
                    <a:cubicBezTo>
                      <a:pt x="73899" y="134699"/>
                      <a:pt x="71635" y="151863"/>
                      <a:pt x="65913" y="151863"/>
                    </a:cubicBezTo>
                    <a:cubicBezTo>
                      <a:pt x="60192" y="151863"/>
                      <a:pt x="67105" y="161041"/>
                      <a:pt x="70562" y="163782"/>
                    </a:cubicBezTo>
                    <a:cubicBezTo>
                      <a:pt x="72707" y="167394"/>
                      <a:pt x="73852" y="171506"/>
                      <a:pt x="73899" y="175701"/>
                    </a:cubicBezTo>
                    <a:cubicBezTo>
                      <a:pt x="80562" y="177787"/>
                      <a:pt x="87022" y="180457"/>
                      <a:pt x="93209" y="183687"/>
                    </a:cubicBezTo>
                    <a:cubicBezTo>
                      <a:pt x="102744" y="187978"/>
                      <a:pt x="101314" y="194653"/>
                      <a:pt x="101671" y="202043"/>
                    </a:cubicBezTo>
                    <a:cubicBezTo>
                      <a:pt x="102029" y="209433"/>
                      <a:pt x="102386" y="213962"/>
                      <a:pt x="97499" y="210625"/>
                    </a:cubicBezTo>
                    <a:cubicBezTo>
                      <a:pt x="92612" y="207287"/>
                      <a:pt x="87130" y="210625"/>
                      <a:pt x="84269" y="221233"/>
                    </a:cubicBezTo>
                    <a:cubicBezTo>
                      <a:pt x="80372" y="232604"/>
                      <a:pt x="71301" y="241448"/>
                      <a:pt x="59834" y="245071"/>
                    </a:cubicBezTo>
                    <a:cubicBezTo>
                      <a:pt x="51729" y="245787"/>
                      <a:pt x="52445" y="254249"/>
                      <a:pt x="45651" y="256037"/>
                    </a:cubicBezTo>
                    <a:cubicBezTo>
                      <a:pt x="38857" y="257825"/>
                      <a:pt x="32659" y="261758"/>
                      <a:pt x="32897" y="269148"/>
                    </a:cubicBezTo>
                    <a:cubicBezTo>
                      <a:pt x="33135" y="276538"/>
                      <a:pt x="23004" y="277373"/>
                      <a:pt x="16329" y="277373"/>
                    </a:cubicBezTo>
                    <a:cubicBezTo>
                      <a:pt x="9655" y="277373"/>
                      <a:pt x="10966" y="289292"/>
                      <a:pt x="5721" y="292510"/>
                    </a:cubicBezTo>
                    <a:cubicBezTo>
                      <a:pt x="477" y="295728"/>
                      <a:pt x="1430" y="300019"/>
                      <a:pt x="6436" y="306336"/>
                    </a:cubicBezTo>
                    <a:cubicBezTo>
                      <a:pt x="11442" y="312653"/>
                      <a:pt x="6436" y="318255"/>
                      <a:pt x="8820" y="323023"/>
                    </a:cubicBezTo>
                    <a:cubicBezTo>
                      <a:pt x="14303" y="330866"/>
                      <a:pt x="15888" y="340795"/>
                      <a:pt x="13111" y="349961"/>
                    </a:cubicBezTo>
                    <a:cubicBezTo>
                      <a:pt x="7747" y="361880"/>
                      <a:pt x="2145" y="376183"/>
                      <a:pt x="6675" y="374753"/>
                    </a:cubicBezTo>
                    <a:cubicBezTo>
                      <a:pt x="11204" y="373322"/>
                      <a:pt x="21931" y="384288"/>
                      <a:pt x="29083" y="383573"/>
                    </a:cubicBezTo>
                    <a:cubicBezTo>
                      <a:pt x="36235" y="382858"/>
                      <a:pt x="36830" y="393466"/>
                      <a:pt x="43624" y="391440"/>
                    </a:cubicBezTo>
                    <a:cubicBezTo>
                      <a:pt x="50419" y="389413"/>
                      <a:pt x="50299" y="397757"/>
                      <a:pt x="69847" y="397042"/>
                    </a:cubicBezTo>
                    <a:cubicBezTo>
                      <a:pt x="89394" y="396326"/>
                      <a:pt x="128609" y="380116"/>
                      <a:pt x="144223" y="380116"/>
                    </a:cubicBezTo>
                    <a:cubicBezTo>
                      <a:pt x="151446" y="380188"/>
                      <a:pt x="158657" y="379342"/>
                      <a:pt x="165677" y="377613"/>
                    </a:cubicBezTo>
                    <a:cubicBezTo>
                      <a:pt x="169182" y="372405"/>
                      <a:pt x="173175" y="367530"/>
                      <a:pt x="177597" y="363072"/>
                    </a:cubicBezTo>
                    <a:cubicBezTo>
                      <a:pt x="186775" y="353656"/>
                      <a:pt x="207991" y="346504"/>
                      <a:pt x="213474" y="333750"/>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08" name="Freeform: Shape 107">
                <a:extLst>
                  <a:ext uri="{FF2B5EF4-FFF2-40B4-BE49-F238E27FC236}">
                    <a16:creationId xmlns:a16="http://schemas.microsoft.com/office/drawing/2014/main" id="{D1043A86-9B9C-4634-954F-29853FE0FCF5}"/>
                  </a:ext>
                </a:extLst>
              </p:cNvPr>
              <p:cNvSpPr/>
              <p:nvPr/>
            </p:nvSpPr>
            <p:spPr>
              <a:xfrm>
                <a:off x="5086065" y="7812691"/>
                <a:ext cx="504779" cy="405134"/>
              </a:xfrm>
              <a:custGeom>
                <a:avLst/>
                <a:gdLst>
                  <a:gd name="connsiteX0" fmla="*/ 302153 w 504779"/>
                  <a:gd name="connsiteY0" fmla="*/ 84507 h 405134"/>
                  <a:gd name="connsiteX1" fmla="*/ 259601 w 504779"/>
                  <a:gd name="connsiteY1" fmla="*/ 79859 h 405134"/>
                  <a:gd name="connsiteX2" fmla="*/ 231234 w 504779"/>
                  <a:gd name="connsiteY2" fmla="*/ 70324 h 405134"/>
                  <a:gd name="connsiteX3" fmla="*/ 173544 w 504779"/>
                  <a:gd name="connsiteY3" fmla="*/ 27772 h 405134"/>
                  <a:gd name="connsiteX4" fmla="*/ 125867 w 504779"/>
                  <a:gd name="connsiteY4" fmla="*/ 358 h 405134"/>
                  <a:gd name="connsiteX5" fmla="*/ 105962 w 504779"/>
                  <a:gd name="connsiteY5" fmla="*/ 358 h 405134"/>
                  <a:gd name="connsiteX6" fmla="*/ 81409 w 504779"/>
                  <a:gd name="connsiteY6" fmla="*/ 7867 h 405134"/>
                  <a:gd name="connsiteX7" fmla="*/ 57570 w 504779"/>
                  <a:gd name="connsiteY7" fmla="*/ 23123 h 405134"/>
                  <a:gd name="connsiteX8" fmla="*/ 75568 w 504779"/>
                  <a:gd name="connsiteY8" fmla="*/ 43863 h 405134"/>
                  <a:gd name="connsiteX9" fmla="*/ 61384 w 504779"/>
                  <a:gd name="connsiteY9" fmla="*/ 55782 h 405134"/>
                  <a:gd name="connsiteX10" fmla="*/ 46247 w 504779"/>
                  <a:gd name="connsiteY10" fmla="*/ 62457 h 405134"/>
                  <a:gd name="connsiteX11" fmla="*/ 27295 w 504779"/>
                  <a:gd name="connsiteY11" fmla="*/ 76641 h 405134"/>
                  <a:gd name="connsiteX12" fmla="*/ 3457 w 504779"/>
                  <a:gd name="connsiteY12" fmla="*/ 66033 h 405134"/>
                  <a:gd name="connsiteX13" fmla="*/ 954 w 504779"/>
                  <a:gd name="connsiteY13" fmla="*/ 72946 h 405134"/>
                  <a:gd name="connsiteX14" fmla="*/ 0 w 504779"/>
                  <a:gd name="connsiteY14" fmla="*/ 79382 h 405134"/>
                  <a:gd name="connsiteX15" fmla="*/ 4053 w 504779"/>
                  <a:gd name="connsiteY15" fmla="*/ 106677 h 405134"/>
                  <a:gd name="connsiteX16" fmla="*/ 23481 w 504779"/>
                  <a:gd name="connsiteY16" fmla="*/ 130516 h 405134"/>
                  <a:gd name="connsiteX17" fmla="*/ 58166 w 504779"/>
                  <a:gd name="connsiteY17" fmla="*/ 184271 h 405134"/>
                  <a:gd name="connsiteX18" fmla="*/ 76641 w 504779"/>
                  <a:gd name="connsiteY18" fmla="*/ 210851 h 405134"/>
                  <a:gd name="connsiteX19" fmla="*/ 98215 w 504779"/>
                  <a:gd name="connsiteY19" fmla="*/ 237789 h 405134"/>
                  <a:gd name="connsiteX20" fmla="*/ 104293 w 504779"/>
                  <a:gd name="connsiteY20" fmla="*/ 264369 h 405134"/>
                  <a:gd name="connsiteX21" fmla="*/ 123722 w 504779"/>
                  <a:gd name="connsiteY21" fmla="*/ 304775 h 405134"/>
                  <a:gd name="connsiteX22" fmla="*/ 151375 w 504779"/>
                  <a:gd name="connsiteY22" fmla="*/ 336242 h 405134"/>
                  <a:gd name="connsiteX23" fmla="*/ 173306 w 504779"/>
                  <a:gd name="connsiteY23" fmla="*/ 372834 h 405134"/>
                  <a:gd name="connsiteX24" fmla="*/ 181530 w 504779"/>
                  <a:gd name="connsiteY24" fmla="*/ 391189 h 405134"/>
                  <a:gd name="connsiteX25" fmla="*/ 189397 w 504779"/>
                  <a:gd name="connsiteY25" fmla="*/ 405135 h 405134"/>
                  <a:gd name="connsiteX26" fmla="*/ 200482 w 504779"/>
                  <a:gd name="connsiteY26" fmla="*/ 399056 h 405134"/>
                  <a:gd name="connsiteX27" fmla="*/ 199767 w 504779"/>
                  <a:gd name="connsiteY27" fmla="*/ 386064 h 405134"/>
                  <a:gd name="connsiteX28" fmla="*/ 210017 w 504779"/>
                  <a:gd name="connsiteY28" fmla="*/ 377125 h 405134"/>
                  <a:gd name="connsiteX29" fmla="*/ 227896 w 504779"/>
                  <a:gd name="connsiteY29" fmla="*/ 379866 h 405134"/>
                  <a:gd name="connsiteX30" fmla="*/ 257337 w 504779"/>
                  <a:gd name="connsiteY30" fmla="*/ 382607 h 405134"/>
                  <a:gd name="connsiteX31" fmla="*/ 290830 w 504779"/>
                  <a:gd name="connsiteY31" fmla="*/ 388090 h 405134"/>
                  <a:gd name="connsiteX32" fmla="*/ 307278 w 504779"/>
                  <a:gd name="connsiteY32" fmla="*/ 382011 h 405134"/>
                  <a:gd name="connsiteX33" fmla="*/ 344228 w 504779"/>
                  <a:gd name="connsiteY33" fmla="*/ 349710 h 405134"/>
                  <a:gd name="connsiteX34" fmla="*/ 391905 w 504779"/>
                  <a:gd name="connsiteY34" fmla="*/ 346969 h 405134"/>
                  <a:gd name="connsiteX35" fmla="*/ 488451 w 504779"/>
                  <a:gd name="connsiteY35" fmla="*/ 315502 h 405134"/>
                  <a:gd name="connsiteX36" fmla="*/ 504780 w 504779"/>
                  <a:gd name="connsiteY36" fmla="*/ 265561 h 405134"/>
                  <a:gd name="connsiteX37" fmla="*/ 492861 w 504779"/>
                  <a:gd name="connsiteY37" fmla="*/ 248397 h 405134"/>
                  <a:gd name="connsiteX38" fmla="*/ 432549 w 504779"/>
                  <a:gd name="connsiteY38" fmla="*/ 241603 h 405134"/>
                  <a:gd name="connsiteX39" fmla="*/ 414551 w 504779"/>
                  <a:gd name="connsiteY39" fmla="*/ 215857 h 405134"/>
                  <a:gd name="connsiteX40" fmla="*/ 404658 w 504779"/>
                  <a:gd name="connsiteY40" fmla="*/ 200482 h 405134"/>
                  <a:gd name="connsiteX41" fmla="*/ 384515 w 504779"/>
                  <a:gd name="connsiteY41" fmla="*/ 186775 h 405134"/>
                  <a:gd name="connsiteX42" fmla="*/ 371761 w 504779"/>
                  <a:gd name="connsiteY42" fmla="*/ 160910 h 405134"/>
                  <a:gd name="connsiteX43" fmla="*/ 361153 w 504779"/>
                  <a:gd name="connsiteY43" fmla="*/ 135045 h 405134"/>
                  <a:gd name="connsiteX44" fmla="*/ 337315 w 504779"/>
                  <a:gd name="connsiteY44" fmla="*/ 106677 h 405134"/>
                  <a:gd name="connsiteX45" fmla="*/ 334335 w 504779"/>
                  <a:gd name="connsiteY45" fmla="*/ 96546 h 405134"/>
                  <a:gd name="connsiteX46" fmla="*/ 315264 w 504779"/>
                  <a:gd name="connsiteY46" fmla="*/ 95592 h 40513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504779" h="405134">
                    <a:moveTo>
                      <a:pt x="302153" y="84507"/>
                    </a:moveTo>
                    <a:cubicBezTo>
                      <a:pt x="302153" y="84507"/>
                      <a:pt x="265322" y="79859"/>
                      <a:pt x="259601" y="79859"/>
                    </a:cubicBezTo>
                    <a:cubicBezTo>
                      <a:pt x="249363" y="79811"/>
                      <a:pt x="239422" y="76462"/>
                      <a:pt x="231234" y="70324"/>
                    </a:cubicBezTo>
                    <a:cubicBezTo>
                      <a:pt x="212735" y="55174"/>
                      <a:pt x="193473" y="40978"/>
                      <a:pt x="173544" y="27772"/>
                    </a:cubicBezTo>
                    <a:cubicBezTo>
                      <a:pt x="165916" y="23958"/>
                      <a:pt x="134807" y="1311"/>
                      <a:pt x="125867" y="358"/>
                    </a:cubicBezTo>
                    <a:cubicBezTo>
                      <a:pt x="119240" y="-119"/>
                      <a:pt x="112589" y="-119"/>
                      <a:pt x="105962" y="358"/>
                    </a:cubicBezTo>
                    <a:cubicBezTo>
                      <a:pt x="95593" y="358"/>
                      <a:pt x="100360" y="7032"/>
                      <a:pt x="81409" y="7867"/>
                    </a:cubicBezTo>
                    <a:cubicBezTo>
                      <a:pt x="62457" y="8701"/>
                      <a:pt x="52087" y="21216"/>
                      <a:pt x="57570" y="23123"/>
                    </a:cubicBezTo>
                    <a:cubicBezTo>
                      <a:pt x="63053" y="25030"/>
                      <a:pt x="81409" y="41002"/>
                      <a:pt x="75568" y="43863"/>
                    </a:cubicBezTo>
                    <a:cubicBezTo>
                      <a:pt x="69728" y="46723"/>
                      <a:pt x="69013" y="55782"/>
                      <a:pt x="61384" y="55782"/>
                    </a:cubicBezTo>
                    <a:cubicBezTo>
                      <a:pt x="53756" y="55782"/>
                      <a:pt x="46247" y="56736"/>
                      <a:pt x="46247" y="62457"/>
                    </a:cubicBezTo>
                    <a:cubicBezTo>
                      <a:pt x="43803" y="70884"/>
                      <a:pt x="36068" y="76665"/>
                      <a:pt x="27295" y="76641"/>
                    </a:cubicBezTo>
                    <a:cubicBezTo>
                      <a:pt x="18904" y="74197"/>
                      <a:pt x="10894" y="70621"/>
                      <a:pt x="3457" y="66033"/>
                    </a:cubicBezTo>
                    <a:lnTo>
                      <a:pt x="954" y="72946"/>
                    </a:lnTo>
                    <a:lnTo>
                      <a:pt x="0" y="79382"/>
                    </a:lnTo>
                    <a:cubicBezTo>
                      <a:pt x="1669" y="84388"/>
                      <a:pt x="-834" y="105128"/>
                      <a:pt x="4053" y="106677"/>
                    </a:cubicBezTo>
                    <a:cubicBezTo>
                      <a:pt x="8939" y="108227"/>
                      <a:pt x="12158" y="118596"/>
                      <a:pt x="23481" y="130516"/>
                    </a:cubicBezTo>
                    <a:cubicBezTo>
                      <a:pt x="34804" y="142435"/>
                      <a:pt x="57808" y="176166"/>
                      <a:pt x="58166" y="184271"/>
                    </a:cubicBezTo>
                    <a:cubicBezTo>
                      <a:pt x="59370" y="195714"/>
                      <a:pt x="66343" y="205738"/>
                      <a:pt x="76641" y="210851"/>
                    </a:cubicBezTo>
                    <a:cubicBezTo>
                      <a:pt x="90825" y="220387"/>
                      <a:pt x="90825" y="232068"/>
                      <a:pt x="98215" y="237789"/>
                    </a:cubicBezTo>
                    <a:cubicBezTo>
                      <a:pt x="105605" y="243510"/>
                      <a:pt x="103936" y="249708"/>
                      <a:pt x="104293" y="264369"/>
                    </a:cubicBezTo>
                    <a:cubicBezTo>
                      <a:pt x="104150" y="280126"/>
                      <a:pt x="111326" y="295049"/>
                      <a:pt x="123722" y="304775"/>
                    </a:cubicBezTo>
                    <a:cubicBezTo>
                      <a:pt x="136392" y="311628"/>
                      <a:pt x="146202" y="322797"/>
                      <a:pt x="151375" y="336242"/>
                    </a:cubicBezTo>
                    <a:cubicBezTo>
                      <a:pt x="156309" y="349710"/>
                      <a:pt x="163747" y="362130"/>
                      <a:pt x="173306" y="372834"/>
                    </a:cubicBezTo>
                    <a:cubicBezTo>
                      <a:pt x="181530" y="380939"/>
                      <a:pt x="176882" y="384753"/>
                      <a:pt x="181530" y="391189"/>
                    </a:cubicBezTo>
                    <a:cubicBezTo>
                      <a:pt x="184701" y="395504"/>
                      <a:pt x="187347" y="400188"/>
                      <a:pt x="189397" y="405135"/>
                    </a:cubicBezTo>
                    <a:cubicBezTo>
                      <a:pt x="193318" y="403562"/>
                      <a:pt x="197049" y="401523"/>
                      <a:pt x="200482" y="399056"/>
                    </a:cubicBezTo>
                    <a:cubicBezTo>
                      <a:pt x="201793" y="396315"/>
                      <a:pt x="197741" y="388806"/>
                      <a:pt x="199767" y="386064"/>
                    </a:cubicBezTo>
                    <a:cubicBezTo>
                      <a:pt x="202365" y="382262"/>
                      <a:pt x="205893" y="379175"/>
                      <a:pt x="210017" y="377125"/>
                    </a:cubicBezTo>
                    <a:cubicBezTo>
                      <a:pt x="214189" y="375814"/>
                      <a:pt x="218957" y="381296"/>
                      <a:pt x="227896" y="379866"/>
                    </a:cubicBezTo>
                    <a:cubicBezTo>
                      <a:pt x="237789" y="378758"/>
                      <a:pt x="247813" y="379687"/>
                      <a:pt x="257337" y="382607"/>
                    </a:cubicBezTo>
                    <a:cubicBezTo>
                      <a:pt x="259363" y="384753"/>
                      <a:pt x="284632" y="383323"/>
                      <a:pt x="290830" y="388090"/>
                    </a:cubicBezTo>
                    <a:cubicBezTo>
                      <a:pt x="297028" y="392858"/>
                      <a:pt x="302749" y="391547"/>
                      <a:pt x="307278" y="382011"/>
                    </a:cubicBezTo>
                    <a:cubicBezTo>
                      <a:pt x="311807" y="372476"/>
                      <a:pt x="340175" y="351856"/>
                      <a:pt x="344228" y="349710"/>
                    </a:cubicBezTo>
                    <a:cubicBezTo>
                      <a:pt x="348280" y="347565"/>
                      <a:pt x="379151" y="349710"/>
                      <a:pt x="391905" y="346969"/>
                    </a:cubicBezTo>
                    <a:cubicBezTo>
                      <a:pt x="404658" y="344228"/>
                      <a:pt x="484994" y="318244"/>
                      <a:pt x="488451" y="315502"/>
                    </a:cubicBezTo>
                    <a:cubicBezTo>
                      <a:pt x="495686" y="299495"/>
                      <a:pt x="501157" y="282748"/>
                      <a:pt x="504780" y="265561"/>
                    </a:cubicBezTo>
                    <a:cubicBezTo>
                      <a:pt x="504780" y="260793"/>
                      <a:pt x="498701" y="247801"/>
                      <a:pt x="492861" y="248397"/>
                    </a:cubicBezTo>
                    <a:cubicBezTo>
                      <a:pt x="472610" y="247646"/>
                      <a:pt x="452455" y="245369"/>
                      <a:pt x="432549" y="241603"/>
                    </a:cubicBezTo>
                    <a:cubicBezTo>
                      <a:pt x="423407" y="235715"/>
                      <a:pt x="416947" y="226466"/>
                      <a:pt x="414551" y="215857"/>
                    </a:cubicBezTo>
                    <a:cubicBezTo>
                      <a:pt x="409760" y="211864"/>
                      <a:pt x="406315" y="206489"/>
                      <a:pt x="404658" y="200482"/>
                    </a:cubicBezTo>
                    <a:cubicBezTo>
                      <a:pt x="395421" y="201781"/>
                      <a:pt x="386696" y="195845"/>
                      <a:pt x="384515" y="186775"/>
                    </a:cubicBezTo>
                    <a:cubicBezTo>
                      <a:pt x="379867" y="183556"/>
                      <a:pt x="367470" y="165797"/>
                      <a:pt x="371761" y="160910"/>
                    </a:cubicBezTo>
                    <a:cubicBezTo>
                      <a:pt x="376052" y="156023"/>
                      <a:pt x="368901" y="142196"/>
                      <a:pt x="361153" y="135045"/>
                    </a:cubicBezTo>
                    <a:cubicBezTo>
                      <a:pt x="353406" y="127893"/>
                      <a:pt x="337315" y="114902"/>
                      <a:pt x="337315" y="106677"/>
                    </a:cubicBezTo>
                    <a:cubicBezTo>
                      <a:pt x="336683" y="103209"/>
                      <a:pt x="335682" y="99812"/>
                      <a:pt x="334335" y="96546"/>
                    </a:cubicBezTo>
                    <a:lnTo>
                      <a:pt x="315264" y="95592"/>
                    </a:ln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09" name="Freeform: Shape 108">
                <a:extLst>
                  <a:ext uri="{FF2B5EF4-FFF2-40B4-BE49-F238E27FC236}">
                    <a16:creationId xmlns:a16="http://schemas.microsoft.com/office/drawing/2014/main" id="{EF50BD96-B6D6-499F-AB0A-45A9B71FF05D}"/>
                  </a:ext>
                </a:extLst>
              </p:cNvPr>
              <p:cNvSpPr/>
              <p:nvPr/>
            </p:nvSpPr>
            <p:spPr>
              <a:xfrm>
                <a:off x="5500974" y="7998154"/>
                <a:ext cx="191499" cy="214784"/>
              </a:xfrm>
              <a:custGeom>
                <a:avLst/>
                <a:gdLst>
                  <a:gd name="connsiteX0" fmla="*/ 96188 w 191499"/>
                  <a:gd name="connsiteY0" fmla="*/ 4768 h 214784"/>
                  <a:gd name="connsiteX1" fmla="*/ 96188 w 191499"/>
                  <a:gd name="connsiteY1" fmla="*/ 23004 h 214784"/>
                  <a:gd name="connsiteX2" fmla="*/ 81051 w 191499"/>
                  <a:gd name="connsiteY2" fmla="*/ 42194 h 214784"/>
                  <a:gd name="connsiteX3" fmla="*/ 72946 w 191499"/>
                  <a:gd name="connsiteY3" fmla="*/ 62338 h 214784"/>
                  <a:gd name="connsiteX4" fmla="*/ 77833 w 191499"/>
                  <a:gd name="connsiteY4" fmla="*/ 62338 h 214784"/>
                  <a:gd name="connsiteX5" fmla="*/ 89752 w 191499"/>
                  <a:gd name="connsiteY5" fmla="*/ 79501 h 214784"/>
                  <a:gd name="connsiteX6" fmla="*/ 73423 w 191499"/>
                  <a:gd name="connsiteY6" fmla="*/ 129443 h 214784"/>
                  <a:gd name="connsiteX7" fmla="*/ 0 w 191499"/>
                  <a:gd name="connsiteY7" fmla="*/ 154235 h 214784"/>
                  <a:gd name="connsiteX8" fmla="*/ 29322 w 191499"/>
                  <a:gd name="connsiteY8" fmla="*/ 214785 h 214784"/>
                  <a:gd name="connsiteX9" fmla="*/ 35400 w 191499"/>
                  <a:gd name="connsiteY9" fmla="*/ 211924 h 214784"/>
                  <a:gd name="connsiteX10" fmla="*/ 74376 w 191499"/>
                  <a:gd name="connsiteY10" fmla="*/ 205130 h 214784"/>
                  <a:gd name="connsiteX11" fmla="*/ 83554 w 191499"/>
                  <a:gd name="connsiteY11" fmla="*/ 186417 h 214784"/>
                  <a:gd name="connsiteX12" fmla="*/ 109776 w 191499"/>
                  <a:gd name="connsiteY12" fmla="*/ 182126 h 214784"/>
                  <a:gd name="connsiteX13" fmla="*/ 125391 w 191499"/>
                  <a:gd name="connsiteY13" fmla="*/ 160195 h 214784"/>
                  <a:gd name="connsiteX14" fmla="*/ 140647 w 191499"/>
                  <a:gd name="connsiteY14" fmla="*/ 152328 h 214784"/>
                  <a:gd name="connsiteX15" fmla="*/ 148752 w 191499"/>
                  <a:gd name="connsiteY15" fmla="*/ 120146 h 214784"/>
                  <a:gd name="connsiteX16" fmla="*/ 168300 w 191499"/>
                  <a:gd name="connsiteY16" fmla="*/ 106677 h 214784"/>
                  <a:gd name="connsiteX17" fmla="*/ 188086 w 191499"/>
                  <a:gd name="connsiteY17" fmla="*/ 78667 h 214784"/>
                  <a:gd name="connsiteX18" fmla="*/ 186298 w 191499"/>
                  <a:gd name="connsiteY18" fmla="*/ 65556 h 214784"/>
                  <a:gd name="connsiteX19" fmla="*/ 166154 w 191499"/>
                  <a:gd name="connsiteY19" fmla="*/ 40406 h 214784"/>
                  <a:gd name="connsiteX20" fmla="*/ 126106 w 191499"/>
                  <a:gd name="connsiteY20" fmla="*/ 25507 h 214784"/>
                  <a:gd name="connsiteX21" fmla="*/ 113233 w 191499"/>
                  <a:gd name="connsiteY21" fmla="*/ 0 h 214784"/>
                  <a:gd name="connsiteX22" fmla="*/ 104890 w 191499"/>
                  <a:gd name="connsiteY22" fmla="*/ 4768 h 2147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91499" h="214784">
                    <a:moveTo>
                      <a:pt x="96188" y="4768"/>
                    </a:moveTo>
                    <a:lnTo>
                      <a:pt x="96188" y="23004"/>
                    </a:lnTo>
                    <a:lnTo>
                      <a:pt x="81051" y="42194"/>
                    </a:lnTo>
                    <a:lnTo>
                      <a:pt x="72946" y="62338"/>
                    </a:lnTo>
                    <a:lnTo>
                      <a:pt x="77833" y="62338"/>
                    </a:lnTo>
                    <a:cubicBezTo>
                      <a:pt x="84031" y="61742"/>
                      <a:pt x="89752" y="74257"/>
                      <a:pt x="89752" y="79501"/>
                    </a:cubicBezTo>
                    <a:cubicBezTo>
                      <a:pt x="86129" y="96689"/>
                      <a:pt x="80658" y="113435"/>
                      <a:pt x="73423" y="129443"/>
                    </a:cubicBezTo>
                    <a:cubicBezTo>
                      <a:pt x="70920" y="131469"/>
                      <a:pt x="28130" y="145534"/>
                      <a:pt x="0" y="154235"/>
                    </a:cubicBezTo>
                    <a:cubicBezTo>
                      <a:pt x="6079" y="166988"/>
                      <a:pt x="18237" y="192257"/>
                      <a:pt x="29322" y="214785"/>
                    </a:cubicBezTo>
                    <a:cubicBezTo>
                      <a:pt x="31407" y="213962"/>
                      <a:pt x="33434" y="213009"/>
                      <a:pt x="35400" y="211924"/>
                    </a:cubicBezTo>
                    <a:cubicBezTo>
                      <a:pt x="48869" y="204057"/>
                      <a:pt x="64126" y="207991"/>
                      <a:pt x="74376" y="205130"/>
                    </a:cubicBezTo>
                    <a:cubicBezTo>
                      <a:pt x="84627" y="202269"/>
                      <a:pt x="74376" y="193807"/>
                      <a:pt x="83554" y="186417"/>
                    </a:cubicBezTo>
                    <a:cubicBezTo>
                      <a:pt x="92732" y="179027"/>
                      <a:pt x="105128" y="184629"/>
                      <a:pt x="109776" y="182126"/>
                    </a:cubicBezTo>
                    <a:cubicBezTo>
                      <a:pt x="114425" y="179623"/>
                      <a:pt x="117643" y="163413"/>
                      <a:pt x="125391" y="160195"/>
                    </a:cubicBezTo>
                    <a:cubicBezTo>
                      <a:pt x="133138" y="156976"/>
                      <a:pt x="141720" y="159122"/>
                      <a:pt x="140647" y="152328"/>
                    </a:cubicBezTo>
                    <a:cubicBezTo>
                      <a:pt x="139575" y="145534"/>
                      <a:pt x="141362" y="121576"/>
                      <a:pt x="148752" y="120146"/>
                    </a:cubicBezTo>
                    <a:cubicBezTo>
                      <a:pt x="156142" y="118715"/>
                      <a:pt x="167942" y="110849"/>
                      <a:pt x="168300" y="106677"/>
                    </a:cubicBezTo>
                    <a:cubicBezTo>
                      <a:pt x="174260" y="96903"/>
                      <a:pt x="180875" y="87547"/>
                      <a:pt x="188086" y="78667"/>
                    </a:cubicBezTo>
                    <a:cubicBezTo>
                      <a:pt x="192734" y="70919"/>
                      <a:pt x="193092" y="66748"/>
                      <a:pt x="186298" y="65556"/>
                    </a:cubicBezTo>
                    <a:cubicBezTo>
                      <a:pt x="179504" y="64364"/>
                      <a:pt x="169015" y="45770"/>
                      <a:pt x="166154" y="40406"/>
                    </a:cubicBezTo>
                    <a:cubicBezTo>
                      <a:pt x="163294" y="35043"/>
                      <a:pt x="142316" y="38618"/>
                      <a:pt x="126106" y="25507"/>
                    </a:cubicBezTo>
                    <a:cubicBezTo>
                      <a:pt x="119181" y="18618"/>
                      <a:pt x="114663" y="9666"/>
                      <a:pt x="113233" y="0"/>
                    </a:cubicBezTo>
                    <a:lnTo>
                      <a:pt x="104890" y="4768"/>
                    </a:ln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10" name="Freeform: Shape 109">
                <a:extLst>
                  <a:ext uri="{FF2B5EF4-FFF2-40B4-BE49-F238E27FC236}">
                    <a16:creationId xmlns:a16="http://schemas.microsoft.com/office/drawing/2014/main" id="{6AFA493E-4241-44E3-BA09-04258B2A38D2}"/>
                  </a:ext>
                </a:extLst>
              </p:cNvPr>
              <p:cNvSpPr/>
              <p:nvPr/>
            </p:nvSpPr>
            <p:spPr>
              <a:xfrm>
                <a:off x="5470103" y="7974879"/>
                <a:ext cx="24732" cy="37952"/>
              </a:xfrm>
              <a:custGeom>
                <a:avLst/>
                <a:gdLst>
                  <a:gd name="connsiteX0" fmla="*/ 20620 w 24732"/>
                  <a:gd name="connsiteY0" fmla="*/ 37697 h 37952"/>
                  <a:gd name="connsiteX1" fmla="*/ 20620 w 24732"/>
                  <a:gd name="connsiteY1" fmla="*/ 31142 h 37952"/>
                  <a:gd name="connsiteX2" fmla="*/ 17760 w 24732"/>
                  <a:gd name="connsiteY2" fmla="*/ 271 h 37952"/>
                  <a:gd name="connsiteX3" fmla="*/ 1788 w 24732"/>
                  <a:gd name="connsiteY3" fmla="*/ 24109 h 37952"/>
                  <a:gd name="connsiteX4" fmla="*/ 0 w 24732"/>
                  <a:gd name="connsiteY4" fmla="*/ 24109 h 37952"/>
                  <a:gd name="connsiteX5" fmla="*/ 20620 w 24732"/>
                  <a:gd name="connsiteY5" fmla="*/ 37697 h 3795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24732" h="37952">
                    <a:moveTo>
                      <a:pt x="20620" y="37697"/>
                    </a:moveTo>
                    <a:cubicBezTo>
                      <a:pt x="19750" y="35599"/>
                      <a:pt x="19750" y="33239"/>
                      <a:pt x="20620" y="31142"/>
                    </a:cubicBezTo>
                    <a:cubicBezTo>
                      <a:pt x="25150" y="23275"/>
                      <a:pt x="28010" y="3131"/>
                      <a:pt x="17760" y="271"/>
                    </a:cubicBezTo>
                    <a:cubicBezTo>
                      <a:pt x="7509" y="-2590"/>
                      <a:pt x="1788" y="18030"/>
                      <a:pt x="1788" y="24109"/>
                    </a:cubicBezTo>
                    <a:cubicBezTo>
                      <a:pt x="1788" y="25182"/>
                      <a:pt x="1073" y="25182"/>
                      <a:pt x="0" y="24109"/>
                    </a:cubicBezTo>
                    <a:cubicBezTo>
                      <a:pt x="2241" y="33347"/>
                      <a:pt x="11252" y="39282"/>
                      <a:pt x="20620" y="37697"/>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11" name="Freeform: Shape 110">
                <a:extLst>
                  <a:ext uri="{FF2B5EF4-FFF2-40B4-BE49-F238E27FC236}">
                    <a16:creationId xmlns:a16="http://schemas.microsoft.com/office/drawing/2014/main" id="{8C9D5EB2-A428-4350-9CB9-5BB78250289F}"/>
                  </a:ext>
                </a:extLst>
              </p:cNvPr>
              <p:cNvSpPr/>
              <p:nvPr/>
            </p:nvSpPr>
            <p:spPr>
              <a:xfrm>
                <a:off x="6970735" y="8505437"/>
                <a:ext cx="30390" cy="19547"/>
              </a:xfrm>
              <a:custGeom>
                <a:avLst/>
                <a:gdLst>
                  <a:gd name="connsiteX0" fmla="*/ 12873 w 30390"/>
                  <a:gd name="connsiteY0" fmla="*/ 19548 h 19547"/>
                  <a:gd name="connsiteX1" fmla="*/ 28487 w 30390"/>
                  <a:gd name="connsiteY1" fmla="*/ 13945 h 19547"/>
                  <a:gd name="connsiteX2" fmla="*/ 28487 w 30390"/>
                  <a:gd name="connsiteY2" fmla="*/ 0 h 19547"/>
                  <a:gd name="connsiteX3" fmla="*/ 16568 w 30390"/>
                  <a:gd name="connsiteY3" fmla="*/ 5364 h 19547"/>
                  <a:gd name="connsiteX4" fmla="*/ 0 w 30390"/>
                  <a:gd name="connsiteY4" fmla="*/ 2622 h 19547"/>
                  <a:gd name="connsiteX5" fmla="*/ 12873 w 30390"/>
                  <a:gd name="connsiteY5" fmla="*/ 19548 h 1954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30390" h="19547">
                    <a:moveTo>
                      <a:pt x="12873" y="19548"/>
                    </a:moveTo>
                    <a:cubicBezTo>
                      <a:pt x="21454" y="19548"/>
                      <a:pt x="22885" y="12515"/>
                      <a:pt x="28487" y="13945"/>
                    </a:cubicBezTo>
                    <a:cubicBezTo>
                      <a:pt x="31586" y="14661"/>
                      <a:pt x="30394" y="8463"/>
                      <a:pt x="28487" y="0"/>
                    </a:cubicBezTo>
                    <a:cubicBezTo>
                      <a:pt x="23481" y="1550"/>
                      <a:pt x="16568" y="1550"/>
                      <a:pt x="16568" y="5364"/>
                    </a:cubicBezTo>
                    <a:cubicBezTo>
                      <a:pt x="16568" y="11562"/>
                      <a:pt x="5840" y="3099"/>
                      <a:pt x="0" y="2622"/>
                    </a:cubicBezTo>
                    <a:cubicBezTo>
                      <a:pt x="5125" y="12277"/>
                      <a:pt x="9893" y="19548"/>
                      <a:pt x="12873" y="19548"/>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12" name="Freeform: Shape 111">
                <a:extLst>
                  <a:ext uri="{FF2B5EF4-FFF2-40B4-BE49-F238E27FC236}">
                    <a16:creationId xmlns:a16="http://schemas.microsoft.com/office/drawing/2014/main" id="{A673EFB7-21D6-4D2B-93E8-D6D3F9C458D2}"/>
                  </a:ext>
                </a:extLst>
              </p:cNvPr>
              <p:cNvSpPr/>
              <p:nvPr/>
            </p:nvSpPr>
            <p:spPr>
              <a:xfrm>
                <a:off x="5185710" y="7667472"/>
                <a:ext cx="235047" cy="228892"/>
              </a:xfrm>
              <a:custGeom>
                <a:avLst/>
                <a:gdLst>
                  <a:gd name="connsiteX0" fmla="*/ 197740 w 235047"/>
                  <a:gd name="connsiteY0" fmla="*/ 206842 h 228892"/>
                  <a:gd name="connsiteX1" fmla="*/ 208706 w 235047"/>
                  <a:gd name="connsiteY1" fmla="*/ 198021 h 228892"/>
                  <a:gd name="connsiteX2" fmla="*/ 224558 w 235047"/>
                  <a:gd name="connsiteY2" fmla="*/ 206961 h 228892"/>
                  <a:gd name="connsiteX3" fmla="*/ 235047 w 235047"/>
                  <a:gd name="connsiteY3" fmla="*/ 201359 h 228892"/>
                  <a:gd name="connsiteX4" fmla="*/ 221459 w 235047"/>
                  <a:gd name="connsiteY4" fmla="*/ 182526 h 228892"/>
                  <a:gd name="connsiteX5" fmla="*/ 212997 w 235047"/>
                  <a:gd name="connsiteY5" fmla="*/ 166435 h 228892"/>
                  <a:gd name="connsiteX6" fmla="*/ 214904 w 235047"/>
                  <a:gd name="connsiteY6" fmla="*/ 150344 h 228892"/>
                  <a:gd name="connsiteX7" fmla="*/ 203580 w 235047"/>
                  <a:gd name="connsiteY7" fmla="*/ 136161 h 228892"/>
                  <a:gd name="connsiteX8" fmla="*/ 177001 w 235047"/>
                  <a:gd name="connsiteY8" fmla="*/ 118163 h 228892"/>
                  <a:gd name="connsiteX9" fmla="*/ 165677 w 235047"/>
                  <a:gd name="connsiteY9" fmla="*/ 104932 h 228892"/>
                  <a:gd name="connsiteX10" fmla="*/ 162817 w 235047"/>
                  <a:gd name="connsiteY10" fmla="*/ 83120 h 228892"/>
                  <a:gd name="connsiteX11" fmla="*/ 172233 w 235047"/>
                  <a:gd name="connsiteY11" fmla="*/ 64168 h 228892"/>
                  <a:gd name="connsiteX12" fmla="*/ 175094 w 235047"/>
                  <a:gd name="connsiteY12" fmla="*/ 49984 h 228892"/>
                  <a:gd name="connsiteX13" fmla="*/ 165677 w 235047"/>
                  <a:gd name="connsiteY13" fmla="*/ 41522 h 228892"/>
                  <a:gd name="connsiteX14" fmla="*/ 152447 w 235047"/>
                  <a:gd name="connsiteY14" fmla="*/ 27338 h 228892"/>
                  <a:gd name="connsiteX15" fmla="*/ 143865 w 235047"/>
                  <a:gd name="connsiteY15" fmla="*/ 8386 h 228892"/>
                  <a:gd name="connsiteX16" fmla="*/ 118596 w 235047"/>
                  <a:gd name="connsiteY16" fmla="*/ 4453 h 228892"/>
                  <a:gd name="connsiteX17" fmla="*/ 97380 w 235047"/>
                  <a:gd name="connsiteY17" fmla="*/ 162 h 228892"/>
                  <a:gd name="connsiteX18" fmla="*/ 86653 w 235047"/>
                  <a:gd name="connsiteY18" fmla="*/ 8267 h 228892"/>
                  <a:gd name="connsiteX19" fmla="*/ 86653 w 235047"/>
                  <a:gd name="connsiteY19" fmla="*/ 8267 h 228892"/>
                  <a:gd name="connsiteX20" fmla="*/ 72469 w 235047"/>
                  <a:gd name="connsiteY20" fmla="*/ 18637 h 228892"/>
                  <a:gd name="connsiteX21" fmla="*/ 57332 w 235047"/>
                  <a:gd name="connsiteY21" fmla="*/ 30556 h 228892"/>
                  <a:gd name="connsiteX22" fmla="*/ 59239 w 235047"/>
                  <a:gd name="connsiteY22" fmla="*/ 50461 h 228892"/>
                  <a:gd name="connsiteX23" fmla="*/ 57332 w 235047"/>
                  <a:gd name="connsiteY23" fmla="*/ 69413 h 228892"/>
                  <a:gd name="connsiteX24" fmla="*/ 51610 w 235047"/>
                  <a:gd name="connsiteY24" fmla="*/ 83597 h 228892"/>
                  <a:gd name="connsiteX25" fmla="*/ 0 w 235047"/>
                  <a:gd name="connsiteY25" fmla="*/ 110773 h 228892"/>
                  <a:gd name="connsiteX26" fmla="*/ 1907 w 235047"/>
                  <a:gd name="connsiteY26" fmla="*/ 122692 h 228892"/>
                  <a:gd name="connsiteX27" fmla="*/ 7509 w 235047"/>
                  <a:gd name="connsiteY27" fmla="*/ 146530 h 228892"/>
                  <a:gd name="connsiteX28" fmla="*/ 26103 w 235047"/>
                  <a:gd name="connsiteY28" fmla="*/ 146530 h 228892"/>
                  <a:gd name="connsiteX29" fmla="*/ 73780 w 235047"/>
                  <a:gd name="connsiteY29" fmla="*/ 173944 h 228892"/>
                  <a:gd name="connsiteX30" fmla="*/ 131469 w 235047"/>
                  <a:gd name="connsiteY30" fmla="*/ 216496 h 228892"/>
                  <a:gd name="connsiteX31" fmla="*/ 159837 w 235047"/>
                  <a:gd name="connsiteY31" fmla="*/ 226032 h 228892"/>
                  <a:gd name="connsiteX32" fmla="*/ 187609 w 235047"/>
                  <a:gd name="connsiteY32" fmla="*/ 228892 h 228892"/>
                  <a:gd name="connsiteX33" fmla="*/ 197740 w 235047"/>
                  <a:gd name="connsiteY33" fmla="*/ 206842 h 2288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Lst>
                <a:rect l="l" t="t" r="r" b="b"/>
                <a:pathLst>
                  <a:path w="235047" h="228892">
                    <a:moveTo>
                      <a:pt x="197740" y="206842"/>
                    </a:moveTo>
                    <a:cubicBezTo>
                      <a:pt x="200839" y="203623"/>
                      <a:pt x="201316" y="199094"/>
                      <a:pt x="208706" y="198021"/>
                    </a:cubicBezTo>
                    <a:cubicBezTo>
                      <a:pt x="216096" y="196949"/>
                      <a:pt x="218122" y="201001"/>
                      <a:pt x="224558" y="206961"/>
                    </a:cubicBezTo>
                    <a:cubicBezTo>
                      <a:pt x="227562" y="204291"/>
                      <a:pt x="231150" y="202360"/>
                      <a:pt x="235047" y="201359"/>
                    </a:cubicBezTo>
                    <a:cubicBezTo>
                      <a:pt x="228611" y="194684"/>
                      <a:pt x="220983" y="187056"/>
                      <a:pt x="221459" y="182526"/>
                    </a:cubicBezTo>
                    <a:cubicBezTo>
                      <a:pt x="222413" y="174898"/>
                      <a:pt x="213950" y="170607"/>
                      <a:pt x="212997" y="166435"/>
                    </a:cubicBezTo>
                    <a:cubicBezTo>
                      <a:pt x="212043" y="162264"/>
                      <a:pt x="218599" y="154516"/>
                      <a:pt x="214904" y="150344"/>
                    </a:cubicBezTo>
                    <a:cubicBezTo>
                      <a:pt x="211209" y="146173"/>
                      <a:pt x="210136" y="136995"/>
                      <a:pt x="203580" y="136161"/>
                    </a:cubicBezTo>
                    <a:cubicBezTo>
                      <a:pt x="197025" y="135326"/>
                      <a:pt x="176047" y="124241"/>
                      <a:pt x="177001" y="118163"/>
                    </a:cubicBezTo>
                    <a:cubicBezTo>
                      <a:pt x="177954" y="112084"/>
                      <a:pt x="169492" y="106243"/>
                      <a:pt x="165677" y="104932"/>
                    </a:cubicBezTo>
                    <a:cubicBezTo>
                      <a:pt x="161863" y="103621"/>
                      <a:pt x="158049" y="85981"/>
                      <a:pt x="162817" y="83120"/>
                    </a:cubicBezTo>
                    <a:cubicBezTo>
                      <a:pt x="167585" y="80259"/>
                      <a:pt x="166631" y="64168"/>
                      <a:pt x="172233" y="64168"/>
                    </a:cubicBezTo>
                    <a:cubicBezTo>
                      <a:pt x="177835" y="64168"/>
                      <a:pt x="173187" y="55706"/>
                      <a:pt x="175094" y="49984"/>
                    </a:cubicBezTo>
                    <a:cubicBezTo>
                      <a:pt x="177001" y="44263"/>
                      <a:pt x="170445" y="41522"/>
                      <a:pt x="165677" y="41522"/>
                    </a:cubicBezTo>
                    <a:cubicBezTo>
                      <a:pt x="158764" y="39972"/>
                      <a:pt x="153508" y="34346"/>
                      <a:pt x="152447" y="27338"/>
                    </a:cubicBezTo>
                    <a:cubicBezTo>
                      <a:pt x="152447" y="20663"/>
                      <a:pt x="142912" y="11247"/>
                      <a:pt x="143865" y="8386"/>
                    </a:cubicBezTo>
                    <a:cubicBezTo>
                      <a:pt x="142316" y="20902"/>
                      <a:pt x="124198" y="1592"/>
                      <a:pt x="118596" y="4453"/>
                    </a:cubicBezTo>
                    <a:cubicBezTo>
                      <a:pt x="112995" y="7314"/>
                      <a:pt x="108703" y="-1268"/>
                      <a:pt x="97380" y="162"/>
                    </a:cubicBezTo>
                    <a:cubicBezTo>
                      <a:pt x="90109" y="996"/>
                      <a:pt x="90348" y="4811"/>
                      <a:pt x="86653" y="8267"/>
                    </a:cubicBezTo>
                    <a:lnTo>
                      <a:pt x="86653" y="8267"/>
                    </a:lnTo>
                    <a:lnTo>
                      <a:pt x="72469" y="18637"/>
                    </a:lnTo>
                    <a:cubicBezTo>
                      <a:pt x="72469" y="18637"/>
                      <a:pt x="60550" y="22451"/>
                      <a:pt x="57332" y="30556"/>
                    </a:cubicBezTo>
                    <a:cubicBezTo>
                      <a:pt x="54113" y="38661"/>
                      <a:pt x="63053" y="45813"/>
                      <a:pt x="59239" y="50461"/>
                    </a:cubicBezTo>
                    <a:cubicBezTo>
                      <a:pt x="56306" y="56337"/>
                      <a:pt x="55627" y="63072"/>
                      <a:pt x="57332" y="69413"/>
                    </a:cubicBezTo>
                    <a:cubicBezTo>
                      <a:pt x="58285" y="73227"/>
                      <a:pt x="51610" y="83597"/>
                      <a:pt x="51610" y="83597"/>
                    </a:cubicBezTo>
                    <a:cubicBezTo>
                      <a:pt x="51610" y="83597"/>
                      <a:pt x="23481" y="98734"/>
                      <a:pt x="0" y="110773"/>
                    </a:cubicBezTo>
                    <a:cubicBezTo>
                      <a:pt x="346" y="114789"/>
                      <a:pt x="977" y="118770"/>
                      <a:pt x="1907" y="122692"/>
                    </a:cubicBezTo>
                    <a:cubicBezTo>
                      <a:pt x="3457" y="127936"/>
                      <a:pt x="5721" y="137949"/>
                      <a:pt x="7509" y="146530"/>
                    </a:cubicBezTo>
                    <a:cubicBezTo>
                      <a:pt x="13695" y="145994"/>
                      <a:pt x="19917" y="145994"/>
                      <a:pt x="26103" y="146530"/>
                    </a:cubicBezTo>
                    <a:cubicBezTo>
                      <a:pt x="34685" y="147484"/>
                      <a:pt x="65794" y="170369"/>
                      <a:pt x="73780" y="173944"/>
                    </a:cubicBezTo>
                    <a:cubicBezTo>
                      <a:pt x="93709" y="187151"/>
                      <a:pt x="112971" y="201347"/>
                      <a:pt x="131469" y="216496"/>
                    </a:cubicBezTo>
                    <a:cubicBezTo>
                      <a:pt x="139658" y="222635"/>
                      <a:pt x="149598" y="225984"/>
                      <a:pt x="159837" y="226032"/>
                    </a:cubicBezTo>
                    <a:cubicBezTo>
                      <a:pt x="163174" y="226032"/>
                      <a:pt x="176643" y="227581"/>
                      <a:pt x="187609" y="228892"/>
                    </a:cubicBezTo>
                    <a:cubicBezTo>
                      <a:pt x="190303" y="221252"/>
                      <a:pt x="193700" y="213874"/>
                      <a:pt x="197740" y="206842"/>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13" name="Freeform: Shape 112">
                <a:extLst>
                  <a:ext uri="{FF2B5EF4-FFF2-40B4-BE49-F238E27FC236}">
                    <a16:creationId xmlns:a16="http://schemas.microsoft.com/office/drawing/2014/main" id="{092CDBD8-DFA7-4171-A98F-7719FF097FF8}"/>
                  </a:ext>
                </a:extLst>
              </p:cNvPr>
              <p:cNvSpPr/>
              <p:nvPr/>
            </p:nvSpPr>
            <p:spPr>
              <a:xfrm>
                <a:off x="5372604" y="7865379"/>
                <a:ext cx="46604" cy="43261"/>
              </a:xfrm>
              <a:custGeom>
                <a:avLst/>
                <a:gdLst>
                  <a:gd name="connsiteX0" fmla="*/ 15614 w 46604"/>
                  <a:gd name="connsiteY0" fmla="*/ 31819 h 43261"/>
                  <a:gd name="connsiteX1" fmla="*/ 27533 w 46604"/>
                  <a:gd name="connsiteY1" fmla="*/ 42308 h 43261"/>
                  <a:gd name="connsiteX2" fmla="*/ 46604 w 46604"/>
                  <a:gd name="connsiteY2" fmla="*/ 43262 h 43261"/>
                  <a:gd name="connsiteX3" fmla="*/ 34685 w 46604"/>
                  <a:gd name="connsiteY3" fmla="*/ 12987 h 43261"/>
                  <a:gd name="connsiteX4" fmla="*/ 36830 w 46604"/>
                  <a:gd name="connsiteY4" fmla="*/ 9054 h 43261"/>
                  <a:gd name="connsiteX5" fmla="*/ 20978 w 46604"/>
                  <a:gd name="connsiteY5" fmla="*/ 114 h 43261"/>
                  <a:gd name="connsiteX6" fmla="*/ 10012 w 46604"/>
                  <a:gd name="connsiteY6" fmla="*/ 8934 h 43261"/>
                  <a:gd name="connsiteX7" fmla="*/ 0 w 46604"/>
                  <a:gd name="connsiteY7" fmla="*/ 30031 h 43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46604" h="43261">
                    <a:moveTo>
                      <a:pt x="15614" y="31819"/>
                    </a:moveTo>
                    <a:lnTo>
                      <a:pt x="27533" y="42308"/>
                    </a:lnTo>
                    <a:lnTo>
                      <a:pt x="46604" y="43262"/>
                    </a:lnTo>
                    <a:cubicBezTo>
                      <a:pt x="41944" y="33452"/>
                      <a:pt x="37963" y="23333"/>
                      <a:pt x="34685" y="12987"/>
                    </a:cubicBezTo>
                    <a:cubicBezTo>
                      <a:pt x="34864" y="11449"/>
                      <a:pt x="35627" y="10031"/>
                      <a:pt x="36830" y="9054"/>
                    </a:cubicBezTo>
                    <a:cubicBezTo>
                      <a:pt x="30394" y="3094"/>
                      <a:pt x="26818" y="-720"/>
                      <a:pt x="20978" y="114"/>
                    </a:cubicBezTo>
                    <a:cubicBezTo>
                      <a:pt x="15137" y="949"/>
                      <a:pt x="13111" y="5716"/>
                      <a:pt x="10012" y="8934"/>
                    </a:cubicBezTo>
                    <a:cubicBezTo>
                      <a:pt x="6067" y="15657"/>
                      <a:pt x="2718" y="22725"/>
                      <a:pt x="0" y="30031"/>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14" name="Freeform: Shape 113">
                <a:extLst>
                  <a:ext uri="{FF2B5EF4-FFF2-40B4-BE49-F238E27FC236}">
                    <a16:creationId xmlns:a16="http://schemas.microsoft.com/office/drawing/2014/main" id="{FBA508B5-FDEC-4DF6-8E0A-99A72C7BCE90}"/>
                  </a:ext>
                </a:extLst>
              </p:cNvPr>
              <p:cNvSpPr/>
              <p:nvPr/>
            </p:nvSpPr>
            <p:spPr>
              <a:xfrm>
                <a:off x="4153096" y="7261426"/>
                <a:ext cx="345166" cy="291470"/>
              </a:xfrm>
              <a:custGeom>
                <a:avLst/>
                <a:gdLst>
                  <a:gd name="connsiteX0" fmla="*/ 304467 w 345166"/>
                  <a:gd name="connsiteY0" fmla="*/ 66390 h 291470"/>
                  <a:gd name="connsiteX1" fmla="*/ 291714 w 345166"/>
                  <a:gd name="connsiteY1" fmla="*/ 62218 h 291470"/>
                  <a:gd name="connsiteX2" fmla="*/ 276338 w 345166"/>
                  <a:gd name="connsiteY2" fmla="*/ 54709 h 291470"/>
                  <a:gd name="connsiteX3" fmla="*/ 251307 w 345166"/>
                  <a:gd name="connsiteY3" fmla="*/ 50418 h 291470"/>
                  <a:gd name="connsiteX4" fmla="*/ 239388 w 345166"/>
                  <a:gd name="connsiteY4" fmla="*/ 42552 h 291470"/>
                  <a:gd name="connsiteX5" fmla="*/ 232475 w 345166"/>
                  <a:gd name="connsiteY5" fmla="*/ 31347 h 291470"/>
                  <a:gd name="connsiteX6" fmla="*/ 221748 w 345166"/>
                  <a:gd name="connsiteY6" fmla="*/ 36711 h 291470"/>
                  <a:gd name="connsiteX7" fmla="*/ 214834 w 345166"/>
                  <a:gd name="connsiteY7" fmla="*/ 28725 h 291470"/>
                  <a:gd name="connsiteX8" fmla="*/ 200055 w 345166"/>
                  <a:gd name="connsiteY8" fmla="*/ 19667 h 291470"/>
                  <a:gd name="connsiteX9" fmla="*/ 188135 w 345166"/>
                  <a:gd name="connsiteY9" fmla="*/ 12157 h 291470"/>
                  <a:gd name="connsiteX10" fmla="*/ 179673 w 345166"/>
                  <a:gd name="connsiteY10" fmla="*/ 3218 h 291470"/>
                  <a:gd name="connsiteX11" fmla="*/ 176574 w 345166"/>
                  <a:gd name="connsiteY11" fmla="*/ 0 h 291470"/>
                  <a:gd name="connsiteX12" fmla="*/ 171091 w 345166"/>
                  <a:gd name="connsiteY12" fmla="*/ 0 h 291470"/>
                  <a:gd name="connsiteX13" fmla="*/ 156669 w 345166"/>
                  <a:gd name="connsiteY13" fmla="*/ 20620 h 291470"/>
                  <a:gd name="connsiteX14" fmla="*/ 131757 w 345166"/>
                  <a:gd name="connsiteY14" fmla="*/ 37188 h 291470"/>
                  <a:gd name="connsiteX15" fmla="*/ 116262 w 345166"/>
                  <a:gd name="connsiteY15" fmla="*/ 54232 h 291470"/>
                  <a:gd name="connsiteX16" fmla="*/ 86107 w 345166"/>
                  <a:gd name="connsiteY16" fmla="*/ 43982 h 291470"/>
                  <a:gd name="connsiteX17" fmla="*/ 72280 w 345166"/>
                  <a:gd name="connsiteY17" fmla="*/ 53160 h 291470"/>
                  <a:gd name="connsiteX18" fmla="*/ 75498 w 345166"/>
                  <a:gd name="connsiteY18" fmla="*/ 78667 h 291470"/>
                  <a:gd name="connsiteX19" fmla="*/ 54521 w 345166"/>
                  <a:gd name="connsiteY19" fmla="*/ 77594 h 291470"/>
                  <a:gd name="connsiteX20" fmla="*/ 40099 w 345166"/>
                  <a:gd name="connsiteY20" fmla="*/ 70562 h 291470"/>
                  <a:gd name="connsiteX21" fmla="*/ 16260 w 345166"/>
                  <a:gd name="connsiteY21" fmla="*/ 73065 h 291470"/>
                  <a:gd name="connsiteX22" fmla="*/ 1480 w 345166"/>
                  <a:gd name="connsiteY22" fmla="*/ 84984 h 291470"/>
                  <a:gd name="connsiteX23" fmla="*/ 4222 w 345166"/>
                  <a:gd name="connsiteY23" fmla="*/ 99883 h 291470"/>
                  <a:gd name="connsiteX24" fmla="*/ 36165 w 345166"/>
                  <a:gd name="connsiteY24" fmla="*/ 110134 h 291470"/>
                  <a:gd name="connsiteX25" fmla="*/ 57024 w 345166"/>
                  <a:gd name="connsiteY25" fmla="*/ 115855 h 291470"/>
                  <a:gd name="connsiteX26" fmla="*/ 64891 w 345166"/>
                  <a:gd name="connsiteY26" fmla="*/ 126463 h 291470"/>
                  <a:gd name="connsiteX27" fmla="*/ 83604 w 345166"/>
                  <a:gd name="connsiteY27" fmla="*/ 146964 h 291470"/>
                  <a:gd name="connsiteX28" fmla="*/ 90040 w 345166"/>
                  <a:gd name="connsiteY28" fmla="*/ 165796 h 291470"/>
                  <a:gd name="connsiteX29" fmla="*/ 86464 w 345166"/>
                  <a:gd name="connsiteY29" fmla="*/ 194403 h 291470"/>
                  <a:gd name="connsiteX30" fmla="*/ 75141 w 345166"/>
                  <a:gd name="connsiteY30" fmla="*/ 237669 h 291470"/>
                  <a:gd name="connsiteX31" fmla="*/ 73711 w 345166"/>
                  <a:gd name="connsiteY31" fmla="*/ 237669 h 291470"/>
                  <a:gd name="connsiteX32" fmla="*/ 87299 w 345166"/>
                  <a:gd name="connsiteY32" fmla="*/ 244463 h 291470"/>
                  <a:gd name="connsiteX33" fmla="*/ 111137 w 345166"/>
                  <a:gd name="connsiteY33" fmla="*/ 255668 h 291470"/>
                  <a:gd name="connsiteX34" fmla="*/ 130089 w 345166"/>
                  <a:gd name="connsiteY34" fmla="*/ 253880 h 291470"/>
                  <a:gd name="connsiteX35" fmla="*/ 141293 w 345166"/>
                  <a:gd name="connsiteY35" fmla="*/ 256502 h 291470"/>
                  <a:gd name="connsiteX36" fmla="*/ 169661 w 345166"/>
                  <a:gd name="connsiteY36" fmla="*/ 263415 h 291470"/>
                  <a:gd name="connsiteX37" fmla="*/ 194333 w 345166"/>
                  <a:gd name="connsiteY37" fmla="*/ 264130 h 291470"/>
                  <a:gd name="connsiteX38" fmla="*/ 192903 w 345166"/>
                  <a:gd name="connsiteY38" fmla="*/ 257932 h 291470"/>
                  <a:gd name="connsiteX39" fmla="*/ 212689 w 345166"/>
                  <a:gd name="connsiteY39" fmla="*/ 234094 h 291470"/>
                  <a:gd name="connsiteX40" fmla="*/ 256671 w 345166"/>
                  <a:gd name="connsiteY40" fmla="*/ 243629 h 291470"/>
                  <a:gd name="connsiteX41" fmla="*/ 284324 w 345166"/>
                  <a:gd name="connsiteY41" fmla="*/ 234451 h 291470"/>
                  <a:gd name="connsiteX42" fmla="*/ 299342 w 345166"/>
                  <a:gd name="connsiteY42" fmla="*/ 224677 h 291470"/>
                  <a:gd name="connsiteX43" fmla="*/ 301964 w 345166"/>
                  <a:gd name="connsiteY43" fmla="*/ 216573 h 291470"/>
                  <a:gd name="connsiteX44" fmla="*/ 290879 w 345166"/>
                  <a:gd name="connsiteY44" fmla="*/ 212878 h 291470"/>
                  <a:gd name="connsiteX45" fmla="*/ 283835 w 345166"/>
                  <a:gd name="connsiteY45" fmla="*/ 205380 h 291470"/>
                  <a:gd name="connsiteX46" fmla="*/ 285516 w 345166"/>
                  <a:gd name="connsiteY46" fmla="*/ 200958 h 291470"/>
                  <a:gd name="connsiteX47" fmla="*/ 278602 w 345166"/>
                  <a:gd name="connsiteY47" fmla="*/ 189039 h 291470"/>
                  <a:gd name="connsiteX48" fmla="*/ 283370 w 345166"/>
                  <a:gd name="connsiteY48" fmla="*/ 183199 h 291470"/>
                  <a:gd name="connsiteX49" fmla="*/ 288138 w 345166"/>
                  <a:gd name="connsiteY49" fmla="*/ 173663 h 291470"/>
                  <a:gd name="connsiteX50" fmla="*/ 285516 w 345166"/>
                  <a:gd name="connsiteY50" fmla="*/ 161744 h 291470"/>
                  <a:gd name="connsiteX51" fmla="*/ 281225 w 345166"/>
                  <a:gd name="connsiteY51" fmla="*/ 149825 h 291470"/>
                  <a:gd name="connsiteX52" fmla="*/ 270617 w 345166"/>
                  <a:gd name="connsiteY52" fmla="*/ 148752 h 291470"/>
                  <a:gd name="connsiteX53" fmla="*/ 267398 w 345166"/>
                  <a:gd name="connsiteY53" fmla="*/ 140766 h 291470"/>
                  <a:gd name="connsiteX54" fmla="*/ 282894 w 345166"/>
                  <a:gd name="connsiteY54" fmla="*/ 121576 h 291470"/>
                  <a:gd name="connsiteX55" fmla="*/ 294813 w 345166"/>
                  <a:gd name="connsiteY55" fmla="*/ 111564 h 291470"/>
                  <a:gd name="connsiteX56" fmla="*/ 300176 w 345166"/>
                  <a:gd name="connsiteY56" fmla="*/ 93447 h 291470"/>
                  <a:gd name="connsiteX57" fmla="*/ 309712 w 345166"/>
                  <a:gd name="connsiteY57" fmla="*/ 73780 h 291470"/>
                  <a:gd name="connsiteX58" fmla="*/ 304467 w 345166"/>
                  <a:gd name="connsiteY58" fmla="*/ 66390 h 291470"/>
                  <a:gd name="connsiteX59" fmla="*/ 342370 w 345166"/>
                  <a:gd name="connsiteY59" fmla="*/ 246728 h 291470"/>
                  <a:gd name="connsiteX60" fmla="*/ 327471 w 345166"/>
                  <a:gd name="connsiteY60" fmla="*/ 259482 h 291470"/>
                  <a:gd name="connsiteX61" fmla="*/ 337364 w 345166"/>
                  <a:gd name="connsiteY61" fmla="*/ 291425 h 291470"/>
                  <a:gd name="connsiteX62" fmla="*/ 342370 w 345166"/>
                  <a:gd name="connsiteY62" fmla="*/ 246728 h 29147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Lst>
                <a:rect l="l" t="t" r="r" b="b"/>
                <a:pathLst>
                  <a:path w="345166" h="291470">
                    <a:moveTo>
                      <a:pt x="304467" y="66390"/>
                    </a:moveTo>
                    <a:cubicBezTo>
                      <a:pt x="301249" y="66986"/>
                      <a:pt x="298627" y="62218"/>
                      <a:pt x="291714" y="62218"/>
                    </a:cubicBezTo>
                    <a:cubicBezTo>
                      <a:pt x="285671" y="62361"/>
                      <a:pt x="279937" y="59560"/>
                      <a:pt x="276338" y="54709"/>
                    </a:cubicBezTo>
                    <a:cubicBezTo>
                      <a:pt x="273120" y="50418"/>
                      <a:pt x="256671" y="49465"/>
                      <a:pt x="251307" y="50418"/>
                    </a:cubicBezTo>
                    <a:cubicBezTo>
                      <a:pt x="245944" y="51372"/>
                      <a:pt x="244394" y="41479"/>
                      <a:pt x="239388" y="42552"/>
                    </a:cubicBezTo>
                    <a:cubicBezTo>
                      <a:pt x="234382" y="43624"/>
                      <a:pt x="232475" y="35638"/>
                      <a:pt x="232475" y="31347"/>
                    </a:cubicBezTo>
                    <a:cubicBezTo>
                      <a:pt x="232475" y="27057"/>
                      <a:pt x="226635" y="34566"/>
                      <a:pt x="221748" y="36711"/>
                    </a:cubicBezTo>
                    <a:cubicBezTo>
                      <a:pt x="216861" y="38857"/>
                      <a:pt x="215431" y="31824"/>
                      <a:pt x="214834" y="28725"/>
                    </a:cubicBezTo>
                    <a:cubicBezTo>
                      <a:pt x="214239" y="25626"/>
                      <a:pt x="204822" y="22289"/>
                      <a:pt x="200055" y="19667"/>
                    </a:cubicBezTo>
                    <a:cubicBezTo>
                      <a:pt x="195287" y="17044"/>
                      <a:pt x="189923" y="8463"/>
                      <a:pt x="188135" y="12157"/>
                    </a:cubicBezTo>
                    <a:cubicBezTo>
                      <a:pt x="186348" y="15853"/>
                      <a:pt x="180150" y="6913"/>
                      <a:pt x="179673" y="3218"/>
                    </a:cubicBezTo>
                    <a:cubicBezTo>
                      <a:pt x="179196" y="-477"/>
                      <a:pt x="177646" y="1430"/>
                      <a:pt x="176574" y="0"/>
                    </a:cubicBezTo>
                    <a:cubicBezTo>
                      <a:pt x="174750" y="238"/>
                      <a:pt x="172914" y="238"/>
                      <a:pt x="171091" y="0"/>
                    </a:cubicBezTo>
                    <a:cubicBezTo>
                      <a:pt x="162628" y="0"/>
                      <a:pt x="155238" y="6436"/>
                      <a:pt x="156669" y="20620"/>
                    </a:cubicBezTo>
                    <a:cubicBezTo>
                      <a:pt x="158099" y="34804"/>
                      <a:pt x="146299" y="36234"/>
                      <a:pt x="131757" y="37188"/>
                    </a:cubicBezTo>
                    <a:cubicBezTo>
                      <a:pt x="117216" y="38142"/>
                      <a:pt x="122222" y="49107"/>
                      <a:pt x="116262" y="54232"/>
                    </a:cubicBezTo>
                    <a:cubicBezTo>
                      <a:pt x="105058" y="57177"/>
                      <a:pt x="93187" y="53136"/>
                      <a:pt x="86107" y="43982"/>
                    </a:cubicBezTo>
                    <a:cubicBezTo>
                      <a:pt x="83246" y="36234"/>
                      <a:pt x="64175" y="43982"/>
                      <a:pt x="72280" y="53160"/>
                    </a:cubicBezTo>
                    <a:cubicBezTo>
                      <a:pt x="80385" y="62338"/>
                      <a:pt x="80028" y="75210"/>
                      <a:pt x="75498" y="78667"/>
                    </a:cubicBezTo>
                    <a:cubicBezTo>
                      <a:pt x="70969" y="82124"/>
                      <a:pt x="60957" y="73065"/>
                      <a:pt x="54521" y="77594"/>
                    </a:cubicBezTo>
                    <a:cubicBezTo>
                      <a:pt x="48084" y="82124"/>
                      <a:pt x="47846" y="73422"/>
                      <a:pt x="40099" y="70562"/>
                    </a:cubicBezTo>
                    <a:cubicBezTo>
                      <a:pt x="32351" y="67701"/>
                      <a:pt x="29014" y="74138"/>
                      <a:pt x="16260" y="73065"/>
                    </a:cubicBezTo>
                    <a:cubicBezTo>
                      <a:pt x="3507" y="71992"/>
                      <a:pt x="-3168" y="79024"/>
                      <a:pt x="1480" y="84984"/>
                    </a:cubicBezTo>
                    <a:cubicBezTo>
                      <a:pt x="6129" y="90944"/>
                      <a:pt x="765" y="95235"/>
                      <a:pt x="4222" y="99883"/>
                    </a:cubicBezTo>
                    <a:cubicBezTo>
                      <a:pt x="7678" y="104532"/>
                      <a:pt x="24127" y="103697"/>
                      <a:pt x="36165" y="110134"/>
                    </a:cubicBezTo>
                    <a:cubicBezTo>
                      <a:pt x="48204" y="116570"/>
                      <a:pt x="51064" y="111206"/>
                      <a:pt x="57024" y="115855"/>
                    </a:cubicBezTo>
                    <a:cubicBezTo>
                      <a:pt x="62983" y="120503"/>
                      <a:pt x="64533" y="117524"/>
                      <a:pt x="64891" y="126463"/>
                    </a:cubicBezTo>
                    <a:cubicBezTo>
                      <a:pt x="66095" y="136594"/>
                      <a:pt x="73615" y="144842"/>
                      <a:pt x="83604" y="146964"/>
                    </a:cubicBezTo>
                    <a:cubicBezTo>
                      <a:pt x="95523" y="150182"/>
                      <a:pt x="86464" y="157930"/>
                      <a:pt x="90040" y="165796"/>
                    </a:cubicBezTo>
                    <a:cubicBezTo>
                      <a:pt x="93616" y="173663"/>
                      <a:pt x="84677" y="184867"/>
                      <a:pt x="86464" y="194403"/>
                    </a:cubicBezTo>
                    <a:cubicBezTo>
                      <a:pt x="88252" y="203938"/>
                      <a:pt x="80743" y="234809"/>
                      <a:pt x="75141" y="237669"/>
                    </a:cubicBezTo>
                    <a:lnTo>
                      <a:pt x="73711" y="237669"/>
                    </a:lnTo>
                    <a:cubicBezTo>
                      <a:pt x="79074" y="240292"/>
                      <a:pt x="84557" y="242676"/>
                      <a:pt x="87299" y="244463"/>
                    </a:cubicBezTo>
                    <a:cubicBezTo>
                      <a:pt x="92543" y="247920"/>
                      <a:pt x="103747" y="251377"/>
                      <a:pt x="111137" y="255668"/>
                    </a:cubicBezTo>
                    <a:cubicBezTo>
                      <a:pt x="118527" y="259959"/>
                      <a:pt x="130089" y="259124"/>
                      <a:pt x="130089" y="253880"/>
                    </a:cubicBezTo>
                    <a:cubicBezTo>
                      <a:pt x="130089" y="248635"/>
                      <a:pt x="136883" y="252211"/>
                      <a:pt x="141293" y="256502"/>
                    </a:cubicBezTo>
                    <a:cubicBezTo>
                      <a:pt x="145703" y="260793"/>
                      <a:pt x="161913" y="261746"/>
                      <a:pt x="169661" y="263415"/>
                    </a:cubicBezTo>
                    <a:cubicBezTo>
                      <a:pt x="177849" y="264345"/>
                      <a:pt x="186109" y="264583"/>
                      <a:pt x="194333" y="264130"/>
                    </a:cubicBezTo>
                    <a:cubicBezTo>
                      <a:pt x="194333" y="262223"/>
                      <a:pt x="193499" y="260197"/>
                      <a:pt x="192903" y="257932"/>
                    </a:cubicBezTo>
                    <a:cubicBezTo>
                      <a:pt x="188612" y="244106"/>
                      <a:pt x="201008" y="236001"/>
                      <a:pt x="212689" y="234094"/>
                    </a:cubicBezTo>
                    <a:cubicBezTo>
                      <a:pt x="227886" y="233867"/>
                      <a:pt x="242928" y="237133"/>
                      <a:pt x="256671" y="243629"/>
                    </a:cubicBezTo>
                    <a:cubicBezTo>
                      <a:pt x="263346" y="247920"/>
                      <a:pt x="272643" y="246847"/>
                      <a:pt x="284324" y="234451"/>
                    </a:cubicBezTo>
                    <a:cubicBezTo>
                      <a:pt x="288317" y="229862"/>
                      <a:pt x="293526" y="226477"/>
                      <a:pt x="299342" y="224677"/>
                    </a:cubicBezTo>
                    <a:cubicBezTo>
                      <a:pt x="299855" y="221876"/>
                      <a:pt x="300736" y="219147"/>
                      <a:pt x="301964" y="216573"/>
                    </a:cubicBezTo>
                    <a:cubicBezTo>
                      <a:pt x="303633" y="212282"/>
                      <a:pt x="296124" y="213354"/>
                      <a:pt x="290879" y="212878"/>
                    </a:cubicBezTo>
                    <a:cubicBezTo>
                      <a:pt x="286862" y="212758"/>
                      <a:pt x="283716" y="209397"/>
                      <a:pt x="283835" y="205380"/>
                    </a:cubicBezTo>
                    <a:cubicBezTo>
                      <a:pt x="283883" y="203759"/>
                      <a:pt x="284479" y="202210"/>
                      <a:pt x="285516" y="200958"/>
                    </a:cubicBezTo>
                    <a:cubicBezTo>
                      <a:pt x="289211" y="195118"/>
                      <a:pt x="282297" y="194522"/>
                      <a:pt x="278602" y="189039"/>
                    </a:cubicBezTo>
                    <a:cubicBezTo>
                      <a:pt x="274908" y="183556"/>
                      <a:pt x="280152" y="184867"/>
                      <a:pt x="283370" y="183199"/>
                    </a:cubicBezTo>
                    <a:cubicBezTo>
                      <a:pt x="286589" y="181530"/>
                      <a:pt x="290879" y="175213"/>
                      <a:pt x="288138" y="173663"/>
                    </a:cubicBezTo>
                    <a:cubicBezTo>
                      <a:pt x="285397" y="172114"/>
                      <a:pt x="283370" y="168300"/>
                      <a:pt x="285516" y="161744"/>
                    </a:cubicBezTo>
                    <a:cubicBezTo>
                      <a:pt x="287661" y="155188"/>
                      <a:pt x="281225" y="154831"/>
                      <a:pt x="281225" y="149825"/>
                    </a:cubicBezTo>
                    <a:cubicBezTo>
                      <a:pt x="281225" y="144819"/>
                      <a:pt x="275384" y="142912"/>
                      <a:pt x="270617" y="148752"/>
                    </a:cubicBezTo>
                    <a:cubicBezTo>
                      <a:pt x="265849" y="154593"/>
                      <a:pt x="264300" y="150302"/>
                      <a:pt x="267398" y="140766"/>
                    </a:cubicBezTo>
                    <a:cubicBezTo>
                      <a:pt x="270497" y="131231"/>
                      <a:pt x="281821" y="126940"/>
                      <a:pt x="282894" y="121576"/>
                    </a:cubicBezTo>
                    <a:cubicBezTo>
                      <a:pt x="284491" y="116141"/>
                      <a:pt x="289187" y="112196"/>
                      <a:pt x="294813" y="111564"/>
                    </a:cubicBezTo>
                    <a:cubicBezTo>
                      <a:pt x="299580" y="111564"/>
                      <a:pt x="298508" y="100360"/>
                      <a:pt x="300176" y="93447"/>
                    </a:cubicBezTo>
                    <a:cubicBezTo>
                      <a:pt x="300856" y="85950"/>
                      <a:pt x="304253" y="78965"/>
                      <a:pt x="309712" y="73780"/>
                    </a:cubicBezTo>
                    <a:cubicBezTo>
                      <a:pt x="316148" y="68536"/>
                      <a:pt x="307685" y="65675"/>
                      <a:pt x="304467" y="66390"/>
                    </a:cubicBezTo>
                    <a:close/>
                    <a:moveTo>
                      <a:pt x="342370" y="246728"/>
                    </a:moveTo>
                    <a:cubicBezTo>
                      <a:pt x="338437" y="246728"/>
                      <a:pt x="337364" y="253522"/>
                      <a:pt x="327471" y="259482"/>
                    </a:cubicBezTo>
                    <a:cubicBezTo>
                      <a:pt x="317579" y="265441"/>
                      <a:pt x="327471" y="292736"/>
                      <a:pt x="337364" y="291425"/>
                    </a:cubicBezTo>
                    <a:cubicBezTo>
                      <a:pt x="347257" y="290114"/>
                      <a:pt x="346304" y="247086"/>
                      <a:pt x="342370" y="246728"/>
                    </a:cubicBezTo>
                    <a:close/>
                  </a:path>
                </a:pathLst>
              </a:custGeom>
              <a:solidFill>
                <a:srgbClr val="D9D9D9"/>
              </a:solid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15" name="Freeform: Shape 114">
                <a:extLst>
                  <a:ext uri="{FF2B5EF4-FFF2-40B4-BE49-F238E27FC236}">
                    <a16:creationId xmlns:a16="http://schemas.microsoft.com/office/drawing/2014/main" id="{2F02CD7F-CA8A-4825-A2F7-1AC45C466A77}"/>
                  </a:ext>
                </a:extLst>
              </p:cNvPr>
              <p:cNvSpPr/>
              <p:nvPr/>
            </p:nvSpPr>
            <p:spPr>
              <a:xfrm>
                <a:off x="2091356" y="8267171"/>
                <a:ext cx="55271" cy="30036"/>
              </a:xfrm>
              <a:custGeom>
                <a:avLst/>
                <a:gdLst>
                  <a:gd name="connsiteX0" fmla="*/ 54471 w 55271"/>
                  <a:gd name="connsiteY0" fmla="*/ 11681 h 30036"/>
                  <a:gd name="connsiteX1" fmla="*/ 28249 w 55271"/>
                  <a:gd name="connsiteY1" fmla="*/ 5125 h 30036"/>
                  <a:gd name="connsiteX2" fmla="*/ 17879 w 55271"/>
                  <a:gd name="connsiteY2" fmla="*/ 0 h 30036"/>
                  <a:gd name="connsiteX3" fmla="*/ 16925 w 55271"/>
                  <a:gd name="connsiteY3" fmla="*/ 0 h 30036"/>
                  <a:gd name="connsiteX4" fmla="*/ 0 w 55271"/>
                  <a:gd name="connsiteY4" fmla="*/ 14184 h 30036"/>
                  <a:gd name="connsiteX5" fmla="*/ 46485 w 55271"/>
                  <a:gd name="connsiteY5" fmla="*/ 30037 h 30036"/>
                  <a:gd name="connsiteX6" fmla="*/ 54233 w 55271"/>
                  <a:gd name="connsiteY6" fmla="*/ 26938 h 30036"/>
                  <a:gd name="connsiteX7" fmla="*/ 54471 w 55271"/>
                  <a:gd name="connsiteY7" fmla="*/ 11681 h 3003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Lst>
                <a:rect l="l" t="t" r="r" b="b"/>
                <a:pathLst>
                  <a:path w="55271" h="30036">
                    <a:moveTo>
                      <a:pt x="54471" y="11681"/>
                    </a:moveTo>
                    <a:cubicBezTo>
                      <a:pt x="50299" y="6079"/>
                      <a:pt x="39572" y="12754"/>
                      <a:pt x="28249" y="5125"/>
                    </a:cubicBezTo>
                    <a:cubicBezTo>
                      <a:pt x="25030" y="2968"/>
                      <a:pt x="21550" y="1252"/>
                      <a:pt x="17879" y="0"/>
                    </a:cubicBezTo>
                    <a:lnTo>
                      <a:pt x="16925" y="0"/>
                    </a:lnTo>
                    <a:cubicBezTo>
                      <a:pt x="10751" y="4053"/>
                      <a:pt x="5078" y="8820"/>
                      <a:pt x="0" y="14184"/>
                    </a:cubicBezTo>
                    <a:cubicBezTo>
                      <a:pt x="14375" y="22325"/>
                      <a:pt x="30132" y="27700"/>
                      <a:pt x="46485" y="30037"/>
                    </a:cubicBezTo>
                    <a:cubicBezTo>
                      <a:pt x="49369" y="30037"/>
                      <a:pt x="52147" y="28928"/>
                      <a:pt x="54233" y="26938"/>
                    </a:cubicBezTo>
                    <a:cubicBezTo>
                      <a:pt x="55532" y="21943"/>
                      <a:pt x="55615" y="16711"/>
                      <a:pt x="54471" y="11681"/>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16" name="Freeform: Shape 115">
                <a:extLst>
                  <a:ext uri="{FF2B5EF4-FFF2-40B4-BE49-F238E27FC236}">
                    <a16:creationId xmlns:a16="http://schemas.microsoft.com/office/drawing/2014/main" id="{849F00C3-5843-415E-AC91-A45D0551DE9E}"/>
                  </a:ext>
                </a:extLst>
              </p:cNvPr>
              <p:cNvSpPr/>
              <p:nvPr/>
            </p:nvSpPr>
            <p:spPr>
              <a:xfrm>
                <a:off x="2109711" y="8226713"/>
                <a:ext cx="146130" cy="76573"/>
              </a:xfrm>
              <a:custGeom>
                <a:avLst/>
                <a:gdLst>
                  <a:gd name="connsiteX0" fmla="*/ 61265 w 146130"/>
                  <a:gd name="connsiteY0" fmla="*/ 68111 h 76573"/>
                  <a:gd name="connsiteX1" fmla="*/ 68893 w 146130"/>
                  <a:gd name="connsiteY1" fmla="*/ 53212 h 76573"/>
                  <a:gd name="connsiteX2" fmla="*/ 95116 w 146130"/>
                  <a:gd name="connsiteY2" fmla="*/ 41888 h 76573"/>
                  <a:gd name="connsiteX3" fmla="*/ 118120 w 146130"/>
                  <a:gd name="connsiteY3" fmla="*/ 36763 h 76573"/>
                  <a:gd name="connsiteX4" fmla="*/ 146130 w 146130"/>
                  <a:gd name="connsiteY4" fmla="*/ 25559 h 76573"/>
                  <a:gd name="connsiteX5" fmla="*/ 119550 w 146130"/>
                  <a:gd name="connsiteY5" fmla="*/ 6726 h 76573"/>
                  <a:gd name="connsiteX6" fmla="*/ 68536 w 146130"/>
                  <a:gd name="connsiteY6" fmla="*/ 5654 h 76573"/>
                  <a:gd name="connsiteX7" fmla="*/ 23838 w 146130"/>
                  <a:gd name="connsiteY7" fmla="*/ 8276 h 76573"/>
                  <a:gd name="connsiteX8" fmla="*/ 23838 w 146130"/>
                  <a:gd name="connsiteY8" fmla="*/ 8276 h 76573"/>
                  <a:gd name="connsiteX9" fmla="*/ 10847 w 146130"/>
                  <a:gd name="connsiteY9" fmla="*/ 21625 h 76573"/>
                  <a:gd name="connsiteX10" fmla="*/ 0 w 146130"/>
                  <a:gd name="connsiteY10" fmla="*/ 40220 h 76573"/>
                  <a:gd name="connsiteX11" fmla="*/ 10370 w 146130"/>
                  <a:gd name="connsiteY11" fmla="*/ 45345 h 76573"/>
                  <a:gd name="connsiteX12" fmla="*/ 36592 w 146130"/>
                  <a:gd name="connsiteY12" fmla="*/ 51900 h 76573"/>
                  <a:gd name="connsiteX13" fmla="*/ 36592 w 146130"/>
                  <a:gd name="connsiteY13" fmla="*/ 67634 h 76573"/>
                  <a:gd name="connsiteX14" fmla="*/ 43744 w 146130"/>
                  <a:gd name="connsiteY14" fmla="*/ 67634 h 76573"/>
                  <a:gd name="connsiteX15" fmla="*/ 45889 w 146130"/>
                  <a:gd name="connsiteY15" fmla="*/ 76573 h 76573"/>
                  <a:gd name="connsiteX16" fmla="*/ 54709 w 146130"/>
                  <a:gd name="connsiteY16" fmla="*/ 74547 h 76573"/>
                  <a:gd name="connsiteX17" fmla="*/ 61265 w 146130"/>
                  <a:gd name="connsiteY17" fmla="*/ 68111 h 7657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46130" h="76573">
                    <a:moveTo>
                      <a:pt x="61265" y="68111"/>
                    </a:moveTo>
                    <a:cubicBezTo>
                      <a:pt x="62218" y="66084"/>
                      <a:pt x="55067" y="54284"/>
                      <a:pt x="68893" y="53212"/>
                    </a:cubicBezTo>
                    <a:cubicBezTo>
                      <a:pt x="82720" y="52139"/>
                      <a:pt x="92732" y="50589"/>
                      <a:pt x="95116" y="41888"/>
                    </a:cubicBezTo>
                    <a:cubicBezTo>
                      <a:pt x="97499" y="33187"/>
                      <a:pt x="113590" y="37359"/>
                      <a:pt x="118120" y="36763"/>
                    </a:cubicBezTo>
                    <a:cubicBezTo>
                      <a:pt x="122649" y="36167"/>
                      <a:pt x="134211" y="24844"/>
                      <a:pt x="146130" y="25559"/>
                    </a:cubicBezTo>
                    <a:cubicBezTo>
                      <a:pt x="146130" y="13640"/>
                      <a:pt x="130516" y="17692"/>
                      <a:pt x="119550" y="6726"/>
                    </a:cubicBezTo>
                    <a:cubicBezTo>
                      <a:pt x="108584" y="-4239"/>
                      <a:pt x="82362" y="290"/>
                      <a:pt x="68536" y="5654"/>
                    </a:cubicBezTo>
                    <a:cubicBezTo>
                      <a:pt x="54709" y="11017"/>
                      <a:pt x="38738" y="-187"/>
                      <a:pt x="23838" y="8276"/>
                    </a:cubicBezTo>
                    <a:lnTo>
                      <a:pt x="23838" y="8276"/>
                    </a:lnTo>
                    <a:cubicBezTo>
                      <a:pt x="20048" y="13223"/>
                      <a:pt x="15686" y="17704"/>
                      <a:pt x="10847" y="21625"/>
                    </a:cubicBezTo>
                    <a:cubicBezTo>
                      <a:pt x="834" y="29850"/>
                      <a:pt x="3695" y="37836"/>
                      <a:pt x="0" y="40220"/>
                    </a:cubicBezTo>
                    <a:cubicBezTo>
                      <a:pt x="3671" y="41471"/>
                      <a:pt x="7152" y="43187"/>
                      <a:pt x="10370" y="45345"/>
                    </a:cubicBezTo>
                    <a:cubicBezTo>
                      <a:pt x="22289" y="52973"/>
                      <a:pt x="32420" y="46298"/>
                      <a:pt x="36592" y="51900"/>
                    </a:cubicBezTo>
                    <a:cubicBezTo>
                      <a:pt x="37891" y="57061"/>
                      <a:pt x="37891" y="62473"/>
                      <a:pt x="36592" y="67634"/>
                    </a:cubicBezTo>
                    <a:cubicBezTo>
                      <a:pt x="38618" y="65846"/>
                      <a:pt x="40287" y="64654"/>
                      <a:pt x="43744" y="67634"/>
                    </a:cubicBezTo>
                    <a:cubicBezTo>
                      <a:pt x="47200" y="70614"/>
                      <a:pt x="46247" y="73474"/>
                      <a:pt x="45889" y="76573"/>
                    </a:cubicBezTo>
                    <a:lnTo>
                      <a:pt x="54709" y="74547"/>
                    </a:lnTo>
                    <a:cubicBezTo>
                      <a:pt x="57129" y="72652"/>
                      <a:pt x="59322" y="70494"/>
                      <a:pt x="61265" y="68111"/>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17" name="Freeform: Shape 116">
                <a:extLst>
                  <a:ext uri="{FF2B5EF4-FFF2-40B4-BE49-F238E27FC236}">
                    <a16:creationId xmlns:a16="http://schemas.microsoft.com/office/drawing/2014/main" id="{94EE6EC4-190A-4711-A5D6-2103C5656987}"/>
                  </a:ext>
                </a:extLst>
              </p:cNvPr>
              <p:cNvSpPr/>
              <p:nvPr/>
            </p:nvSpPr>
            <p:spPr>
              <a:xfrm>
                <a:off x="2030925" y="8182783"/>
                <a:ext cx="102147" cy="98810"/>
              </a:xfrm>
              <a:custGeom>
                <a:avLst/>
                <a:gdLst>
                  <a:gd name="connsiteX0" fmla="*/ 89156 w 102147"/>
                  <a:gd name="connsiteY0" fmla="*/ 65794 h 98810"/>
                  <a:gd name="connsiteX1" fmla="*/ 102148 w 102147"/>
                  <a:gd name="connsiteY1" fmla="*/ 52445 h 98810"/>
                  <a:gd name="connsiteX2" fmla="*/ 92493 w 102147"/>
                  <a:gd name="connsiteY2" fmla="*/ 46843 h 98810"/>
                  <a:gd name="connsiteX3" fmla="*/ 80574 w 102147"/>
                  <a:gd name="connsiteY3" fmla="*/ 48392 h 98810"/>
                  <a:gd name="connsiteX4" fmla="*/ 81885 w 102147"/>
                  <a:gd name="connsiteY4" fmla="*/ 0 h 98810"/>
                  <a:gd name="connsiteX5" fmla="*/ 41598 w 102147"/>
                  <a:gd name="connsiteY5" fmla="*/ 0 h 98810"/>
                  <a:gd name="connsiteX6" fmla="*/ 33970 w 102147"/>
                  <a:gd name="connsiteY6" fmla="*/ 17998 h 98810"/>
                  <a:gd name="connsiteX7" fmla="*/ 51372 w 102147"/>
                  <a:gd name="connsiteY7" fmla="*/ 41122 h 98810"/>
                  <a:gd name="connsiteX8" fmla="*/ 19548 w 102147"/>
                  <a:gd name="connsiteY8" fmla="*/ 44697 h 98810"/>
                  <a:gd name="connsiteX9" fmla="*/ 0 w 102147"/>
                  <a:gd name="connsiteY9" fmla="*/ 70562 h 98810"/>
                  <a:gd name="connsiteX10" fmla="*/ 26222 w 102147"/>
                  <a:gd name="connsiteY10" fmla="*/ 92970 h 98810"/>
                  <a:gd name="connsiteX11" fmla="*/ 59716 w 102147"/>
                  <a:gd name="connsiteY11" fmla="*/ 98811 h 98810"/>
                  <a:gd name="connsiteX12" fmla="*/ 60550 w 102147"/>
                  <a:gd name="connsiteY12" fmla="*/ 98811 h 98810"/>
                  <a:gd name="connsiteX13" fmla="*/ 77475 w 102147"/>
                  <a:gd name="connsiteY13" fmla="*/ 84627 h 98810"/>
                  <a:gd name="connsiteX14" fmla="*/ 89156 w 102147"/>
                  <a:gd name="connsiteY14" fmla="*/ 65794 h 9881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102147" h="98810">
                    <a:moveTo>
                      <a:pt x="89156" y="65794"/>
                    </a:moveTo>
                    <a:cubicBezTo>
                      <a:pt x="93995" y="61873"/>
                      <a:pt x="98358" y="57391"/>
                      <a:pt x="102148" y="52445"/>
                    </a:cubicBezTo>
                    <a:cubicBezTo>
                      <a:pt x="93805" y="56974"/>
                      <a:pt x="91301" y="52445"/>
                      <a:pt x="92493" y="46843"/>
                    </a:cubicBezTo>
                    <a:lnTo>
                      <a:pt x="80574" y="48392"/>
                    </a:lnTo>
                    <a:lnTo>
                      <a:pt x="81885" y="0"/>
                    </a:lnTo>
                    <a:cubicBezTo>
                      <a:pt x="72231" y="0"/>
                      <a:pt x="45055" y="0"/>
                      <a:pt x="41598" y="0"/>
                    </a:cubicBezTo>
                    <a:cubicBezTo>
                      <a:pt x="38142" y="0"/>
                      <a:pt x="36473" y="16449"/>
                      <a:pt x="33970" y="17998"/>
                    </a:cubicBezTo>
                    <a:cubicBezTo>
                      <a:pt x="31467" y="19548"/>
                      <a:pt x="53994" y="34447"/>
                      <a:pt x="51372" y="41122"/>
                    </a:cubicBezTo>
                    <a:cubicBezTo>
                      <a:pt x="48750" y="47796"/>
                      <a:pt x="22170" y="44101"/>
                      <a:pt x="19548" y="44697"/>
                    </a:cubicBezTo>
                    <a:cubicBezTo>
                      <a:pt x="12348" y="52778"/>
                      <a:pt x="5817" y="61432"/>
                      <a:pt x="0" y="70562"/>
                    </a:cubicBezTo>
                    <a:cubicBezTo>
                      <a:pt x="8343" y="78476"/>
                      <a:pt x="17104" y="85962"/>
                      <a:pt x="26222" y="92970"/>
                    </a:cubicBezTo>
                    <a:cubicBezTo>
                      <a:pt x="36354" y="99407"/>
                      <a:pt x="52802" y="92970"/>
                      <a:pt x="59716" y="98811"/>
                    </a:cubicBezTo>
                    <a:lnTo>
                      <a:pt x="60550" y="98811"/>
                    </a:lnTo>
                    <a:cubicBezTo>
                      <a:pt x="65627" y="93447"/>
                      <a:pt x="71301" y="88679"/>
                      <a:pt x="77475" y="84627"/>
                    </a:cubicBezTo>
                    <a:cubicBezTo>
                      <a:pt x="82600" y="83316"/>
                      <a:pt x="78429" y="74615"/>
                      <a:pt x="89156" y="65794"/>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18" name="Freeform: Shape 117">
                <a:extLst>
                  <a:ext uri="{FF2B5EF4-FFF2-40B4-BE49-F238E27FC236}">
                    <a16:creationId xmlns:a16="http://schemas.microsoft.com/office/drawing/2014/main" id="{EED75BF3-1DA0-412B-ABB1-588C60E2A784}"/>
                  </a:ext>
                </a:extLst>
              </p:cNvPr>
              <p:cNvSpPr/>
              <p:nvPr/>
            </p:nvSpPr>
            <p:spPr>
              <a:xfrm>
                <a:off x="2111380" y="8167404"/>
                <a:ext cx="31109" cy="63413"/>
              </a:xfrm>
              <a:custGeom>
                <a:avLst/>
                <a:gdLst>
                  <a:gd name="connsiteX0" fmla="*/ 4648 w 31109"/>
                  <a:gd name="connsiteY0" fmla="*/ 15021 h 63413"/>
                  <a:gd name="connsiteX1" fmla="*/ 1311 w 31109"/>
                  <a:gd name="connsiteY1" fmla="*/ 15021 h 63413"/>
                  <a:gd name="connsiteX2" fmla="*/ 0 w 31109"/>
                  <a:gd name="connsiteY2" fmla="*/ 63414 h 63413"/>
                  <a:gd name="connsiteX3" fmla="*/ 11919 w 31109"/>
                  <a:gd name="connsiteY3" fmla="*/ 61864 h 63413"/>
                  <a:gd name="connsiteX4" fmla="*/ 19428 w 31109"/>
                  <a:gd name="connsiteY4" fmla="*/ 49945 h 63413"/>
                  <a:gd name="connsiteX5" fmla="*/ 25746 w 31109"/>
                  <a:gd name="connsiteY5" fmla="*/ 10135 h 63413"/>
                  <a:gd name="connsiteX6" fmla="*/ 31109 w 31109"/>
                  <a:gd name="connsiteY6" fmla="*/ 7035 h 63413"/>
                  <a:gd name="connsiteX7" fmla="*/ 19905 w 31109"/>
                  <a:gd name="connsiteY7" fmla="*/ 3 h 63413"/>
                  <a:gd name="connsiteX8" fmla="*/ 4648 w 31109"/>
                  <a:gd name="connsiteY8" fmla="*/ 15021 h 6341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Lst>
                <a:rect l="l" t="t" r="r" b="b"/>
                <a:pathLst>
                  <a:path w="31109" h="63413">
                    <a:moveTo>
                      <a:pt x="4648" y="15021"/>
                    </a:moveTo>
                    <a:cubicBezTo>
                      <a:pt x="3552" y="15236"/>
                      <a:pt x="2408" y="15236"/>
                      <a:pt x="1311" y="15021"/>
                    </a:cubicBezTo>
                    <a:lnTo>
                      <a:pt x="0" y="63414"/>
                    </a:lnTo>
                    <a:lnTo>
                      <a:pt x="11919" y="61864"/>
                    </a:lnTo>
                    <a:cubicBezTo>
                      <a:pt x="13040" y="57168"/>
                      <a:pt x="15674" y="52972"/>
                      <a:pt x="19428" y="49945"/>
                    </a:cubicBezTo>
                    <a:cubicBezTo>
                      <a:pt x="28964" y="42555"/>
                      <a:pt x="14661" y="12757"/>
                      <a:pt x="25746" y="10135"/>
                    </a:cubicBezTo>
                    <a:cubicBezTo>
                      <a:pt x="27760" y="9562"/>
                      <a:pt x="29608" y="8490"/>
                      <a:pt x="31109" y="7035"/>
                    </a:cubicBezTo>
                    <a:cubicBezTo>
                      <a:pt x="27176" y="3221"/>
                      <a:pt x="22766" y="-116"/>
                      <a:pt x="19905" y="3"/>
                    </a:cubicBezTo>
                    <a:cubicBezTo>
                      <a:pt x="13945" y="718"/>
                      <a:pt x="6198" y="14068"/>
                      <a:pt x="4648" y="15021"/>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19" name="Freeform: Shape 118">
                <a:extLst>
                  <a:ext uri="{FF2B5EF4-FFF2-40B4-BE49-F238E27FC236}">
                    <a16:creationId xmlns:a16="http://schemas.microsoft.com/office/drawing/2014/main" id="{1B31188C-F59F-4795-9DC8-93C169B68D4E}"/>
                  </a:ext>
                </a:extLst>
              </p:cNvPr>
              <p:cNvSpPr/>
              <p:nvPr/>
            </p:nvSpPr>
            <p:spPr>
              <a:xfrm>
                <a:off x="2465556" y="8125400"/>
                <a:ext cx="68957" cy="54998"/>
              </a:xfrm>
              <a:custGeom>
                <a:avLst/>
                <a:gdLst>
                  <a:gd name="connsiteX0" fmla="*/ 31054 w 68957"/>
                  <a:gd name="connsiteY0" fmla="*/ 1720 h 54998"/>
                  <a:gd name="connsiteX1" fmla="*/ 46907 w 68957"/>
                  <a:gd name="connsiteY1" fmla="*/ 34736 h 54998"/>
                  <a:gd name="connsiteX2" fmla="*/ 184 w 68957"/>
                  <a:gd name="connsiteY2" fmla="*/ 43199 h 54998"/>
                  <a:gd name="connsiteX3" fmla="*/ 31054 w 68957"/>
                  <a:gd name="connsiteY3" fmla="*/ 50589 h 54998"/>
                  <a:gd name="connsiteX4" fmla="*/ 64309 w 68957"/>
                  <a:gd name="connsiteY4" fmla="*/ 54999 h 54998"/>
                  <a:gd name="connsiteX5" fmla="*/ 68958 w 68957"/>
                  <a:gd name="connsiteY5" fmla="*/ 8395 h 54998"/>
                  <a:gd name="connsiteX6" fmla="*/ 31054 w 68957"/>
                  <a:gd name="connsiteY6" fmla="*/ 1720 h 5499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68957" h="54998">
                    <a:moveTo>
                      <a:pt x="31054" y="1720"/>
                    </a:moveTo>
                    <a:cubicBezTo>
                      <a:pt x="20327" y="9229"/>
                      <a:pt x="46907" y="25558"/>
                      <a:pt x="46907" y="34736"/>
                    </a:cubicBezTo>
                    <a:cubicBezTo>
                      <a:pt x="46907" y="43914"/>
                      <a:pt x="4236" y="32829"/>
                      <a:pt x="184" y="43199"/>
                    </a:cubicBezTo>
                    <a:cubicBezTo>
                      <a:pt x="-1962" y="48563"/>
                      <a:pt x="15083" y="55952"/>
                      <a:pt x="31054" y="50589"/>
                    </a:cubicBezTo>
                    <a:cubicBezTo>
                      <a:pt x="42247" y="47037"/>
                      <a:pt x="54428" y="48658"/>
                      <a:pt x="64309" y="54999"/>
                    </a:cubicBezTo>
                    <a:cubicBezTo>
                      <a:pt x="65501" y="38908"/>
                      <a:pt x="67289" y="20791"/>
                      <a:pt x="68958" y="8395"/>
                    </a:cubicBezTo>
                    <a:cubicBezTo>
                      <a:pt x="55489" y="4938"/>
                      <a:pt x="38683" y="-3644"/>
                      <a:pt x="31054" y="1720"/>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20" name="Freeform: Shape 119">
                <a:extLst>
                  <a:ext uri="{FF2B5EF4-FFF2-40B4-BE49-F238E27FC236}">
                    <a16:creationId xmlns:a16="http://schemas.microsoft.com/office/drawing/2014/main" id="{9611066F-9283-40F9-A695-E4968B50624B}"/>
                  </a:ext>
                </a:extLst>
              </p:cNvPr>
              <p:cNvSpPr/>
              <p:nvPr/>
            </p:nvSpPr>
            <p:spPr>
              <a:xfrm>
                <a:off x="2529865" y="8133795"/>
                <a:ext cx="81527" cy="48582"/>
              </a:xfrm>
              <a:custGeom>
                <a:avLst/>
                <a:gdLst>
                  <a:gd name="connsiteX0" fmla="*/ 31586 w 81527"/>
                  <a:gd name="connsiteY0" fmla="*/ 36950 h 48582"/>
                  <a:gd name="connsiteX1" fmla="*/ 81528 w 81527"/>
                  <a:gd name="connsiteY1" fmla="*/ 27414 h 48582"/>
                  <a:gd name="connsiteX2" fmla="*/ 17760 w 81527"/>
                  <a:gd name="connsiteY2" fmla="*/ 834 h 48582"/>
                  <a:gd name="connsiteX3" fmla="*/ 4648 w 81527"/>
                  <a:gd name="connsiteY3" fmla="*/ 0 h 48582"/>
                  <a:gd name="connsiteX4" fmla="*/ 0 w 81527"/>
                  <a:gd name="connsiteY4" fmla="*/ 46604 h 48582"/>
                  <a:gd name="connsiteX5" fmla="*/ 1788 w 81527"/>
                  <a:gd name="connsiteY5" fmla="*/ 47558 h 48582"/>
                  <a:gd name="connsiteX6" fmla="*/ 31586 w 81527"/>
                  <a:gd name="connsiteY6" fmla="*/ 36950 h 4858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81527" h="48582">
                    <a:moveTo>
                      <a:pt x="31586" y="36950"/>
                    </a:moveTo>
                    <a:cubicBezTo>
                      <a:pt x="50657" y="30513"/>
                      <a:pt x="81528" y="42194"/>
                      <a:pt x="81528" y="27414"/>
                    </a:cubicBezTo>
                    <a:cubicBezTo>
                      <a:pt x="81528" y="12635"/>
                      <a:pt x="30513" y="-3456"/>
                      <a:pt x="17760" y="834"/>
                    </a:cubicBezTo>
                    <a:cubicBezTo>
                      <a:pt x="13397" y="1717"/>
                      <a:pt x="8868" y="1418"/>
                      <a:pt x="4648" y="0"/>
                    </a:cubicBezTo>
                    <a:cubicBezTo>
                      <a:pt x="2980" y="11919"/>
                      <a:pt x="1192" y="30513"/>
                      <a:pt x="0" y="46604"/>
                    </a:cubicBezTo>
                    <a:lnTo>
                      <a:pt x="1788" y="47558"/>
                    </a:lnTo>
                    <a:cubicBezTo>
                      <a:pt x="10251" y="51491"/>
                      <a:pt x="12396" y="43267"/>
                      <a:pt x="31586" y="36950"/>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21" name="Freeform: Shape 120">
                <a:extLst>
                  <a:ext uri="{FF2B5EF4-FFF2-40B4-BE49-F238E27FC236}">
                    <a16:creationId xmlns:a16="http://schemas.microsoft.com/office/drawing/2014/main" id="{8F2E0E70-3C6D-4BB4-8355-EFE9C906E04F}"/>
                  </a:ext>
                </a:extLst>
              </p:cNvPr>
              <p:cNvSpPr/>
              <p:nvPr/>
            </p:nvSpPr>
            <p:spPr>
              <a:xfrm>
                <a:off x="2154710" y="8252272"/>
                <a:ext cx="101414" cy="104817"/>
              </a:xfrm>
              <a:custGeom>
                <a:avLst/>
                <a:gdLst>
                  <a:gd name="connsiteX0" fmla="*/ 54527 w 101414"/>
                  <a:gd name="connsiteY0" fmla="*/ 99049 h 104817"/>
                  <a:gd name="connsiteX1" fmla="*/ 78366 w 101414"/>
                  <a:gd name="connsiteY1" fmla="*/ 102982 h 104817"/>
                  <a:gd name="connsiteX2" fmla="*/ 90285 w 101414"/>
                  <a:gd name="connsiteY2" fmla="*/ 104293 h 104817"/>
                  <a:gd name="connsiteX3" fmla="*/ 86947 w 101414"/>
                  <a:gd name="connsiteY3" fmla="*/ 99168 h 104817"/>
                  <a:gd name="connsiteX4" fmla="*/ 92788 w 101414"/>
                  <a:gd name="connsiteY4" fmla="*/ 68297 h 104817"/>
                  <a:gd name="connsiteX5" fmla="*/ 96006 w 101414"/>
                  <a:gd name="connsiteY5" fmla="*/ 27414 h 104817"/>
                  <a:gd name="connsiteX6" fmla="*/ 101370 w 101414"/>
                  <a:gd name="connsiteY6" fmla="*/ 2384 h 104817"/>
                  <a:gd name="connsiteX7" fmla="*/ 101370 w 101414"/>
                  <a:gd name="connsiteY7" fmla="*/ 0 h 104817"/>
                  <a:gd name="connsiteX8" fmla="*/ 73359 w 101414"/>
                  <a:gd name="connsiteY8" fmla="*/ 11204 h 104817"/>
                  <a:gd name="connsiteX9" fmla="*/ 50355 w 101414"/>
                  <a:gd name="connsiteY9" fmla="*/ 16329 h 104817"/>
                  <a:gd name="connsiteX10" fmla="*/ 24133 w 101414"/>
                  <a:gd name="connsiteY10" fmla="*/ 27653 h 104817"/>
                  <a:gd name="connsiteX11" fmla="*/ 16505 w 101414"/>
                  <a:gd name="connsiteY11" fmla="*/ 42552 h 104817"/>
                  <a:gd name="connsiteX12" fmla="*/ 9234 w 101414"/>
                  <a:gd name="connsiteY12" fmla="*/ 49227 h 104817"/>
                  <a:gd name="connsiteX13" fmla="*/ 414 w 101414"/>
                  <a:gd name="connsiteY13" fmla="*/ 51253 h 104817"/>
                  <a:gd name="connsiteX14" fmla="*/ 4109 w 101414"/>
                  <a:gd name="connsiteY14" fmla="*/ 60311 h 104817"/>
                  <a:gd name="connsiteX15" fmla="*/ 33311 w 101414"/>
                  <a:gd name="connsiteY15" fmla="*/ 88560 h 104817"/>
                  <a:gd name="connsiteX16" fmla="*/ 41535 w 101414"/>
                  <a:gd name="connsiteY16" fmla="*/ 98215 h 104817"/>
                  <a:gd name="connsiteX17" fmla="*/ 54527 w 101414"/>
                  <a:gd name="connsiteY17" fmla="*/ 99049 h 10481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01414" h="104817">
                    <a:moveTo>
                      <a:pt x="54527" y="99049"/>
                    </a:moveTo>
                    <a:cubicBezTo>
                      <a:pt x="59772" y="101671"/>
                      <a:pt x="72883" y="99049"/>
                      <a:pt x="78366" y="102982"/>
                    </a:cubicBezTo>
                    <a:cubicBezTo>
                      <a:pt x="82048" y="104842"/>
                      <a:pt x="86280" y="105307"/>
                      <a:pt x="90285" y="104293"/>
                    </a:cubicBezTo>
                    <a:cubicBezTo>
                      <a:pt x="88735" y="102029"/>
                      <a:pt x="87543" y="100241"/>
                      <a:pt x="86947" y="99168"/>
                    </a:cubicBezTo>
                    <a:cubicBezTo>
                      <a:pt x="83252" y="92255"/>
                      <a:pt x="89689" y="78429"/>
                      <a:pt x="92788" y="68297"/>
                    </a:cubicBezTo>
                    <a:cubicBezTo>
                      <a:pt x="95887" y="58166"/>
                      <a:pt x="90165" y="33731"/>
                      <a:pt x="96006" y="27414"/>
                    </a:cubicBezTo>
                    <a:cubicBezTo>
                      <a:pt x="101846" y="21097"/>
                      <a:pt x="98628" y="17283"/>
                      <a:pt x="101370" y="2384"/>
                    </a:cubicBezTo>
                    <a:cubicBezTo>
                      <a:pt x="101429" y="1585"/>
                      <a:pt x="101429" y="799"/>
                      <a:pt x="101370" y="0"/>
                    </a:cubicBezTo>
                    <a:cubicBezTo>
                      <a:pt x="89450" y="0"/>
                      <a:pt x="77531" y="10847"/>
                      <a:pt x="73359" y="11204"/>
                    </a:cubicBezTo>
                    <a:cubicBezTo>
                      <a:pt x="69188" y="11562"/>
                      <a:pt x="52382" y="7628"/>
                      <a:pt x="50355" y="16329"/>
                    </a:cubicBezTo>
                    <a:cubicBezTo>
                      <a:pt x="48329" y="25030"/>
                      <a:pt x="38436" y="26580"/>
                      <a:pt x="24133" y="27653"/>
                    </a:cubicBezTo>
                    <a:cubicBezTo>
                      <a:pt x="9830" y="28725"/>
                      <a:pt x="17458" y="40526"/>
                      <a:pt x="16505" y="42552"/>
                    </a:cubicBezTo>
                    <a:cubicBezTo>
                      <a:pt x="14359" y="45055"/>
                      <a:pt x="11916" y="47296"/>
                      <a:pt x="9234" y="49227"/>
                    </a:cubicBezTo>
                    <a:lnTo>
                      <a:pt x="414" y="51253"/>
                    </a:lnTo>
                    <a:cubicBezTo>
                      <a:pt x="-814" y="54769"/>
                      <a:pt x="771" y="58655"/>
                      <a:pt x="4109" y="60311"/>
                    </a:cubicBezTo>
                    <a:cubicBezTo>
                      <a:pt x="12571" y="65079"/>
                      <a:pt x="24252" y="84150"/>
                      <a:pt x="33311" y="88560"/>
                    </a:cubicBezTo>
                    <a:cubicBezTo>
                      <a:pt x="37232" y="90550"/>
                      <a:pt x="40200" y="94031"/>
                      <a:pt x="41535" y="98215"/>
                    </a:cubicBezTo>
                    <a:cubicBezTo>
                      <a:pt x="45874" y="97535"/>
                      <a:pt x="50308" y="97821"/>
                      <a:pt x="54527" y="99049"/>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22" name="Freeform: Shape 121">
                <a:extLst>
                  <a:ext uri="{FF2B5EF4-FFF2-40B4-BE49-F238E27FC236}">
                    <a16:creationId xmlns:a16="http://schemas.microsoft.com/office/drawing/2014/main" id="{75383064-FF2D-45D9-A27A-D2EE70DBB3E6}"/>
                  </a:ext>
                </a:extLst>
              </p:cNvPr>
              <p:cNvSpPr/>
              <p:nvPr/>
            </p:nvSpPr>
            <p:spPr>
              <a:xfrm>
                <a:off x="2479774" y="8491623"/>
                <a:ext cx="947066" cy="977007"/>
              </a:xfrm>
              <a:custGeom>
                <a:avLst/>
                <a:gdLst>
                  <a:gd name="connsiteX0" fmla="*/ 504691 w 947066"/>
                  <a:gd name="connsiteY0" fmla="*/ 965207 h 977007"/>
                  <a:gd name="connsiteX1" fmla="*/ 522689 w 947066"/>
                  <a:gd name="connsiteY1" fmla="*/ 935409 h 977007"/>
                  <a:gd name="connsiteX2" fmla="*/ 535442 w 947066"/>
                  <a:gd name="connsiteY2" fmla="*/ 906207 h 977007"/>
                  <a:gd name="connsiteX3" fmla="*/ 548196 w 947066"/>
                  <a:gd name="connsiteY3" fmla="*/ 880700 h 977007"/>
                  <a:gd name="connsiteX4" fmla="*/ 548792 w 947066"/>
                  <a:gd name="connsiteY4" fmla="*/ 902512 h 977007"/>
                  <a:gd name="connsiteX5" fmla="*/ 550342 w 947066"/>
                  <a:gd name="connsiteY5" fmla="*/ 910498 h 977007"/>
                  <a:gd name="connsiteX6" fmla="*/ 581212 w 947066"/>
                  <a:gd name="connsiteY6" fmla="*/ 863656 h 977007"/>
                  <a:gd name="connsiteX7" fmla="*/ 605051 w 947066"/>
                  <a:gd name="connsiteY7" fmla="*/ 838148 h 977007"/>
                  <a:gd name="connsiteX8" fmla="*/ 611964 w 947066"/>
                  <a:gd name="connsiteY8" fmla="*/ 803583 h 977007"/>
                  <a:gd name="connsiteX9" fmla="*/ 611964 w 947066"/>
                  <a:gd name="connsiteY9" fmla="*/ 767825 h 977007"/>
                  <a:gd name="connsiteX10" fmla="*/ 619354 w 947066"/>
                  <a:gd name="connsiteY10" fmla="*/ 750185 h 977007"/>
                  <a:gd name="connsiteX11" fmla="*/ 649629 w 947066"/>
                  <a:gd name="connsiteY11" fmla="*/ 727419 h 977007"/>
                  <a:gd name="connsiteX12" fmla="*/ 680976 w 947066"/>
                  <a:gd name="connsiteY12" fmla="*/ 713593 h 977007"/>
                  <a:gd name="connsiteX13" fmla="*/ 694326 w 947066"/>
                  <a:gd name="connsiteY13" fmla="*/ 706083 h 977007"/>
                  <a:gd name="connsiteX14" fmla="*/ 712920 w 947066"/>
                  <a:gd name="connsiteY14" fmla="*/ 691780 h 977007"/>
                  <a:gd name="connsiteX15" fmla="*/ 752730 w 947066"/>
                  <a:gd name="connsiteY15" fmla="*/ 691780 h 977007"/>
                  <a:gd name="connsiteX16" fmla="*/ 774066 w 947066"/>
                  <a:gd name="connsiteY16" fmla="*/ 684867 h 977007"/>
                  <a:gd name="connsiteX17" fmla="*/ 787153 w 947066"/>
                  <a:gd name="connsiteY17" fmla="*/ 670564 h 977007"/>
                  <a:gd name="connsiteX18" fmla="*/ 787296 w 947066"/>
                  <a:gd name="connsiteY18" fmla="*/ 670564 h 977007"/>
                  <a:gd name="connsiteX19" fmla="*/ 797904 w 947066"/>
                  <a:gd name="connsiteY19" fmla="*/ 657811 h 977007"/>
                  <a:gd name="connsiteX20" fmla="*/ 807440 w 947066"/>
                  <a:gd name="connsiteY20" fmla="*/ 635998 h 977007"/>
                  <a:gd name="connsiteX21" fmla="*/ 817094 w 947066"/>
                  <a:gd name="connsiteY21" fmla="*/ 613709 h 977007"/>
                  <a:gd name="connsiteX22" fmla="*/ 826153 w 947066"/>
                  <a:gd name="connsiteY22" fmla="*/ 600956 h 977007"/>
                  <a:gd name="connsiteX23" fmla="*/ 829848 w 947066"/>
                  <a:gd name="connsiteY23" fmla="*/ 571754 h 977007"/>
                  <a:gd name="connsiteX24" fmla="*/ 841767 w 947066"/>
                  <a:gd name="connsiteY24" fmla="*/ 559000 h 977007"/>
                  <a:gd name="connsiteX25" fmla="*/ 844508 w 947066"/>
                  <a:gd name="connsiteY25" fmla="*/ 529202 h 977007"/>
                  <a:gd name="connsiteX26" fmla="*/ 844508 w 947066"/>
                  <a:gd name="connsiteY26" fmla="*/ 482478 h 977007"/>
                  <a:gd name="connsiteX27" fmla="*/ 849753 w 947066"/>
                  <a:gd name="connsiteY27" fmla="*/ 447317 h 977007"/>
                  <a:gd name="connsiteX28" fmla="*/ 848203 w 947066"/>
                  <a:gd name="connsiteY28" fmla="*/ 437781 h 977007"/>
                  <a:gd name="connsiteX29" fmla="*/ 852375 w 947066"/>
                  <a:gd name="connsiteY29" fmla="*/ 430868 h 977007"/>
                  <a:gd name="connsiteX30" fmla="*/ 867274 w 947066"/>
                  <a:gd name="connsiteY30" fmla="*/ 435636 h 977007"/>
                  <a:gd name="connsiteX31" fmla="*/ 886464 w 947066"/>
                  <a:gd name="connsiteY31" fmla="*/ 398448 h 977007"/>
                  <a:gd name="connsiteX32" fmla="*/ 909349 w 947066"/>
                  <a:gd name="connsiteY32" fmla="*/ 380927 h 977007"/>
                  <a:gd name="connsiteX33" fmla="*/ 942723 w 947066"/>
                  <a:gd name="connsiteY33" fmla="*/ 333250 h 977007"/>
                  <a:gd name="connsiteX34" fmla="*/ 937955 w 947066"/>
                  <a:gd name="connsiteY34" fmla="*/ 263641 h 977007"/>
                  <a:gd name="connsiteX35" fmla="*/ 917216 w 947066"/>
                  <a:gd name="connsiteY35" fmla="*/ 249815 h 977007"/>
                  <a:gd name="connsiteX36" fmla="*/ 859884 w 947066"/>
                  <a:gd name="connsiteY36" fmla="*/ 219063 h 977007"/>
                  <a:gd name="connsiteX37" fmla="*/ 789680 w 947066"/>
                  <a:gd name="connsiteY37" fmla="*/ 197251 h 977007"/>
                  <a:gd name="connsiteX38" fmla="*/ 742003 w 947066"/>
                  <a:gd name="connsiteY38" fmla="*/ 186047 h 977007"/>
                  <a:gd name="connsiteX39" fmla="*/ 710536 w 947066"/>
                  <a:gd name="connsiteY39" fmla="*/ 201542 h 977007"/>
                  <a:gd name="connsiteX40" fmla="*/ 715423 w 947066"/>
                  <a:gd name="connsiteY40" fmla="*/ 178657 h 977007"/>
                  <a:gd name="connsiteX41" fmla="*/ 659045 w 947066"/>
                  <a:gd name="connsiteY41" fmla="*/ 144687 h 977007"/>
                  <a:gd name="connsiteX42" fmla="*/ 624002 w 947066"/>
                  <a:gd name="connsiteY42" fmla="*/ 155296 h 977007"/>
                  <a:gd name="connsiteX43" fmla="*/ 606958 w 947066"/>
                  <a:gd name="connsiteY43" fmla="*/ 167215 h 977007"/>
                  <a:gd name="connsiteX44" fmla="*/ 595039 w 947066"/>
                  <a:gd name="connsiteY44" fmla="*/ 167215 h 977007"/>
                  <a:gd name="connsiteX45" fmla="*/ 615778 w 947066"/>
                  <a:gd name="connsiteY45" fmla="*/ 139562 h 977007"/>
                  <a:gd name="connsiteX46" fmla="*/ 567505 w 947066"/>
                  <a:gd name="connsiteY46" fmla="*/ 126808 h 977007"/>
                  <a:gd name="connsiteX47" fmla="*/ 552010 w 947066"/>
                  <a:gd name="connsiteY47" fmla="*/ 145402 h 977007"/>
                  <a:gd name="connsiteX48" fmla="*/ 558447 w 947066"/>
                  <a:gd name="connsiteY48" fmla="*/ 125736 h 977007"/>
                  <a:gd name="connsiteX49" fmla="*/ 582285 w 947066"/>
                  <a:gd name="connsiteY49" fmla="*/ 96057 h 977007"/>
                  <a:gd name="connsiteX50" fmla="*/ 562738 w 947066"/>
                  <a:gd name="connsiteY50" fmla="*/ 70550 h 977007"/>
                  <a:gd name="connsiteX51" fmla="*/ 545455 w 947066"/>
                  <a:gd name="connsiteY51" fmla="*/ 24541 h 977007"/>
                  <a:gd name="connsiteX52" fmla="*/ 517206 w 947066"/>
                  <a:gd name="connsiteY52" fmla="*/ 62683 h 977007"/>
                  <a:gd name="connsiteX53" fmla="*/ 491937 w 947066"/>
                  <a:gd name="connsiteY53" fmla="*/ 73529 h 977007"/>
                  <a:gd name="connsiteX54" fmla="*/ 468099 w 947066"/>
                  <a:gd name="connsiteY54" fmla="*/ 66259 h 977007"/>
                  <a:gd name="connsiteX55" fmla="*/ 441519 w 947066"/>
                  <a:gd name="connsiteY55" fmla="*/ 65544 h 977007"/>
                  <a:gd name="connsiteX56" fmla="*/ 431388 w 947066"/>
                  <a:gd name="connsiteY56" fmla="*/ 80681 h 977007"/>
                  <a:gd name="connsiteX57" fmla="*/ 402662 w 947066"/>
                  <a:gd name="connsiteY57" fmla="*/ 79966 h 977007"/>
                  <a:gd name="connsiteX58" fmla="*/ 390743 w 947066"/>
                  <a:gd name="connsiteY58" fmla="*/ 85687 h 977007"/>
                  <a:gd name="connsiteX59" fmla="*/ 374890 w 947066"/>
                  <a:gd name="connsiteY59" fmla="*/ 91528 h 977007"/>
                  <a:gd name="connsiteX60" fmla="*/ 349026 w 947066"/>
                  <a:gd name="connsiteY60" fmla="*/ 82826 h 977007"/>
                  <a:gd name="connsiteX61" fmla="*/ 344019 w 947066"/>
                  <a:gd name="connsiteY61" fmla="*/ 40394 h 977007"/>
                  <a:gd name="connsiteX62" fmla="*/ 344711 w 947066"/>
                  <a:gd name="connsiteY62" fmla="*/ 22539 h 977007"/>
                  <a:gd name="connsiteX63" fmla="*/ 341874 w 947066"/>
                  <a:gd name="connsiteY63" fmla="*/ 20250 h 977007"/>
                  <a:gd name="connsiteX64" fmla="*/ 331743 w 947066"/>
                  <a:gd name="connsiteY64" fmla="*/ 107 h 977007"/>
                  <a:gd name="connsiteX65" fmla="*/ 316725 w 947066"/>
                  <a:gd name="connsiteY65" fmla="*/ 13814 h 977007"/>
                  <a:gd name="connsiteX66" fmla="*/ 287165 w 947066"/>
                  <a:gd name="connsiteY66" fmla="*/ 25733 h 977007"/>
                  <a:gd name="connsiteX67" fmla="*/ 270597 w 947066"/>
                  <a:gd name="connsiteY67" fmla="*/ 35149 h 977007"/>
                  <a:gd name="connsiteX68" fmla="*/ 261300 w 947066"/>
                  <a:gd name="connsiteY68" fmla="*/ 34434 h 977007"/>
                  <a:gd name="connsiteX69" fmla="*/ 240441 w 947066"/>
                  <a:gd name="connsiteY69" fmla="*/ 27164 h 977007"/>
                  <a:gd name="connsiteX70" fmla="*/ 224589 w 947066"/>
                  <a:gd name="connsiteY70" fmla="*/ 30024 h 977007"/>
                  <a:gd name="connsiteX71" fmla="*/ 233886 w 947066"/>
                  <a:gd name="connsiteY71" fmla="*/ 48022 h 977007"/>
                  <a:gd name="connsiteX72" fmla="*/ 240441 w 947066"/>
                  <a:gd name="connsiteY72" fmla="*/ 63160 h 977007"/>
                  <a:gd name="connsiteX73" fmla="*/ 252360 w 947066"/>
                  <a:gd name="connsiteY73" fmla="*/ 66020 h 977007"/>
                  <a:gd name="connsiteX74" fmla="*/ 249500 w 947066"/>
                  <a:gd name="connsiteY74" fmla="*/ 76152 h 977007"/>
                  <a:gd name="connsiteX75" fmla="*/ 235912 w 947066"/>
                  <a:gd name="connsiteY75" fmla="*/ 89025 h 977007"/>
                  <a:gd name="connsiteX76" fmla="*/ 220059 w 947066"/>
                  <a:gd name="connsiteY76" fmla="*/ 97010 h 977007"/>
                  <a:gd name="connsiteX77" fmla="*/ 203492 w 947066"/>
                  <a:gd name="connsiteY77" fmla="*/ 105592 h 977007"/>
                  <a:gd name="connsiteX78" fmla="*/ 190500 w 947066"/>
                  <a:gd name="connsiteY78" fmla="*/ 107738 h 977007"/>
                  <a:gd name="connsiteX79" fmla="*/ 176197 w 947066"/>
                  <a:gd name="connsiteY79" fmla="*/ 102017 h 977007"/>
                  <a:gd name="connsiteX80" fmla="*/ 157841 w 947066"/>
                  <a:gd name="connsiteY80" fmla="*/ 78178 h 977007"/>
                  <a:gd name="connsiteX81" fmla="*/ 134003 w 947066"/>
                  <a:gd name="connsiteY81" fmla="*/ 85091 h 977007"/>
                  <a:gd name="connsiteX82" fmla="*/ 98245 w 947066"/>
                  <a:gd name="connsiteY82" fmla="*/ 87713 h 977007"/>
                  <a:gd name="connsiteX83" fmla="*/ 104562 w 947066"/>
                  <a:gd name="connsiteY83" fmla="*/ 100825 h 977007"/>
                  <a:gd name="connsiteX84" fmla="*/ 109330 w 947066"/>
                  <a:gd name="connsiteY84" fmla="*/ 110717 h 977007"/>
                  <a:gd name="connsiteX85" fmla="*/ 93000 w 947066"/>
                  <a:gd name="connsiteY85" fmla="*/ 123590 h 977007"/>
                  <a:gd name="connsiteX86" fmla="*/ 108376 w 947066"/>
                  <a:gd name="connsiteY86" fmla="*/ 162447 h 977007"/>
                  <a:gd name="connsiteX87" fmla="*/ 103489 w 947066"/>
                  <a:gd name="connsiteY87" fmla="*/ 195225 h 977007"/>
                  <a:gd name="connsiteX88" fmla="*/ 94192 w 947066"/>
                  <a:gd name="connsiteY88" fmla="*/ 227764 h 977007"/>
                  <a:gd name="connsiteX89" fmla="*/ 73691 w 947066"/>
                  <a:gd name="connsiteY89" fmla="*/ 229195 h 977007"/>
                  <a:gd name="connsiteX90" fmla="*/ 44608 w 947066"/>
                  <a:gd name="connsiteY90" fmla="*/ 239803 h 977007"/>
                  <a:gd name="connsiteX91" fmla="*/ 23392 w 947066"/>
                  <a:gd name="connsiteY91" fmla="*/ 253987 h 977007"/>
                  <a:gd name="connsiteX92" fmla="*/ 15644 w 947066"/>
                  <a:gd name="connsiteY92" fmla="*/ 276633 h 977007"/>
                  <a:gd name="connsiteX93" fmla="*/ 4917 w 947066"/>
                  <a:gd name="connsiteY93" fmla="*/ 289387 h 977007"/>
                  <a:gd name="connsiteX94" fmla="*/ 1460 w 947066"/>
                  <a:gd name="connsiteY94" fmla="*/ 305001 h 977007"/>
                  <a:gd name="connsiteX95" fmla="*/ 7778 w 947066"/>
                  <a:gd name="connsiteY95" fmla="*/ 325502 h 977007"/>
                  <a:gd name="connsiteX96" fmla="*/ 17790 w 947066"/>
                  <a:gd name="connsiteY96" fmla="*/ 346122 h 977007"/>
                  <a:gd name="connsiteX97" fmla="*/ 29709 w 947066"/>
                  <a:gd name="connsiteY97" fmla="*/ 355300 h 977007"/>
                  <a:gd name="connsiteX98" fmla="*/ 42582 w 947066"/>
                  <a:gd name="connsiteY98" fmla="*/ 368769 h 977007"/>
                  <a:gd name="connsiteX99" fmla="*/ 67970 w 947066"/>
                  <a:gd name="connsiteY99" fmla="*/ 365193 h 977007"/>
                  <a:gd name="connsiteX100" fmla="*/ 78697 w 947066"/>
                  <a:gd name="connsiteY100" fmla="*/ 363167 h 977007"/>
                  <a:gd name="connsiteX101" fmla="*/ 84299 w 947066"/>
                  <a:gd name="connsiteY101" fmla="*/ 394276 h 977007"/>
                  <a:gd name="connsiteX102" fmla="*/ 115528 w 947066"/>
                  <a:gd name="connsiteY102" fmla="*/ 394991 h 977007"/>
                  <a:gd name="connsiteX103" fmla="*/ 136029 w 947066"/>
                  <a:gd name="connsiteY103" fmla="*/ 389985 h 977007"/>
                  <a:gd name="connsiteX104" fmla="*/ 156649 w 947066"/>
                  <a:gd name="connsiteY104" fmla="*/ 379377 h 977007"/>
                  <a:gd name="connsiteX105" fmla="*/ 186090 w 947066"/>
                  <a:gd name="connsiteY105" fmla="*/ 367100 h 977007"/>
                  <a:gd name="connsiteX106" fmla="*/ 208855 w 947066"/>
                  <a:gd name="connsiteY106" fmla="*/ 368530 h 977007"/>
                  <a:gd name="connsiteX107" fmla="*/ 216603 w 947066"/>
                  <a:gd name="connsiteY107" fmla="*/ 415254 h 977007"/>
                  <a:gd name="connsiteX108" fmla="*/ 244971 w 947066"/>
                  <a:gd name="connsiteY108" fmla="*/ 432298 h 977007"/>
                  <a:gd name="connsiteX109" fmla="*/ 261896 w 947066"/>
                  <a:gd name="connsiteY109" fmla="*/ 435874 h 977007"/>
                  <a:gd name="connsiteX110" fmla="*/ 271908 w 947066"/>
                  <a:gd name="connsiteY110" fmla="*/ 444337 h 977007"/>
                  <a:gd name="connsiteX111" fmla="*/ 291694 w 947066"/>
                  <a:gd name="connsiteY111" fmla="*/ 453515 h 977007"/>
                  <a:gd name="connsiteX112" fmla="*/ 317916 w 947066"/>
                  <a:gd name="connsiteY112" fmla="*/ 459236 h 977007"/>
                  <a:gd name="connsiteX113" fmla="*/ 327094 w 947066"/>
                  <a:gd name="connsiteY113" fmla="*/ 475565 h 977007"/>
                  <a:gd name="connsiteX114" fmla="*/ 330670 w 947066"/>
                  <a:gd name="connsiteY114" fmla="*/ 493921 h 977007"/>
                  <a:gd name="connsiteX115" fmla="*/ 333531 w 947066"/>
                  <a:gd name="connsiteY115" fmla="*/ 513826 h 977007"/>
                  <a:gd name="connsiteX116" fmla="*/ 359753 w 947066"/>
                  <a:gd name="connsiteY116" fmla="*/ 525745 h 977007"/>
                  <a:gd name="connsiteX117" fmla="*/ 379539 w 947066"/>
                  <a:gd name="connsiteY117" fmla="*/ 537664 h 977007"/>
                  <a:gd name="connsiteX118" fmla="*/ 393723 w 947066"/>
                  <a:gd name="connsiteY118" fmla="*/ 561503 h 977007"/>
                  <a:gd name="connsiteX119" fmla="*/ 390862 w 947066"/>
                  <a:gd name="connsiteY119" fmla="*/ 592731 h 977007"/>
                  <a:gd name="connsiteX120" fmla="*/ 383591 w 947066"/>
                  <a:gd name="connsiteY120" fmla="*/ 608942 h 977007"/>
                  <a:gd name="connsiteX121" fmla="*/ 384664 w 947066"/>
                  <a:gd name="connsiteY121" fmla="*/ 621814 h 977007"/>
                  <a:gd name="connsiteX122" fmla="*/ 388955 w 947066"/>
                  <a:gd name="connsiteY122" fmla="*/ 651255 h 977007"/>
                  <a:gd name="connsiteX123" fmla="*/ 400874 w 947066"/>
                  <a:gd name="connsiteY123" fmla="*/ 670683 h 977007"/>
                  <a:gd name="connsiteX124" fmla="*/ 421733 w 947066"/>
                  <a:gd name="connsiteY124" fmla="*/ 672829 h 977007"/>
                  <a:gd name="connsiteX125" fmla="*/ 438181 w 947066"/>
                  <a:gd name="connsiteY125" fmla="*/ 692972 h 977007"/>
                  <a:gd name="connsiteX126" fmla="*/ 450101 w 947066"/>
                  <a:gd name="connsiteY126" fmla="*/ 719552 h 977007"/>
                  <a:gd name="connsiteX127" fmla="*/ 470244 w 947066"/>
                  <a:gd name="connsiteY127" fmla="*/ 715261 h 977007"/>
                  <a:gd name="connsiteX128" fmla="*/ 467980 w 947066"/>
                  <a:gd name="connsiteY128" fmla="*/ 758170 h 977007"/>
                  <a:gd name="connsiteX129" fmla="*/ 483713 w 947066"/>
                  <a:gd name="connsiteY129" fmla="*/ 759243 h 977007"/>
                  <a:gd name="connsiteX130" fmla="*/ 488123 w 947066"/>
                  <a:gd name="connsiteY130" fmla="*/ 795835 h 977007"/>
                  <a:gd name="connsiteX131" fmla="*/ 459040 w 947066"/>
                  <a:gd name="connsiteY131" fmla="*/ 811926 h 977007"/>
                  <a:gd name="connsiteX132" fmla="*/ 417561 w 947066"/>
                  <a:gd name="connsiteY132" fmla="*/ 855551 h 977007"/>
                  <a:gd name="connsiteX133" fmla="*/ 396345 w 947066"/>
                  <a:gd name="connsiteY133" fmla="*/ 880819 h 977007"/>
                  <a:gd name="connsiteX134" fmla="*/ 403497 w 947066"/>
                  <a:gd name="connsiteY134" fmla="*/ 880819 h 977007"/>
                  <a:gd name="connsiteX135" fmla="*/ 423998 w 947066"/>
                  <a:gd name="connsiteY135" fmla="*/ 888329 h 977007"/>
                  <a:gd name="connsiteX136" fmla="*/ 434725 w 947066"/>
                  <a:gd name="connsiteY136" fmla="*/ 905015 h 977007"/>
                  <a:gd name="connsiteX137" fmla="*/ 448194 w 947066"/>
                  <a:gd name="connsiteY137" fmla="*/ 901320 h 977007"/>
                  <a:gd name="connsiteX138" fmla="*/ 475131 w 947066"/>
                  <a:gd name="connsiteY138" fmla="*/ 921822 h 977007"/>
                  <a:gd name="connsiteX139" fmla="*/ 491341 w 947066"/>
                  <a:gd name="connsiteY139" fmla="*/ 940535 h 977007"/>
                  <a:gd name="connsiteX140" fmla="*/ 493844 w 947066"/>
                  <a:gd name="connsiteY140" fmla="*/ 977008 h 977007"/>
                  <a:gd name="connsiteX141" fmla="*/ 504691 w 947066"/>
                  <a:gd name="connsiteY141" fmla="*/ 965207 h 97700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Lst>
                <a:rect l="l" t="t" r="r" b="b"/>
                <a:pathLst>
                  <a:path w="947066" h="977007">
                    <a:moveTo>
                      <a:pt x="504691" y="965207"/>
                    </a:moveTo>
                    <a:cubicBezTo>
                      <a:pt x="519471" y="954480"/>
                      <a:pt x="515776" y="948163"/>
                      <a:pt x="522689" y="935409"/>
                    </a:cubicBezTo>
                    <a:cubicBezTo>
                      <a:pt x="529602" y="922656"/>
                      <a:pt x="523761" y="917292"/>
                      <a:pt x="535442" y="906207"/>
                    </a:cubicBezTo>
                    <a:cubicBezTo>
                      <a:pt x="547123" y="895122"/>
                      <a:pt x="533297" y="887613"/>
                      <a:pt x="548196" y="880700"/>
                    </a:cubicBezTo>
                    <a:cubicBezTo>
                      <a:pt x="563095" y="873787"/>
                      <a:pt x="560950" y="887017"/>
                      <a:pt x="548792" y="902512"/>
                    </a:cubicBezTo>
                    <a:cubicBezTo>
                      <a:pt x="536634" y="918007"/>
                      <a:pt x="534370" y="922179"/>
                      <a:pt x="550342" y="910498"/>
                    </a:cubicBezTo>
                    <a:cubicBezTo>
                      <a:pt x="566313" y="898817"/>
                      <a:pt x="572154" y="882250"/>
                      <a:pt x="581212" y="863656"/>
                    </a:cubicBezTo>
                    <a:cubicBezTo>
                      <a:pt x="590271" y="845062"/>
                      <a:pt x="597065" y="839221"/>
                      <a:pt x="605051" y="838148"/>
                    </a:cubicBezTo>
                    <a:cubicBezTo>
                      <a:pt x="613037" y="837076"/>
                      <a:pt x="613037" y="817409"/>
                      <a:pt x="611964" y="803583"/>
                    </a:cubicBezTo>
                    <a:cubicBezTo>
                      <a:pt x="610891" y="789756"/>
                      <a:pt x="606720" y="777003"/>
                      <a:pt x="611964" y="767825"/>
                    </a:cubicBezTo>
                    <a:cubicBezTo>
                      <a:pt x="617209" y="758647"/>
                      <a:pt x="611964" y="750185"/>
                      <a:pt x="619354" y="750185"/>
                    </a:cubicBezTo>
                    <a:cubicBezTo>
                      <a:pt x="626744" y="750185"/>
                      <a:pt x="637948" y="739100"/>
                      <a:pt x="649629" y="727419"/>
                    </a:cubicBezTo>
                    <a:cubicBezTo>
                      <a:pt x="657567" y="718467"/>
                      <a:pt x="669009" y="713426"/>
                      <a:pt x="680976" y="713593"/>
                    </a:cubicBezTo>
                    <a:cubicBezTo>
                      <a:pt x="692896" y="712520"/>
                      <a:pt x="686340" y="708229"/>
                      <a:pt x="694326" y="706083"/>
                    </a:cubicBezTo>
                    <a:cubicBezTo>
                      <a:pt x="702312" y="703938"/>
                      <a:pt x="707556" y="696548"/>
                      <a:pt x="712920" y="691780"/>
                    </a:cubicBezTo>
                    <a:cubicBezTo>
                      <a:pt x="718284" y="687013"/>
                      <a:pt x="739977" y="691780"/>
                      <a:pt x="752730" y="691780"/>
                    </a:cubicBezTo>
                    <a:cubicBezTo>
                      <a:pt x="765484" y="691780"/>
                      <a:pt x="774066" y="692853"/>
                      <a:pt x="774066" y="684867"/>
                    </a:cubicBezTo>
                    <a:cubicBezTo>
                      <a:pt x="773732" y="677298"/>
                      <a:pt x="779596" y="670898"/>
                      <a:pt x="787153" y="670564"/>
                    </a:cubicBezTo>
                    <a:cubicBezTo>
                      <a:pt x="787201" y="670564"/>
                      <a:pt x="787248" y="670564"/>
                      <a:pt x="787296" y="670564"/>
                    </a:cubicBezTo>
                    <a:cubicBezTo>
                      <a:pt x="794686" y="670564"/>
                      <a:pt x="797904" y="668419"/>
                      <a:pt x="797904" y="657811"/>
                    </a:cubicBezTo>
                    <a:cubicBezTo>
                      <a:pt x="797106" y="649384"/>
                      <a:pt x="800717" y="641135"/>
                      <a:pt x="807440" y="635998"/>
                    </a:cubicBezTo>
                    <a:cubicBezTo>
                      <a:pt x="813876" y="631231"/>
                      <a:pt x="814949" y="620622"/>
                      <a:pt x="817094" y="613709"/>
                    </a:cubicBezTo>
                    <a:cubicBezTo>
                      <a:pt x="819240" y="606796"/>
                      <a:pt x="826153" y="611087"/>
                      <a:pt x="826153" y="600956"/>
                    </a:cubicBezTo>
                    <a:cubicBezTo>
                      <a:pt x="826153" y="590824"/>
                      <a:pt x="829848" y="579739"/>
                      <a:pt x="829848" y="571754"/>
                    </a:cubicBezTo>
                    <a:cubicBezTo>
                      <a:pt x="829848" y="563768"/>
                      <a:pt x="838310" y="564840"/>
                      <a:pt x="841767" y="559000"/>
                    </a:cubicBezTo>
                    <a:cubicBezTo>
                      <a:pt x="845223" y="553159"/>
                      <a:pt x="838668" y="545651"/>
                      <a:pt x="844508" y="529202"/>
                    </a:cubicBezTo>
                    <a:cubicBezTo>
                      <a:pt x="850349" y="512753"/>
                      <a:pt x="844508" y="497377"/>
                      <a:pt x="844508" y="482478"/>
                    </a:cubicBezTo>
                    <a:cubicBezTo>
                      <a:pt x="844508" y="467579"/>
                      <a:pt x="844508" y="452204"/>
                      <a:pt x="849753" y="447317"/>
                    </a:cubicBezTo>
                    <a:cubicBezTo>
                      <a:pt x="854997" y="442430"/>
                      <a:pt x="852375" y="439927"/>
                      <a:pt x="848203" y="437781"/>
                    </a:cubicBezTo>
                    <a:cubicBezTo>
                      <a:pt x="844032" y="435636"/>
                      <a:pt x="848203" y="429796"/>
                      <a:pt x="852375" y="430868"/>
                    </a:cubicBezTo>
                    <a:cubicBezTo>
                      <a:pt x="856547" y="431941"/>
                      <a:pt x="860361" y="439927"/>
                      <a:pt x="867274" y="435636"/>
                    </a:cubicBezTo>
                    <a:cubicBezTo>
                      <a:pt x="874187" y="431345"/>
                      <a:pt x="880624" y="413347"/>
                      <a:pt x="886464" y="398448"/>
                    </a:cubicBezTo>
                    <a:cubicBezTo>
                      <a:pt x="892305" y="383549"/>
                      <a:pt x="901840" y="384145"/>
                      <a:pt x="909349" y="380927"/>
                    </a:cubicBezTo>
                    <a:cubicBezTo>
                      <a:pt x="925107" y="368840"/>
                      <a:pt x="936764" y="352189"/>
                      <a:pt x="942723" y="333250"/>
                    </a:cubicBezTo>
                    <a:cubicBezTo>
                      <a:pt x="952854" y="307266"/>
                      <a:pt x="942723" y="281758"/>
                      <a:pt x="937955" y="263641"/>
                    </a:cubicBezTo>
                    <a:cubicBezTo>
                      <a:pt x="933188" y="245524"/>
                      <a:pt x="927943" y="249338"/>
                      <a:pt x="917216" y="249815"/>
                    </a:cubicBezTo>
                    <a:cubicBezTo>
                      <a:pt x="906489" y="250292"/>
                      <a:pt x="886464" y="247670"/>
                      <a:pt x="859884" y="219063"/>
                    </a:cubicBezTo>
                    <a:cubicBezTo>
                      <a:pt x="843209" y="198038"/>
                      <a:pt x="815342" y="189372"/>
                      <a:pt x="789680" y="197251"/>
                    </a:cubicBezTo>
                    <a:cubicBezTo>
                      <a:pt x="772159" y="202019"/>
                      <a:pt x="753922" y="188789"/>
                      <a:pt x="742003" y="186047"/>
                    </a:cubicBezTo>
                    <a:cubicBezTo>
                      <a:pt x="730084" y="183305"/>
                      <a:pt x="719118" y="197966"/>
                      <a:pt x="710536" y="201542"/>
                    </a:cubicBezTo>
                    <a:cubicBezTo>
                      <a:pt x="701954" y="205118"/>
                      <a:pt x="714827" y="188789"/>
                      <a:pt x="715423" y="178657"/>
                    </a:cubicBezTo>
                    <a:cubicBezTo>
                      <a:pt x="716019" y="168526"/>
                      <a:pt x="683480" y="154819"/>
                      <a:pt x="659045" y="144687"/>
                    </a:cubicBezTo>
                    <a:cubicBezTo>
                      <a:pt x="634611" y="134556"/>
                      <a:pt x="624002" y="139800"/>
                      <a:pt x="624002" y="155296"/>
                    </a:cubicBezTo>
                    <a:cubicBezTo>
                      <a:pt x="624002" y="170790"/>
                      <a:pt x="614348" y="150528"/>
                      <a:pt x="606958" y="167215"/>
                    </a:cubicBezTo>
                    <a:cubicBezTo>
                      <a:pt x="599568" y="183902"/>
                      <a:pt x="585742" y="173055"/>
                      <a:pt x="595039" y="167215"/>
                    </a:cubicBezTo>
                    <a:cubicBezTo>
                      <a:pt x="604836" y="160564"/>
                      <a:pt x="612143" y="150837"/>
                      <a:pt x="615778" y="139562"/>
                    </a:cubicBezTo>
                    <a:cubicBezTo>
                      <a:pt x="618996" y="129550"/>
                      <a:pt x="580735" y="121564"/>
                      <a:pt x="567505" y="126808"/>
                    </a:cubicBezTo>
                    <a:cubicBezTo>
                      <a:pt x="554275" y="132053"/>
                      <a:pt x="562738" y="151362"/>
                      <a:pt x="552010" y="145402"/>
                    </a:cubicBezTo>
                    <a:cubicBezTo>
                      <a:pt x="541283" y="139443"/>
                      <a:pt x="549865" y="125259"/>
                      <a:pt x="558447" y="125736"/>
                    </a:cubicBezTo>
                    <a:cubicBezTo>
                      <a:pt x="567028" y="126213"/>
                      <a:pt x="576445" y="108810"/>
                      <a:pt x="582285" y="96057"/>
                    </a:cubicBezTo>
                    <a:cubicBezTo>
                      <a:pt x="588126" y="83303"/>
                      <a:pt x="572273" y="81158"/>
                      <a:pt x="562738" y="70550"/>
                    </a:cubicBezTo>
                    <a:cubicBezTo>
                      <a:pt x="553202" y="59942"/>
                      <a:pt x="555228" y="29309"/>
                      <a:pt x="545455" y="24541"/>
                    </a:cubicBezTo>
                    <a:cubicBezTo>
                      <a:pt x="533678" y="35316"/>
                      <a:pt x="524083" y="48273"/>
                      <a:pt x="517206" y="62683"/>
                    </a:cubicBezTo>
                    <a:cubicBezTo>
                      <a:pt x="512081" y="77820"/>
                      <a:pt x="505287" y="69119"/>
                      <a:pt x="491937" y="73529"/>
                    </a:cubicBezTo>
                    <a:cubicBezTo>
                      <a:pt x="483320" y="77761"/>
                      <a:pt x="472890" y="74578"/>
                      <a:pt x="468099" y="66259"/>
                    </a:cubicBezTo>
                    <a:cubicBezTo>
                      <a:pt x="464523" y="60537"/>
                      <a:pt x="450816" y="66259"/>
                      <a:pt x="441519" y="65544"/>
                    </a:cubicBezTo>
                    <a:cubicBezTo>
                      <a:pt x="432222" y="64829"/>
                      <a:pt x="437943" y="77463"/>
                      <a:pt x="431388" y="80681"/>
                    </a:cubicBezTo>
                    <a:cubicBezTo>
                      <a:pt x="424832" y="83899"/>
                      <a:pt x="408383" y="73529"/>
                      <a:pt x="402662" y="79966"/>
                    </a:cubicBezTo>
                    <a:cubicBezTo>
                      <a:pt x="396941" y="86402"/>
                      <a:pt x="393246" y="79966"/>
                      <a:pt x="390743" y="85687"/>
                    </a:cubicBezTo>
                    <a:cubicBezTo>
                      <a:pt x="388240" y="91408"/>
                      <a:pt x="377870" y="87833"/>
                      <a:pt x="374890" y="91528"/>
                    </a:cubicBezTo>
                    <a:cubicBezTo>
                      <a:pt x="371910" y="95222"/>
                      <a:pt x="362017" y="97249"/>
                      <a:pt x="349026" y="82826"/>
                    </a:cubicBezTo>
                    <a:cubicBezTo>
                      <a:pt x="336034" y="68404"/>
                      <a:pt x="338298" y="44685"/>
                      <a:pt x="344019" y="40394"/>
                    </a:cubicBezTo>
                    <a:cubicBezTo>
                      <a:pt x="349145" y="35650"/>
                      <a:pt x="349455" y="27664"/>
                      <a:pt x="344711" y="22539"/>
                    </a:cubicBezTo>
                    <a:cubicBezTo>
                      <a:pt x="343877" y="21645"/>
                      <a:pt x="342923" y="20870"/>
                      <a:pt x="341874" y="20250"/>
                    </a:cubicBezTo>
                    <a:cubicBezTo>
                      <a:pt x="333888" y="16675"/>
                      <a:pt x="341874" y="1537"/>
                      <a:pt x="331743" y="107"/>
                    </a:cubicBezTo>
                    <a:cubicBezTo>
                      <a:pt x="321611" y="-1323"/>
                      <a:pt x="323161" y="12026"/>
                      <a:pt x="316725" y="13814"/>
                    </a:cubicBezTo>
                    <a:cubicBezTo>
                      <a:pt x="310288" y="15602"/>
                      <a:pt x="294316" y="26687"/>
                      <a:pt x="287165" y="25733"/>
                    </a:cubicBezTo>
                    <a:cubicBezTo>
                      <a:pt x="280013" y="24780"/>
                      <a:pt x="270597" y="27164"/>
                      <a:pt x="270597" y="35149"/>
                    </a:cubicBezTo>
                    <a:cubicBezTo>
                      <a:pt x="270597" y="43135"/>
                      <a:pt x="262730" y="40871"/>
                      <a:pt x="261300" y="34434"/>
                    </a:cubicBezTo>
                    <a:cubicBezTo>
                      <a:pt x="259870" y="27998"/>
                      <a:pt x="244732" y="31574"/>
                      <a:pt x="240441" y="27164"/>
                    </a:cubicBezTo>
                    <a:cubicBezTo>
                      <a:pt x="236150" y="22754"/>
                      <a:pt x="216007" y="25018"/>
                      <a:pt x="224589" y="30024"/>
                    </a:cubicBezTo>
                    <a:cubicBezTo>
                      <a:pt x="231299" y="33326"/>
                      <a:pt x="235078" y="40632"/>
                      <a:pt x="233886" y="48022"/>
                    </a:cubicBezTo>
                    <a:cubicBezTo>
                      <a:pt x="233886" y="56008"/>
                      <a:pt x="240441" y="53863"/>
                      <a:pt x="240441" y="63160"/>
                    </a:cubicBezTo>
                    <a:cubicBezTo>
                      <a:pt x="240441" y="72457"/>
                      <a:pt x="247593" y="66020"/>
                      <a:pt x="252360" y="66020"/>
                    </a:cubicBezTo>
                    <a:cubicBezTo>
                      <a:pt x="257128" y="66020"/>
                      <a:pt x="257486" y="74721"/>
                      <a:pt x="249500" y="76152"/>
                    </a:cubicBezTo>
                    <a:cubicBezTo>
                      <a:pt x="242670" y="77057"/>
                      <a:pt x="237187" y="82254"/>
                      <a:pt x="235912" y="89025"/>
                    </a:cubicBezTo>
                    <a:cubicBezTo>
                      <a:pt x="233647" y="96295"/>
                      <a:pt x="226496" y="91289"/>
                      <a:pt x="220059" y="97010"/>
                    </a:cubicBezTo>
                    <a:cubicBezTo>
                      <a:pt x="213623" y="102732"/>
                      <a:pt x="208140" y="108930"/>
                      <a:pt x="203492" y="105592"/>
                    </a:cubicBezTo>
                    <a:cubicBezTo>
                      <a:pt x="198843" y="102255"/>
                      <a:pt x="195625" y="104877"/>
                      <a:pt x="190500" y="107738"/>
                    </a:cubicBezTo>
                    <a:cubicBezTo>
                      <a:pt x="185374" y="110598"/>
                      <a:pt x="183348" y="107738"/>
                      <a:pt x="176197" y="102017"/>
                    </a:cubicBezTo>
                    <a:cubicBezTo>
                      <a:pt x="169045" y="96295"/>
                      <a:pt x="167376" y="87356"/>
                      <a:pt x="157841" y="78178"/>
                    </a:cubicBezTo>
                    <a:cubicBezTo>
                      <a:pt x="150356" y="81837"/>
                      <a:pt x="142286" y="84173"/>
                      <a:pt x="134003" y="85091"/>
                    </a:cubicBezTo>
                    <a:cubicBezTo>
                      <a:pt x="125659" y="85091"/>
                      <a:pt x="99317" y="83184"/>
                      <a:pt x="98245" y="87713"/>
                    </a:cubicBezTo>
                    <a:cubicBezTo>
                      <a:pt x="97124" y="93005"/>
                      <a:pt x="99723" y="98393"/>
                      <a:pt x="104562" y="100825"/>
                    </a:cubicBezTo>
                    <a:cubicBezTo>
                      <a:pt x="108853" y="101897"/>
                      <a:pt x="117911" y="104519"/>
                      <a:pt x="109330" y="110717"/>
                    </a:cubicBezTo>
                    <a:cubicBezTo>
                      <a:pt x="100748" y="116916"/>
                      <a:pt x="93000" y="108572"/>
                      <a:pt x="93000" y="123590"/>
                    </a:cubicBezTo>
                    <a:cubicBezTo>
                      <a:pt x="93000" y="138608"/>
                      <a:pt x="112429" y="148501"/>
                      <a:pt x="108376" y="162447"/>
                    </a:cubicBezTo>
                    <a:cubicBezTo>
                      <a:pt x="105754" y="173198"/>
                      <a:pt x="104121" y="184176"/>
                      <a:pt x="103489" y="195225"/>
                    </a:cubicBezTo>
                    <a:cubicBezTo>
                      <a:pt x="103489" y="202257"/>
                      <a:pt x="100629" y="226334"/>
                      <a:pt x="94192" y="227764"/>
                    </a:cubicBezTo>
                    <a:cubicBezTo>
                      <a:pt x="87756" y="229195"/>
                      <a:pt x="82273" y="222162"/>
                      <a:pt x="73691" y="229195"/>
                    </a:cubicBezTo>
                    <a:cubicBezTo>
                      <a:pt x="65109" y="236227"/>
                      <a:pt x="54620" y="232055"/>
                      <a:pt x="44608" y="239803"/>
                    </a:cubicBezTo>
                    <a:cubicBezTo>
                      <a:pt x="34596" y="247550"/>
                      <a:pt x="24107" y="244809"/>
                      <a:pt x="23392" y="253987"/>
                    </a:cubicBezTo>
                    <a:cubicBezTo>
                      <a:pt x="22677" y="263164"/>
                      <a:pt x="13499" y="268171"/>
                      <a:pt x="15644" y="276633"/>
                    </a:cubicBezTo>
                    <a:cubicBezTo>
                      <a:pt x="17790" y="285096"/>
                      <a:pt x="11353" y="283070"/>
                      <a:pt x="4917" y="289387"/>
                    </a:cubicBezTo>
                    <a:cubicBezTo>
                      <a:pt x="-1519" y="295704"/>
                      <a:pt x="5632" y="299995"/>
                      <a:pt x="1460" y="305001"/>
                    </a:cubicBezTo>
                    <a:cubicBezTo>
                      <a:pt x="-2711" y="310007"/>
                      <a:pt x="2891" y="317754"/>
                      <a:pt x="7778" y="325502"/>
                    </a:cubicBezTo>
                    <a:cubicBezTo>
                      <a:pt x="12665" y="333250"/>
                      <a:pt x="18386" y="338971"/>
                      <a:pt x="17790" y="346122"/>
                    </a:cubicBezTo>
                    <a:cubicBezTo>
                      <a:pt x="17194" y="353274"/>
                      <a:pt x="22677" y="356015"/>
                      <a:pt x="29709" y="355300"/>
                    </a:cubicBezTo>
                    <a:cubicBezTo>
                      <a:pt x="36741" y="354585"/>
                      <a:pt x="31139" y="368769"/>
                      <a:pt x="42582" y="368769"/>
                    </a:cubicBezTo>
                    <a:cubicBezTo>
                      <a:pt x="54024" y="368769"/>
                      <a:pt x="65228" y="371630"/>
                      <a:pt x="67970" y="365193"/>
                    </a:cubicBezTo>
                    <a:cubicBezTo>
                      <a:pt x="70711" y="358757"/>
                      <a:pt x="78697" y="353870"/>
                      <a:pt x="78697" y="363167"/>
                    </a:cubicBezTo>
                    <a:cubicBezTo>
                      <a:pt x="78697" y="372464"/>
                      <a:pt x="76552" y="397137"/>
                      <a:pt x="84299" y="394276"/>
                    </a:cubicBezTo>
                    <a:cubicBezTo>
                      <a:pt x="94574" y="391654"/>
                      <a:pt x="105384" y="391892"/>
                      <a:pt x="115528" y="394991"/>
                    </a:cubicBezTo>
                    <a:cubicBezTo>
                      <a:pt x="122751" y="397506"/>
                      <a:pt x="130772" y="395539"/>
                      <a:pt x="136029" y="389985"/>
                    </a:cubicBezTo>
                    <a:cubicBezTo>
                      <a:pt x="141035" y="385098"/>
                      <a:pt x="146637" y="385098"/>
                      <a:pt x="156649" y="379377"/>
                    </a:cubicBezTo>
                    <a:cubicBezTo>
                      <a:pt x="165338" y="372977"/>
                      <a:pt x="175434" y="368769"/>
                      <a:pt x="186090" y="367100"/>
                    </a:cubicBezTo>
                    <a:cubicBezTo>
                      <a:pt x="195387" y="367100"/>
                      <a:pt x="210882" y="361498"/>
                      <a:pt x="208855" y="368530"/>
                    </a:cubicBezTo>
                    <a:cubicBezTo>
                      <a:pt x="205172" y="384514"/>
                      <a:pt x="207961" y="401308"/>
                      <a:pt x="216603" y="415254"/>
                    </a:cubicBezTo>
                    <a:cubicBezTo>
                      <a:pt x="227926" y="428723"/>
                      <a:pt x="234363" y="433729"/>
                      <a:pt x="244971" y="432298"/>
                    </a:cubicBezTo>
                    <a:cubicBezTo>
                      <a:pt x="255579" y="430868"/>
                      <a:pt x="254148" y="436589"/>
                      <a:pt x="261896" y="435874"/>
                    </a:cubicBezTo>
                    <a:cubicBezTo>
                      <a:pt x="269643" y="435159"/>
                      <a:pt x="264757" y="444337"/>
                      <a:pt x="271908" y="444337"/>
                    </a:cubicBezTo>
                    <a:cubicBezTo>
                      <a:pt x="279060" y="444337"/>
                      <a:pt x="291694" y="445767"/>
                      <a:pt x="291694" y="453515"/>
                    </a:cubicBezTo>
                    <a:cubicBezTo>
                      <a:pt x="291694" y="461262"/>
                      <a:pt x="312910" y="454945"/>
                      <a:pt x="317916" y="459236"/>
                    </a:cubicBezTo>
                    <a:cubicBezTo>
                      <a:pt x="322922" y="463527"/>
                      <a:pt x="328524" y="466983"/>
                      <a:pt x="327094" y="475565"/>
                    </a:cubicBezTo>
                    <a:cubicBezTo>
                      <a:pt x="325664" y="484147"/>
                      <a:pt x="337821" y="490464"/>
                      <a:pt x="330670" y="493921"/>
                    </a:cubicBezTo>
                    <a:cubicBezTo>
                      <a:pt x="323518" y="497377"/>
                      <a:pt x="332815" y="504529"/>
                      <a:pt x="333531" y="513826"/>
                    </a:cubicBezTo>
                    <a:cubicBezTo>
                      <a:pt x="334246" y="523123"/>
                      <a:pt x="344139" y="526580"/>
                      <a:pt x="359753" y="525745"/>
                    </a:cubicBezTo>
                    <a:cubicBezTo>
                      <a:pt x="375367" y="524911"/>
                      <a:pt x="379539" y="526460"/>
                      <a:pt x="379539" y="537664"/>
                    </a:cubicBezTo>
                    <a:cubicBezTo>
                      <a:pt x="379539" y="548869"/>
                      <a:pt x="390147" y="550418"/>
                      <a:pt x="393723" y="561503"/>
                    </a:cubicBezTo>
                    <a:cubicBezTo>
                      <a:pt x="397299" y="572588"/>
                      <a:pt x="389551" y="584149"/>
                      <a:pt x="390862" y="592731"/>
                    </a:cubicBezTo>
                    <a:cubicBezTo>
                      <a:pt x="391696" y="599072"/>
                      <a:pt x="388884" y="605342"/>
                      <a:pt x="383591" y="608942"/>
                    </a:cubicBezTo>
                    <a:cubicBezTo>
                      <a:pt x="389074" y="615974"/>
                      <a:pt x="389551" y="619073"/>
                      <a:pt x="384664" y="621814"/>
                    </a:cubicBezTo>
                    <a:cubicBezTo>
                      <a:pt x="379777" y="624556"/>
                      <a:pt x="392531" y="635402"/>
                      <a:pt x="388955" y="651255"/>
                    </a:cubicBezTo>
                    <a:cubicBezTo>
                      <a:pt x="385379" y="667108"/>
                      <a:pt x="384664" y="669968"/>
                      <a:pt x="400874" y="670683"/>
                    </a:cubicBezTo>
                    <a:cubicBezTo>
                      <a:pt x="417084" y="671398"/>
                      <a:pt x="415893" y="676405"/>
                      <a:pt x="421733" y="672829"/>
                    </a:cubicBezTo>
                    <a:cubicBezTo>
                      <a:pt x="427573" y="669253"/>
                      <a:pt x="436036" y="684748"/>
                      <a:pt x="438181" y="692972"/>
                    </a:cubicBezTo>
                    <a:cubicBezTo>
                      <a:pt x="440327" y="701196"/>
                      <a:pt x="446883" y="719552"/>
                      <a:pt x="450101" y="719552"/>
                    </a:cubicBezTo>
                    <a:cubicBezTo>
                      <a:pt x="453319" y="719552"/>
                      <a:pt x="462020" y="710970"/>
                      <a:pt x="470244" y="715261"/>
                    </a:cubicBezTo>
                    <a:cubicBezTo>
                      <a:pt x="478469" y="719552"/>
                      <a:pt x="468337" y="746370"/>
                      <a:pt x="467980" y="758170"/>
                    </a:cubicBezTo>
                    <a:cubicBezTo>
                      <a:pt x="473248" y="757670"/>
                      <a:pt x="478564" y="758027"/>
                      <a:pt x="483713" y="759243"/>
                    </a:cubicBezTo>
                    <a:cubicBezTo>
                      <a:pt x="488123" y="761388"/>
                      <a:pt x="490268" y="790471"/>
                      <a:pt x="488123" y="795835"/>
                    </a:cubicBezTo>
                    <a:cubicBezTo>
                      <a:pt x="485978" y="801199"/>
                      <a:pt x="468099" y="806086"/>
                      <a:pt x="459040" y="811926"/>
                    </a:cubicBezTo>
                    <a:cubicBezTo>
                      <a:pt x="442890" y="824060"/>
                      <a:pt x="428873" y="838804"/>
                      <a:pt x="417561" y="855551"/>
                    </a:cubicBezTo>
                    <a:cubicBezTo>
                      <a:pt x="411244" y="864585"/>
                      <a:pt x="404152" y="873036"/>
                      <a:pt x="396345" y="880819"/>
                    </a:cubicBezTo>
                    <a:cubicBezTo>
                      <a:pt x="398693" y="881403"/>
                      <a:pt x="401148" y="881403"/>
                      <a:pt x="403497" y="880819"/>
                    </a:cubicBezTo>
                    <a:cubicBezTo>
                      <a:pt x="408383" y="878674"/>
                      <a:pt x="415416" y="878674"/>
                      <a:pt x="423998" y="888329"/>
                    </a:cubicBezTo>
                    <a:cubicBezTo>
                      <a:pt x="432579" y="897983"/>
                      <a:pt x="431507" y="905611"/>
                      <a:pt x="434725" y="905015"/>
                    </a:cubicBezTo>
                    <a:cubicBezTo>
                      <a:pt x="437943" y="904419"/>
                      <a:pt x="441757" y="892142"/>
                      <a:pt x="448194" y="901320"/>
                    </a:cubicBezTo>
                    <a:cubicBezTo>
                      <a:pt x="454630" y="910498"/>
                      <a:pt x="471436" y="917412"/>
                      <a:pt x="475131" y="921822"/>
                    </a:cubicBezTo>
                    <a:cubicBezTo>
                      <a:pt x="478826" y="926232"/>
                      <a:pt x="491341" y="929331"/>
                      <a:pt x="491341" y="940535"/>
                    </a:cubicBezTo>
                    <a:cubicBezTo>
                      <a:pt x="489148" y="952716"/>
                      <a:pt x="490018" y="965243"/>
                      <a:pt x="493844" y="977008"/>
                    </a:cubicBezTo>
                    <a:cubicBezTo>
                      <a:pt x="496788" y="972514"/>
                      <a:pt x="500460" y="968521"/>
                      <a:pt x="504691" y="965207"/>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23" name="Freeform: Shape 122">
                <a:extLst>
                  <a:ext uri="{FF2B5EF4-FFF2-40B4-BE49-F238E27FC236}">
                    <a16:creationId xmlns:a16="http://schemas.microsoft.com/office/drawing/2014/main" id="{5FE302DA-B493-4FF8-9345-AAB15F9BBC54}"/>
                  </a:ext>
                </a:extLst>
              </p:cNvPr>
              <p:cNvSpPr/>
              <p:nvPr/>
            </p:nvSpPr>
            <p:spPr>
              <a:xfrm>
                <a:off x="2853785" y="9370547"/>
                <a:ext cx="119118" cy="126068"/>
              </a:xfrm>
              <a:custGeom>
                <a:avLst/>
                <a:gdLst>
                  <a:gd name="connsiteX0" fmla="*/ 116973 w 119118"/>
                  <a:gd name="connsiteY0" fmla="*/ 60895 h 126068"/>
                  <a:gd name="connsiteX1" fmla="*/ 100763 w 119118"/>
                  <a:gd name="connsiteY1" fmla="*/ 42182 h 126068"/>
                  <a:gd name="connsiteX2" fmla="*/ 73825 w 119118"/>
                  <a:gd name="connsiteY2" fmla="*/ 21681 h 126068"/>
                  <a:gd name="connsiteX3" fmla="*/ 60356 w 119118"/>
                  <a:gd name="connsiteY3" fmla="*/ 25376 h 126068"/>
                  <a:gd name="connsiteX4" fmla="*/ 49629 w 119118"/>
                  <a:gd name="connsiteY4" fmla="*/ 8689 h 126068"/>
                  <a:gd name="connsiteX5" fmla="*/ 29128 w 119118"/>
                  <a:gd name="connsiteY5" fmla="*/ 1180 h 126068"/>
                  <a:gd name="connsiteX6" fmla="*/ 21976 w 119118"/>
                  <a:gd name="connsiteY6" fmla="*/ 1180 h 126068"/>
                  <a:gd name="connsiteX7" fmla="*/ 14586 w 119118"/>
                  <a:gd name="connsiteY7" fmla="*/ 14768 h 126068"/>
                  <a:gd name="connsiteX8" fmla="*/ 6601 w 119118"/>
                  <a:gd name="connsiteY8" fmla="*/ 55650 h 126068"/>
                  <a:gd name="connsiteX9" fmla="*/ 45 w 119118"/>
                  <a:gd name="connsiteY9" fmla="*/ 86879 h 126068"/>
                  <a:gd name="connsiteX10" fmla="*/ 7077 w 119118"/>
                  <a:gd name="connsiteY10" fmla="*/ 101421 h 126068"/>
                  <a:gd name="connsiteX11" fmla="*/ 5289 w 119118"/>
                  <a:gd name="connsiteY11" fmla="*/ 111433 h 126068"/>
                  <a:gd name="connsiteX12" fmla="*/ 14825 w 119118"/>
                  <a:gd name="connsiteY12" fmla="*/ 116081 h 126068"/>
                  <a:gd name="connsiteX13" fmla="*/ 45576 w 119118"/>
                  <a:gd name="connsiteY13" fmla="*/ 124067 h 126068"/>
                  <a:gd name="connsiteX14" fmla="*/ 64170 w 119118"/>
                  <a:gd name="connsiteY14" fmla="*/ 124067 h 126068"/>
                  <a:gd name="connsiteX15" fmla="*/ 99928 w 119118"/>
                  <a:gd name="connsiteY15" fmla="*/ 119300 h 126068"/>
                  <a:gd name="connsiteX16" fmla="*/ 119118 w 119118"/>
                  <a:gd name="connsiteY16" fmla="*/ 96891 h 126068"/>
                  <a:gd name="connsiteX17" fmla="*/ 116973 w 119118"/>
                  <a:gd name="connsiteY17" fmla="*/ 60895 h 12606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19118" h="126068">
                    <a:moveTo>
                      <a:pt x="116973" y="60895"/>
                    </a:moveTo>
                    <a:cubicBezTo>
                      <a:pt x="116973" y="49691"/>
                      <a:pt x="105053" y="46473"/>
                      <a:pt x="100763" y="42182"/>
                    </a:cubicBezTo>
                    <a:cubicBezTo>
                      <a:pt x="96472" y="37891"/>
                      <a:pt x="80381" y="30263"/>
                      <a:pt x="73825" y="21681"/>
                    </a:cubicBezTo>
                    <a:cubicBezTo>
                      <a:pt x="67270" y="13099"/>
                      <a:pt x="63694" y="24899"/>
                      <a:pt x="60356" y="25376"/>
                    </a:cubicBezTo>
                    <a:cubicBezTo>
                      <a:pt x="57019" y="25852"/>
                      <a:pt x="57734" y="18463"/>
                      <a:pt x="49629" y="8689"/>
                    </a:cubicBezTo>
                    <a:cubicBezTo>
                      <a:pt x="41524" y="-1085"/>
                      <a:pt x="34015" y="-966"/>
                      <a:pt x="29128" y="1180"/>
                    </a:cubicBezTo>
                    <a:cubicBezTo>
                      <a:pt x="26780" y="1764"/>
                      <a:pt x="24325" y="1764"/>
                      <a:pt x="21976" y="1180"/>
                    </a:cubicBezTo>
                    <a:cubicBezTo>
                      <a:pt x="18067" y="4767"/>
                      <a:pt x="15468" y="9547"/>
                      <a:pt x="14586" y="14768"/>
                    </a:cubicBezTo>
                    <a:cubicBezTo>
                      <a:pt x="14586" y="24899"/>
                      <a:pt x="7077" y="36222"/>
                      <a:pt x="6601" y="55650"/>
                    </a:cubicBezTo>
                    <a:cubicBezTo>
                      <a:pt x="6124" y="75079"/>
                      <a:pt x="641" y="71742"/>
                      <a:pt x="45" y="86879"/>
                    </a:cubicBezTo>
                    <a:cubicBezTo>
                      <a:pt x="-551" y="102016"/>
                      <a:pt x="4932" y="98798"/>
                      <a:pt x="7077" y="101421"/>
                    </a:cubicBezTo>
                    <a:cubicBezTo>
                      <a:pt x="9223" y="104043"/>
                      <a:pt x="7077" y="107380"/>
                      <a:pt x="5289" y="111433"/>
                    </a:cubicBezTo>
                    <a:cubicBezTo>
                      <a:pt x="7566" y="114389"/>
                      <a:pt x="11094" y="116105"/>
                      <a:pt x="14825" y="116081"/>
                    </a:cubicBezTo>
                    <a:cubicBezTo>
                      <a:pt x="25612" y="115914"/>
                      <a:pt x="36232" y="118668"/>
                      <a:pt x="45576" y="124067"/>
                    </a:cubicBezTo>
                    <a:cubicBezTo>
                      <a:pt x="57496" y="129312"/>
                      <a:pt x="53086" y="122398"/>
                      <a:pt x="64170" y="124067"/>
                    </a:cubicBezTo>
                    <a:cubicBezTo>
                      <a:pt x="76280" y="126773"/>
                      <a:pt x="88951" y="125092"/>
                      <a:pt x="99928" y="119300"/>
                    </a:cubicBezTo>
                    <a:cubicBezTo>
                      <a:pt x="107640" y="113066"/>
                      <a:pt x="114148" y="105473"/>
                      <a:pt x="119118" y="96891"/>
                    </a:cubicBezTo>
                    <a:cubicBezTo>
                      <a:pt x="115483" y="85246"/>
                      <a:pt x="114744" y="72886"/>
                      <a:pt x="116973" y="60895"/>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24" name="Freeform: Shape 123">
                <a:extLst>
                  <a:ext uri="{FF2B5EF4-FFF2-40B4-BE49-F238E27FC236}">
                    <a16:creationId xmlns:a16="http://schemas.microsoft.com/office/drawing/2014/main" id="{4AF9B2B2-9D6F-4EC9-BF34-A35BC1AB6CD8}"/>
                  </a:ext>
                </a:extLst>
              </p:cNvPr>
              <p:cNvSpPr/>
              <p:nvPr/>
            </p:nvSpPr>
            <p:spPr>
              <a:xfrm>
                <a:off x="2486712" y="9155926"/>
                <a:ext cx="481427" cy="951133"/>
              </a:xfrm>
              <a:custGeom>
                <a:avLst/>
                <a:gdLst>
                  <a:gd name="connsiteX0" fmla="*/ 182012 w 481427"/>
                  <a:gd name="connsiteY0" fmla="*/ 933816 h 951133"/>
                  <a:gd name="connsiteX1" fmla="*/ 134335 w 481427"/>
                  <a:gd name="connsiteY1" fmla="*/ 902468 h 951133"/>
                  <a:gd name="connsiteX2" fmla="*/ 122415 w 481427"/>
                  <a:gd name="connsiteY2" fmla="*/ 891264 h 951133"/>
                  <a:gd name="connsiteX3" fmla="*/ 124561 w 481427"/>
                  <a:gd name="connsiteY3" fmla="*/ 881252 h 951133"/>
                  <a:gd name="connsiteX4" fmla="*/ 116217 w 481427"/>
                  <a:gd name="connsiteY4" fmla="*/ 868260 h 951133"/>
                  <a:gd name="connsiteX5" fmla="*/ 116217 w 481427"/>
                  <a:gd name="connsiteY5" fmla="*/ 947165 h 951133"/>
                  <a:gd name="connsiteX6" fmla="*/ 156624 w 481427"/>
                  <a:gd name="connsiteY6" fmla="*/ 949311 h 951133"/>
                  <a:gd name="connsiteX7" fmla="*/ 167470 w 481427"/>
                  <a:gd name="connsiteY7" fmla="*/ 949311 h 951133"/>
                  <a:gd name="connsiteX8" fmla="*/ 197268 w 481427"/>
                  <a:gd name="connsiteY8" fmla="*/ 941325 h 951133"/>
                  <a:gd name="connsiteX9" fmla="*/ 182012 w 481427"/>
                  <a:gd name="connsiteY9" fmla="*/ 933816 h 951133"/>
                  <a:gd name="connsiteX10" fmla="*/ 476417 w 481427"/>
                  <a:gd name="connsiteY10" fmla="*/ 94702 h 951133"/>
                  <a:gd name="connsiteX11" fmla="*/ 460683 w 481427"/>
                  <a:gd name="connsiteY11" fmla="*/ 93629 h 951133"/>
                  <a:gd name="connsiteX12" fmla="*/ 460683 w 481427"/>
                  <a:gd name="connsiteY12" fmla="*/ 96132 h 951133"/>
                  <a:gd name="connsiteX13" fmla="*/ 448764 w 481427"/>
                  <a:gd name="connsiteY13" fmla="*/ 131294 h 951133"/>
                  <a:gd name="connsiteX14" fmla="*/ 430051 w 481427"/>
                  <a:gd name="connsiteY14" fmla="*/ 140710 h 951133"/>
                  <a:gd name="connsiteX15" fmla="*/ 409192 w 481427"/>
                  <a:gd name="connsiteY15" fmla="*/ 145001 h 951133"/>
                  <a:gd name="connsiteX16" fmla="*/ 386188 w 481427"/>
                  <a:gd name="connsiteY16" fmla="*/ 142856 h 951133"/>
                  <a:gd name="connsiteX17" fmla="*/ 363899 w 481427"/>
                  <a:gd name="connsiteY17" fmla="*/ 137849 h 951133"/>
                  <a:gd name="connsiteX18" fmla="*/ 371885 w 481427"/>
                  <a:gd name="connsiteY18" fmla="*/ 121997 h 951133"/>
                  <a:gd name="connsiteX19" fmla="*/ 390598 w 481427"/>
                  <a:gd name="connsiteY19" fmla="*/ 89577 h 951133"/>
                  <a:gd name="connsiteX20" fmla="*/ 345901 w 481427"/>
                  <a:gd name="connsiteY20" fmla="*/ 67287 h 951133"/>
                  <a:gd name="connsiteX21" fmla="*/ 319321 w 481427"/>
                  <a:gd name="connsiteY21" fmla="*/ 53700 h 951133"/>
                  <a:gd name="connsiteX22" fmla="*/ 292741 w 481427"/>
                  <a:gd name="connsiteY22" fmla="*/ 37132 h 951133"/>
                  <a:gd name="connsiteX23" fmla="*/ 259487 w 481427"/>
                  <a:gd name="connsiteY23" fmla="*/ 3043 h 951133"/>
                  <a:gd name="connsiteX24" fmla="*/ 235648 w 481427"/>
                  <a:gd name="connsiteY24" fmla="*/ 3043 h 951133"/>
                  <a:gd name="connsiteX25" fmla="*/ 221464 w 481427"/>
                  <a:gd name="connsiteY25" fmla="*/ 17227 h 951133"/>
                  <a:gd name="connsiteX26" fmla="*/ 193812 w 481427"/>
                  <a:gd name="connsiteY26" fmla="*/ 5308 h 951133"/>
                  <a:gd name="connsiteX27" fmla="*/ 172595 w 481427"/>
                  <a:gd name="connsiteY27" fmla="*/ 6142 h 951133"/>
                  <a:gd name="connsiteX28" fmla="*/ 155074 w 481427"/>
                  <a:gd name="connsiteY28" fmla="*/ 20564 h 951133"/>
                  <a:gd name="connsiteX29" fmla="*/ 150187 w 481427"/>
                  <a:gd name="connsiteY29" fmla="*/ 48574 h 951133"/>
                  <a:gd name="connsiteX30" fmla="*/ 122773 w 481427"/>
                  <a:gd name="connsiteY30" fmla="*/ 70148 h 951133"/>
                  <a:gd name="connsiteX31" fmla="*/ 121343 w 481427"/>
                  <a:gd name="connsiteY31" fmla="*/ 87431 h 951133"/>
                  <a:gd name="connsiteX32" fmla="*/ 123488 w 481427"/>
                  <a:gd name="connsiteY32" fmla="*/ 113415 h 951133"/>
                  <a:gd name="connsiteX33" fmla="*/ 124203 w 481427"/>
                  <a:gd name="connsiteY33" fmla="*/ 129148 h 951133"/>
                  <a:gd name="connsiteX34" fmla="*/ 109900 w 481427"/>
                  <a:gd name="connsiteY34" fmla="*/ 141067 h 951133"/>
                  <a:gd name="connsiteX35" fmla="*/ 102630 w 481427"/>
                  <a:gd name="connsiteY35" fmla="*/ 161211 h 951133"/>
                  <a:gd name="connsiteX36" fmla="*/ 91902 w 481427"/>
                  <a:gd name="connsiteY36" fmla="*/ 182785 h 951133"/>
                  <a:gd name="connsiteX37" fmla="*/ 85347 w 481427"/>
                  <a:gd name="connsiteY37" fmla="*/ 195777 h 951133"/>
                  <a:gd name="connsiteX38" fmla="*/ 85347 w 481427"/>
                  <a:gd name="connsiteY38" fmla="*/ 220211 h 951133"/>
                  <a:gd name="connsiteX39" fmla="*/ 75334 w 481427"/>
                  <a:gd name="connsiteY39" fmla="*/ 238925 h 951133"/>
                  <a:gd name="connsiteX40" fmla="*/ 75334 w 481427"/>
                  <a:gd name="connsiteY40" fmla="*/ 264789 h 951133"/>
                  <a:gd name="connsiteX41" fmla="*/ 83201 w 481427"/>
                  <a:gd name="connsiteY41" fmla="*/ 288628 h 951133"/>
                  <a:gd name="connsiteX42" fmla="*/ 89042 w 481427"/>
                  <a:gd name="connsiteY42" fmla="*/ 309486 h 951133"/>
                  <a:gd name="connsiteX43" fmla="*/ 82486 w 481427"/>
                  <a:gd name="connsiteY43" fmla="*/ 329630 h 951133"/>
                  <a:gd name="connsiteX44" fmla="*/ 75334 w 481427"/>
                  <a:gd name="connsiteY44" fmla="*/ 346913 h 951133"/>
                  <a:gd name="connsiteX45" fmla="*/ 75334 w 481427"/>
                  <a:gd name="connsiteY45" fmla="*/ 377187 h 951133"/>
                  <a:gd name="connsiteX46" fmla="*/ 57336 w 481427"/>
                  <a:gd name="connsiteY46" fmla="*/ 401026 h 951133"/>
                  <a:gd name="connsiteX47" fmla="*/ 58051 w 481427"/>
                  <a:gd name="connsiteY47" fmla="*/ 432612 h 951133"/>
                  <a:gd name="connsiteX48" fmla="*/ 63773 w 481427"/>
                  <a:gd name="connsiteY48" fmla="*/ 446319 h 951133"/>
                  <a:gd name="connsiteX49" fmla="*/ 50185 w 481427"/>
                  <a:gd name="connsiteY49" fmla="*/ 455616 h 951133"/>
                  <a:gd name="connsiteX50" fmla="*/ 48754 w 481427"/>
                  <a:gd name="connsiteY50" fmla="*/ 473614 h 951133"/>
                  <a:gd name="connsiteX51" fmla="*/ 42199 w 481427"/>
                  <a:gd name="connsiteY51" fmla="*/ 488752 h 951133"/>
                  <a:gd name="connsiteX52" fmla="*/ 35763 w 481427"/>
                  <a:gd name="connsiteY52" fmla="*/ 505319 h 951133"/>
                  <a:gd name="connsiteX53" fmla="*/ 40769 w 481427"/>
                  <a:gd name="connsiteY53" fmla="*/ 521887 h 951133"/>
                  <a:gd name="connsiteX54" fmla="*/ 39338 w 481427"/>
                  <a:gd name="connsiteY54" fmla="*/ 547752 h 951133"/>
                  <a:gd name="connsiteX55" fmla="*/ 35763 w 481427"/>
                  <a:gd name="connsiteY55" fmla="*/ 572901 h 951133"/>
                  <a:gd name="connsiteX56" fmla="*/ 37908 w 481427"/>
                  <a:gd name="connsiteY56" fmla="*/ 585893 h 951133"/>
                  <a:gd name="connsiteX57" fmla="*/ 41484 w 481427"/>
                  <a:gd name="connsiteY57" fmla="*/ 601031 h 951133"/>
                  <a:gd name="connsiteX58" fmla="*/ 48754 w 481427"/>
                  <a:gd name="connsiteY58" fmla="*/ 612950 h 951133"/>
                  <a:gd name="connsiteX59" fmla="*/ 52330 w 481427"/>
                  <a:gd name="connsiteY59" fmla="*/ 623797 h 951133"/>
                  <a:gd name="connsiteX60" fmla="*/ 42914 w 481427"/>
                  <a:gd name="connsiteY60" fmla="*/ 628803 h 951133"/>
                  <a:gd name="connsiteX61" fmla="*/ 46490 w 481427"/>
                  <a:gd name="connsiteY61" fmla="*/ 644655 h 951133"/>
                  <a:gd name="connsiteX62" fmla="*/ 42914 w 481427"/>
                  <a:gd name="connsiteY62" fmla="*/ 663368 h 951133"/>
                  <a:gd name="connsiteX63" fmla="*/ 42199 w 481427"/>
                  <a:gd name="connsiteY63" fmla="*/ 682082 h 951133"/>
                  <a:gd name="connsiteX64" fmla="*/ 35047 w 481427"/>
                  <a:gd name="connsiteY64" fmla="*/ 698649 h 951133"/>
                  <a:gd name="connsiteX65" fmla="*/ 24916 w 481427"/>
                  <a:gd name="connsiteY65" fmla="*/ 714383 h 951133"/>
                  <a:gd name="connsiteX66" fmla="*/ 25631 w 481427"/>
                  <a:gd name="connsiteY66" fmla="*/ 733096 h 951133"/>
                  <a:gd name="connsiteX67" fmla="*/ 15619 w 481427"/>
                  <a:gd name="connsiteY67" fmla="*/ 749664 h 951133"/>
                  <a:gd name="connsiteX68" fmla="*/ 2627 w 481427"/>
                  <a:gd name="connsiteY68" fmla="*/ 765516 h 951133"/>
                  <a:gd name="connsiteX69" fmla="*/ 3342 w 481427"/>
                  <a:gd name="connsiteY69" fmla="*/ 787805 h 951133"/>
                  <a:gd name="connsiteX70" fmla="*/ 7633 w 481427"/>
                  <a:gd name="connsiteY70" fmla="*/ 803658 h 951133"/>
                  <a:gd name="connsiteX71" fmla="*/ 30041 w 481427"/>
                  <a:gd name="connsiteY71" fmla="*/ 810809 h 951133"/>
                  <a:gd name="connsiteX72" fmla="*/ 31472 w 481427"/>
                  <a:gd name="connsiteY72" fmla="*/ 838224 h 951133"/>
                  <a:gd name="connsiteX73" fmla="*/ 43391 w 481427"/>
                  <a:gd name="connsiteY73" fmla="*/ 848236 h 951133"/>
                  <a:gd name="connsiteX74" fmla="*/ 85823 w 481427"/>
                  <a:gd name="connsiteY74" fmla="*/ 847521 h 951133"/>
                  <a:gd name="connsiteX75" fmla="*/ 98815 w 481427"/>
                  <a:gd name="connsiteY75" fmla="*/ 854911 h 951133"/>
                  <a:gd name="connsiteX76" fmla="*/ 121462 w 481427"/>
                  <a:gd name="connsiteY76" fmla="*/ 858010 h 951133"/>
                  <a:gd name="connsiteX77" fmla="*/ 107636 w 481427"/>
                  <a:gd name="connsiteY77" fmla="*/ 836078 h 951133"/>
                  <a:gd name="connsiteX78" fmla="*/ 105013 w 481427"/>
                  <a:gd name="connsiteY78" fmla="*/ 817961 h 951133"/>
                  <a:gd name="connsiteX79" fmla="*/ 109781 w 481427"/>
                  <a:gd name="connsiteY79" fmla="*/ 795672 h 951133"/>
                  <a:gd name="connsiteX80" fmla="*/ 122535 w 481427"/>
                  <a:gd name="connsiteY80" fmla="*/ 786137 h 951133"/>
                  <a:gd name="connsiteX81" fmla="*/ 137434 w 481427"/>
                  <a:gd name="connsiteY81" fmla="*/ 769092 h 951133"/>
                  <a:gd name="connsiteX82" fmla="*/ 154478 w 481427"/>
                  <a:gd name="connsiteY82" fmla="*/ 742512 h 951133"/>
                  <a:gd name="connsiteX83" fmla="*/ 182608 w 481427"/>
                  <a:gd name="connsiteY83" fmla="*/ 718674 h 951133"/>
                  <a:gd name="connsiteX84" fmla="*/ 186898 w 481427"/>
                  <a:gd name="connsiteY84" fmla="*/ 694835 h 951133"/>
                  <a:gd name="connsiteX85" fmla="*/ 163060 w 481427"/>
                  <a:gd name="connsiteY85" fmla="*/ 688518 h 951133"/>
                  <a:gd name="connsiteX86" fmla="*/ 146612 w 481427"/>
                  <a:gd name="connsiteY86" fmla="*/ 651807 h 951133"/>
                  <a:gd name="connsiteX87" fmla="*/ 185945 w 481427"/>
                  <a:gd name="connsiteY87" fmla="*/ 629518 h 951133"/>
                  <a:gd name="connsiteX88" fmla="*/ 191785 w 481427"/>
                  <a:gd name="connsiteY88" fmla="*/ 616764 h 951133"/>
                  <a:gd name="connsiteX89" fmla="*/ 198103 w 481427"/>
                  <a:gd name="connsiteY89" fmla="*/ 600316 h 951133"/>
                  <a:gd name="connsiteX90" fmla="*/ 207757 w 481427"/>
                  <a:gd name="connsiteY90" fmla="*/ 575881 h 951133"/>
                  <a:gd name="connsiteX91" fmla="*/ 214074 w 481427"/>
                  <a:gd name="connsiteY91" fmla="*/ 567895 h 951133"/>
                  <a:gd name="connsiteX92" fmla="*/ 215147 w 481427"/>
                  <a:gd name="connsiteY92" fmla="*/ 558360 h 951133"/>
                  <a:gd name="connsiteX93" fmla="*/ 228378 w 481427"/>
                  <a:gd name="connsiteY93" fmla="*/ 566227 h 951133"/>
                  <a:gd name="connsiteX94" fmla="*/ 238032 w 481427"/>
                  <a:gd name="connsiteY94" fmla="*/ 547633 h 951133"/>
                  <a:gd name="connsiteX95" fmla="*/ 221583 w 481427"/>
                  <a:gd name="connsiteY95" fmla="*/ 551924 h 951133"/>
                  <a:gd name="connsiteX96" fmla="*/ 208234 w 481427"/>
                  <a:gd name="connsiteY96" fmla="*/ 545606 h 951133"/>
                  <a:gd name="connsiteX97" fmla="*/ 204539 w 481427"/>
                  <a:gd name="connsiteY97" fmla="*/ 527489 h 951133"/>
                  <a:gd name="connsiteX98" fmla="*/ 203466 w 481427"/>
                  <a:gd name="connsiteY98" fmla="*/ 505200 h 951133"/>
                  <a:gd name="connsiteX99" fmla="*/ 241727 w 481427"/>
                  <a:gd name="connsiteY99" fmla="*/ 515212 h 951133"/>
                  <a:gd name="connsiteX100" fmla="*/ 269380 w 481427"/>
                  <a:gd name="connsiteY100" fmla="*/ 501386 h 951133"/>
                  <a:gd name="connsiteX101" fmla="*/ 271525 w 481427"/>
                  <a:gd name="connsiteY101" fmla="*/ 478620 h 951133"/>
                  <a:gd name="connsiteX102" fmla="*/ 270452 w 481427"/>
                  <a:gd name="connsiteY102" fmla="*/ 461576 h 951133"/>
                  <a:gd name="connsiteX103" fmla="*/ 278915 w 481427"/>
                  <a:gd name="connsiteY103" fmla="*/ 452040 h 951133"/>
                  <a:gd name="connsiteX104" fmla="*/ 340537 w 481427"/>
                  <a:gd name="connsiteY104" fmla="*/ 448345 h 951133"/>
                  <a:gd name="connsiteX105" fmla="*/ 386307 w 481427"/>
                  <a:gd name="connsiteY105" fmla="*/ 425937 h 951133"/>
                  <a:gd name="connsiteX106" fmla="*/ 408120 w 481427"/>
                  <a:gd name="connsiteY106" fmla="*/ 394590 h 951133"/>
                  <a:gd name="connsiteX107" fmla="*/ 397988 w 481427"/>
                  <a:gd name="connsiteY107" fmla="*/ 378737 h 951133"/>
                  <a:gd name="connsiteX108" fmla="*/ 393697 w 481427"/>
                  <a:gd name="connsiteY108" fmla="*/ 357998 h 951133"/>
                  <a:gd name="connsiteX109" fmla="*/ 380467 w 481427"/>
                  <a:gd name="connsiteY109" fmla="*/ 343575 h 951133"/>
                  <a:gd name="connsiteX110" fmla="*/ 363423 w 481427"/>
                  <a:gd name="connsiteY110" fmla="*/ 327127 h 951133"/>
                  <a:gd name="connsiteX111" fmla="*/ 372004 w 481427"/>
                  <a:gd name="connsiteY111" fmla="*/ 325697 h 951133"/>
                  <a:gd name="connsiteX112" fmla="*/ 373792 w 481427"/>
                  <a:gd name="connsiteY112" fmla="*/ 315685 h 951133"/>
                  <a:gd name="connsiteX113" fmla="*/ 366760 w 481427"/>
                  <a:gd name="connsiteY113" fmla="*/ 301143 h 951133"/>
                  <a:gd name="connsiteX114" fmla="*/ 373315 w 481427"/>
                  <a:gd name="connsiteY114" fmla="*/ 269914 h 951133"/>
                  <a:gd name="connsiteX115" fmla="*/ 381301 w 481427"/>
                  <a:gd name="connsiteY115" fmla="*/ 229031 h 951133"/>
                  <a:gd name="connsiteX116" fmla="*/ 409908 w 481427"/>
                  <a:gd name="connsiteY116" fmla="*/ 190175 h 951133"/>
                  <a:gd name="connsiteX117" fmla="*/ 451386 w 481427"/>
                  <a:gd name="connsiteY117" fmla="*/ 146551 h 951133"/>
                  <a:gd name="connsiteX118" fmla="*/ 480469 w 481427"/>
                  <a:gd name="connsiteY118" fmla="*/ 130459 h 951133"/>
                  <a:gd name="connsiteX119" fmla="*/ 476417 w 481427"/>
                  <a:gd name="connsiteY119" fmla="*/ 94702 h 9511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Lst>
                <a:rect l="l" t="t" r="r" b="b"/>
                <a:pathLst>
                  <a:path w="481427" h="951133">
                    <a:moveTo>
                      <a:pt x="182012" y="933816"/>
                    </a:moveTo>
                    <a:cubicBezTo>
                      <a:pt x="168781" y="933816"/>
                      <a:pt x="142678" y="908785"/>
                      <a:pt x="134335" y="902468"/>
                    </a:cubicBezTo>
                    <a:cubicBezTo>
                      <a:pt x="125991" y="896151"/>
                      <a:pt x="132189" y="889715"/>
                      <a:pt x="122415" y="891264"/>
                    </a:cubicBezTo>
                    <a:cubicBezTo>
                      <a:pt x="112642" y="892814"/>
                      <a:pt x="119197" y="883874"/>
                      <a:pt x="124561" y="881252"/>
                    </a:cubicBezTo>
                    <a:cubicBezTo>
                      <a:pt x="129924" y="878630"/>
                      <a:pt x="122654" y="869333"/>
                      <a:pt x="116217" y="868260"/>
                    </a:cubicBezTo>
                    <a:cubicBezTo>
                      <a:pt x="115502" y="882444"/>
                      <a:pt x="112522" y="946570"/>
                      <a:pt x="116217" y="947165"/>
                    </a:cubicBezTo>
                    <a:cubicBezTo>
                      <a:pt x="119912" y="947762"/>
                      <a:pt x="148280" y="943828"/>
                      <a:pt x="156624" y="949311"/>
                    </a:cubicBezTo>
                    <a:cubicBezTo>
                      <a:pt x="159842" y="950265"/>
                      <a:pt x="164133" y="952887"/>
                      <a:pt x="167470" y="949311"/>
                    </a:cubicBezTo>
                    <a:cubicBezTo>
                      <a:pt x="172834" y="943470"/>
                      <a:pt x="188806" y="946689"/>
                      <a:pt x="197268" y="941325"/>
                    </a:cubicBezTo>
                    <a:cubicBezTo>
                      <a:pt x="205731" y="935961"/>
                      <a:pt x="195361" y="934293"/>
                      <a:pt x="182012" y="933816"/>
                    </a:cubicBezTo>
                    <a:close/>
                    <a:moveTo>
                      <a:pt x="476417" y="94702"/>
                    </a:moveTo>
                    <a:cubicBezTo>
                      <a:pt x="471268" y="93486"/>
                      <a:pt x="465952" y="93128"/>
                      <a:pt x="460683" y="93629"/>
                    </a:cubicBezTo>
                    <a:cubicBezTo>
                      <a:pt x="460624" y="94463"/>
                      <a:pt x="460624" y="95298"/>
                      <a:pt x="460683" y="96132"/>
                    </a:cubicBezTo>
                    <a:cubicBezTo>
                      <a:pt x="462114" y="106144"/>
                      <a:pt x="455677" y="131890"/>
                      <a:pt x="448764" y="131294"/>
                    </a:cubicBezTo>
                    <a:cubicBezTo>
                      <a:pt x="441851" y="130698"/>
                      <a:pt x="435891" y="142140"/>
                      <a:pt x="430051" y="140710"/>
                    </a:cubicBezTo>
                    <a:cubicBezTo>
                      <a:pt x="424211" y="139280"/>
                      <a:pt x="416463" y="149292"/>
                      <a:pt x="409192" y="145001"/>
                    </a:cubicBezTo>
                    <a:cubicBezTo>
                      <a:pt x="401922" y="140710"/>
                      <a:pt x="392029" y="146431"/>
                      <a:pt x="386188" y="142856"/>
                    </a:cubicBezTo>
                    <a:cubicBezTo>
                      <a:pt x="380348" y="139280"/>
                      <a:pt x="363899" y="142140"/>
                      <a:pt x="363899" y="137849"/>
                    </a:cubicBezTo>
                    <a:cubicBezTo>
                      <a:pt x="363899" y="133559"/>
                      <a:pt x="371885" y="134989"/>
                      <a:pt x="371885" y="121997"/>
                    </a:cubicBezTo>
                    <a:cubicBezTo>
                      <a:pt x="371885" y="109005"/>
                      <a:pt x="393459" y="94702"/>
                      <a:pt x="390598" y="89577"/>
                    </a:cubicBezTo>
                    <a:cubicBezTo>
                      <a:pt x="387738" y="84451"/>
                      <a:pt x="351026" y="73843"/>
                      <a:pt x="345901" y="67287"/>
                    </a:cubicBezTo>
                    <a:cubicBezTo>
                      <a:pt x="339560" y="58968"/>
                      <a:pt x="329786" y="53974"/>
                      <a:pt x="319321" y="53700"/>
                    </a:cubicBezTo>
                    <a:cubicBezTo>
                      <a:pt x="304899" y="52150"/>
                      <a:pt x="305614" y="44998"/>
                      <a:pt x="292741" y="37132"/>
                    </a:cubicBezTo>
                    <a:cubicBezTo>
                      <a:pt x="279606" y="27966"/>
                      <a:pt x="268319" y="16404"/>
                      <a:pt x="259487" y="3043"/>
                    </a:cubicBezTo>
                    <a:cubicBezTo>
                      <a:pt x="250666" y="2089"/>
                      <a:pt x="238271" y="301"/>
                      <a:pt x="235648" y="3043"/>
                    </a:cubicBezTo>
                    <a:cubicBezTo>
                      <a:pt x="233026" y="5784"/>
                      <a:pt x="226470" y="26881"/>
                      <a:pt x="221464" y="17227"/>
                    </a:cubicBezTo>
                    <a:cubicBezTo>
                      <a:pt x="216458" y="7572"/>
                      <a:pt x="204420" y="7334"/>
                      <a:pt x="193812" y="5308"/>
                    </a:cubicBezTo>
                    <a:cubicBezTo>
                      <a:pt x="183204" y="3281"/>
                      <a:pt x="183919" y="-6016"/>
                      <a:pt x="172595" y="6142"/>
                    </a:cubicBezTo>
                    <a:cubicBezTo>
                      <a:pt x="167351" y="11625"/>
                      <a:pt x="161463" y="16476"/>
                      <a:pt x="155074" y="20564"/>
                    </a:cubicBezTo>
                    <a:cubicBezTo>
                      <a:pt x="154800" y="30088"/>
                      <a:pt x="153155" y="39516"/>
                      <a:pt x="150187" y="48574"/>
                    </a:cubicBezTo>
                    <a:cubicBezTo>
                      <a:pt x="147208" y="53700"/>
                      <a:pt x="123488" y="64427"/>
                      <a:pt x="122773" y="70148"/>
                    </a:cubicBezTo>
                    <a:cubicBezTo>
                      <a:pt x="122058" y="75869"/>
                      <a:pt x="125634" y="83855"/>
                      <a:pt x="121343" y="87431"/>
                    </a:cubicBezTo>
                    <a:cubicBezTo>
                      <a:pt x="117052" y="91007"/>
                      <a:pt x="131474" y="109005"/>
                      <a:pt x="123488" y="113415"/>
                    </a:cubicBezTo>
                    <a:cubicBezTo>
                      <a:pt x="115502" y="117825"/>
                      <a:pt x="129329" y="125334"/>
                      <a:pt x="124203" y="129148"/>
                    </a:cubicBezTo>
                    <a:cubicBezTo>
                      <a:pt x="119078" y="132962"/>
                      <a:pt x="109900" y="135704"/>
                      <a:pt x="109900" y="141067"/>
                    </a:cubicBezTo>
                    <a:cubicBezTo>
                      <a:pt x="109900" y="146431"/>
                      <a:pt x="109185" y="158350"/>
                      <a:pt x="102630" y="161211"/>
                    </a:cubicBezTo>
                    <a:cubicBezTo>
                      <a:pt x="95680" y="166170"/>
                      <a:pt x="91664" y="174251"/>
                      <a:pt x="91902" y="182785"/>
                    </a:cubicBezTo>
                    <a:cubicBezTo>
                      <a:pt x="91902" y="190651"/>
                      <a:pt x="81771" y="185646"/>
                      <a:pt x="85347" y="195777"/>
                    </a:cubicBezTo>
                    <a:cubicBezTo>
                      <a:pt x="88922" y="205908"/>
                      <a:pt x="93333" y="218066"/>
                      <a:pt x="85347" y="220211"/>
                    </a:cubicBezTo>
                    <a:cubicBezTo>
                      <a:pt x="77361" y="222357"/>
                      <a:pt x="79625" y="238925"/>
                      <a:pt x="75334" y="238925"/>
                    </a:cubicBezTo>
                    <a:cubicBezTo>
                      <a:pt x="71043" y="238925"/>
                      <a:pt x="68898" y="256207"/>
                      <a:pt x="75334" y="264789"/>
                    </a:cubicBezTo>
                    <a:cubicBezTo>
                      <a:pt x="80746" y="271524"/>
                      <a:pt x="83547" y="279986"/>
                      <a:pt x="83201" y="288628"/>
                    </a:cubicBezTo>
                    <a:cubicBezTo>
                      <a:pt x="83201" y="296614"/>
                      <a:pt x="91902" y="300547"/>
                      <a:pt x="89042" y="309486"/>
                    </a:cubicBezTo>
                    <a:cubicBezTo>
                      <a:pt x="86181" y="318426"/>
                      <a:pt x="87611" y="326054"/>
                      <a:pt x="82486" y="329630"/>
                    </a:cubicBezTo>
                    <a:cubicBezTo>
                      <a:pt x="77361" y="333206"/>
                      <a:pt x="81771" y="344052"/>
                      <a:pt x="75334" y="346913"/>
                    </a:cubicBezTo>
                    <a:cubicBezTo>
                      <a:pt x="68898" y="349773"/>
                      <a:pt x="80341" y="372777"/>
                      <a:pt x="75334" y="377187"/>
                    </a:cubicBezTo>
                    <a:cubicBezTo>
                      <a:pt x="70328" y="381598"/>
                      <a:pt x="57336" y="385054"/>
                      <a:pt x="57336" y="401026"/>
                    </a:cubicBezTo>
                    <a:cubicBezTo>
                      <a:pt x="58338" y="411527"/>
                      <a:pt x="58576" y="422076"/>
                      <a:pt x="58051" y="432612"/>
                    </a:cubicBezTo>
                    <a:cubicBezTo>
                      <a:pt x="56621" y="438453"/>
                      <a:pt x="65203" y="436903"/>
                      <a:pt x="63773" y="446319"/>
                    </a:cubicBezTo>
                    <a:cubicBezTo>
                      <a:pt x="62342" y="455736"/>
                      <a:pt x="50900" y="449895"/>
                      <a:pt x="50185" y="455616"/>
                    </a:cubicBezTo>
                    <a:cubicBezTo>
                      <a:pt x="49470" y="461338"/>
                      <a:pt x="53045" y="472899"/>
                      <a:pt x="48754" y="473614"/>
                    </a:cubicBezTo>
                    <a:cubicBezTo>
                      <a:pt x="44464" y="474330"/>
                      <a:pt x="42199" y="478740"/>
                      <a:pt x="42199" y="488752"/>
                    </a:cubicBezTo>
                    <a:cubicBezTo>
                      <a:pt x="42199" y="498764"/>
                      <a:pt x="36478" y="500671"/>
                      <a:pt x="35763" y="505319"/>
                    </a:cubicBezTo>
                    <a:cubicBezTo>
                      <a:pt x="35047" y="509968"/>
                      <a:pt x="40769" y="516166"/>
                      <a:pt x="40769" y="521887"/>
                    </a:cubicBezTo>
                    <a:cubicBezTo>
                      <a:pt x="40769" y="527609"/>
                      <a:pt x="44344" y="547037"/>
                      <a:pt x="39338" y="547752"/>
                    </a:cubicBezTo>
                    <a:cubicBezTo>
                      <a:pt x="34332" y="548467"/>
                      <a:pt x="31472" y="570041"/>
                      <a:pt x="35763" y="572901"/>
                    </a:cubicBezTo>
                    <a:cubicBezTo>
                      <a:pt x="39624" y="576084"/>
                      <a:pt x="40542" y="581638"/>
                      <a:pt x="37908" y="585893"/>
                    </a:cubicBezTo>
                    <a:cubicBezTo>
                      <a:pt x="35763" y="590185"/>
                      <a:pt x="47920" y="594475"/>
                      <a:pt x="41484" y="601031"/>
                    </a:cubicBezTo>
                    <a:cubicBezTo>
                      <a:pt x="35047" y="607587"/>
                      <a:pt x="40173" y="615811"/>
                      <a:pt x="48754" y="612950"/>
                    </a:cubicBezTo>
                    <a:cubicBezTo>
                      <a:pt x="57336" y="610089"/>
                      <a:pt x="60674" y="623797"/>
                      <a:pt x="52330" y="623797"/>
                    </a:cubicBezTo>
                    <a:cubicBezTo>
                      <a:pt x="43987" y="623797"/>
                      <a:pt x="36478" y="623797"/>
                      <a:pt x="42914" y="628803"/>
                    </a:cubicBezTo>
                    <a:cubicBezTo>
                      <a:pt x="49350" y="633809"/>
                      <a:pt x="55906" y="640722"/>
                      <a:pt x="46490" y="644655"/>
                    </a:cubicBezTo>
                    <a:cubicBezTo>
                      <a:pt x="37074" y="648589"/>
                      <a:pt x="45060" y="654667"/>
                      <a:pt x="42914" y="663368"/>
                    </a:cubicBezTo>
                    <a:cubicBezTo>
                      <a:pt x="40769" y="672070"/>
                      <a:pt x="49470" y="679936"/>
                      <a:pt x="42199" y="682082"/>
                    </a:cubicBezTo>
                    <a:cubicBezTo>
                      <a:pt x="34928" y="684227"/>
                      <a:pt x="45060" y="697219"/>
                      <a:pt x="35047" y="698649"/>
                    </a:cubicBezTo>
                    <a:cubicBezTo>
                      <a:pt x="25035" y="700080"/>
                      <a:pt x="31472" y="709377"/>
                      <a:pt x="24916" y="714383"/>
                    </a:cubicBezTo>
                    <a:cubicBezTo>
                      <a:pt x="18360" y="719389"/>
                      <a:pt x="33617" y="728090"/>
                      <a:pt x="25631" y="733096"/>
                    </a:cubicBezTo>
                    <a:cubicBezTo>
                      <a:pt x="17645" y="738102"/>
                      <a:pt x="23486" y="749664"/>
                      <a:pt x="15619" y="749664"/>
                    </a:cubicBezTo>
                    <a:cubicBezTo>
                      <a:pt x="7752" y="749664"/>
                      <a:pt x="3700" y="760510"/>
                      <a:pt x="2627" y="765516"/>
                    </a:cubicBezTo>
                    <a:cubicBezTo>
                      <a:pt x="1554" y="770522"/>
                      <a:pt x="-3094" y="780654"/>
                      <a:pt x="3342" y="787805"/>
                    </a:cubicBezTo>
                    <a:cubicBezTo>
                      <a:pt x="9779" y="794957"/>
                      <a:pt x="1912" y="800797"/>
                      <a:pt x="7633" y="803658"/>
                    </a:cubicBezTo>
                    <a:cubicBezTo>
                      <a:pt x="13354" y="806519"/>
                      <a:pt x="32902" y="802227"/>
                      <a:pt x="30041" y="810809"/>
                    </a:cubicBezTo>
                    <a:cubicBezTo>
                      <a:pt x="27181" y="819391"/>
                      <a:pt x="27777" y="838224"/>
                      <a:pt x="31472" y="838224"/>
                    </a:cubicBezTo>
                    <a:cubicBezTo>
                      <a:pt x="35167" y="838224"/>
                      <a:pt x="37193" y="848951"/>
                      <a:pt x="43391" y="848236"/>
                    </a:cubicBezTo>
                    <a:cubicBezTo>
                      <a:pt x="57444" y="846162"/>
                      <a:pt x="71711" y="845912"/>
                      <a:pt x="85823" y="847521"/>
                    </a:cubicBezTo>
                    <a:cubicBezTo>
                      <a:pt x="90651" y="848987"/>
                      <a:pt x="95085" y="851514"/>
                      <a:pt x="98815" y="854911"/>
                    </a:cubicBezTo>
                    <a:cubicBezTo>
                      <a:pt x="105013" y="852288"/>
                      <a:pt x="118482" y="860990"/>
                      <a:pt x="121462" y="858010"/>
                    </a:cubicBezTo>
                    <a:cubicBezTo>
                      <a:pt x="124442" y="855030"/>
                      <a:pt x="107636" y="841084"/>
                      <a:pt x="107636" y="836078"/>
                    </a:cubicBezTo>
                    <a:cubicBezTo>
                      <a:pt x="107636" y="831072"/>
                      <a:pt x="105013" y="823325"/>
                      <a:pt x="105013" y="817961"/>
                    </a:cubicBezTo>
                    <a:cubicBezTo>
                      <a:pt x="105013" y="812597"/>
                      <a:pt x="102391" y="800917"/>
                      <a:pt x="109781" y="795672"/>
                    </a:cubicBezTo>
                    <a:cubicBezTo>
                      <a:pt x="117171" y="790428"/>
                      <a:pt x="117767" y="785064"/>
                      <a:pt x="122535" y="786137"/>
                    </a:cubicBezTo>
                    <a:cubicBezTo>
                      <a:pt x="127302" y="787209"/>
                      <a:pt x="136957" y="781846"/>
                      <a:pt x="137434" y="769092"/>
                    </a:cubicBezTo>
                    <a:cubicBezTo>
                      <a:pt x="137910" y="756339"/>
                      <a:pt x="143870" y="751571"/>
                      <a:pt x="154478" y="742512"/>
                    </a:cubicBezTo>
                    <a:cubicBezTo>
                      <a:pt x="165086" y="733454"/>
                      <a:pt x="185230" y="723322"/>
                      <a:pt x="182608" y="718674"/>
                    </a:cubicBezTo>
                    <a:cubicBezTo>
                      <a:pt x="179985" y="714025"/>
                      <a:pt x="186898" y="700556"/>
                      <a:pt x="186898" y="694835"/>
                    </a:cubicBezTo>
                    <a:cubicBezTo>
                      <a:pt x="186898" y="689114"/>
                      <a:pt x="168781" y="690664"/>
                      <a:pt x="163060" y="688518"/>
                    </a:cubicBezTo>
                    <a:cubicBezTo>
                      <a:pt x="157339" y="686372"/>
                      <a:pt x="136003" y="671473"/>
                      <a:pt x="146612" y="651807"/>
                    </a:cubicBezTo>
                    <a:cubicBezTo>
                      <a:pt x="155146" y="638243"/>
                      <a:pt x="169925" y="629863"/>
                      <a:pt x="185945" y="629518"/>
                    </a:cubicBezTo>
                    <a:cubicBezTo>
                      <a:pt x="192262" y="629518"/>
                      <a:pt x="185945" y="619983"/>
                      <a:pt x="191785" y="616764"/>
                    </a:cubicBezTo>
                    <a:cubicBezTo>
                      <a:pt x="197626" y="613546"/>
                      <a:pt x="198103" y="608302"/>
                      <a:pt x="198103" y="600316"/>
                    </a:cubicBezTo>
                    <a:cubicBezTo>
                      <a:pt x="198103" y="592330"/>
                      <a:pt x="198103" y="576477"/>
                      <a:pt x="207757" y="575881"/>
                    </a:cubicBezTo>
                    <a:cubicBezTo>
                      <a:pt x="217412" y="575285"/>
                      <a:pt x="219676" y="569445"/>
                      <a:pt x="214074" y="567895"/>
                    </a:cubicBezTo>
                    <a:cubicBezTo>
                      <a:pt x="208472" y="566346"/>
                      <a:pt x="205612" y="559433"/>
                      <a:pt x="215147" y="558360"/>
                    </a:cubicBezTo>
                    <a:cubicBezTo>
                      <a:pt x="224683" y="557287"/>
                      <a:pt x="221583" y="566227"/>
                      <a:pt x="228378" y="566227"/>
                    </a:cubicBezTo>
                    <a:cubicBezTo>
                      <a:pt x="235171" y="566227"/>
                      <a:pt x="247091" y="554308"/>
                      <a:pt x="238032" y="547633"/>
                    </a:cubicBezTo>
                    <a:cubicBezTo>
                      <a:pt x="228973" y="540958"/>
                      <a:pt x="226113" y="550851"/>
                      <a:pt x="221583" y="551924"/>
                    </a:cubicBezTo>
                    <a:cubicBezTo>
                      <a:pt x="217054" y="552996"/>
                      <a:pt x="213002" y="545606"/>
                      <a:pt x="208234" y="545606"/>
                    </a:cubicBezTo>
                    <a:cubicBezTo>
                      <a:pt x="203466" y="545606"/>
                      <a:pt x="206684" y="532257"/>
                      <a:pt x="204539" y="527489"/>
                    </a:cubicBezTo>
                    <a:cubicBezTo>
                      <a:pt x="202393" y="522722"/>
                      <a:pt x="199175" y="511041"/>
                      <a:pt x="203466" y="505200"/>
                    </a:cubicBezTo>
                    <a:cubicBezTo>
                      <a:pt x="207757" y="499360"/>
                      <a:pt x="225755" y="514140"/>
                      <a:pt x="241727" y="515212"/>
                    </a:cubicBezTo>
                    <a:cubicBezTo>
                      <a:pt x="257699" y="516285"/>
                      <a:pt x="269380" y="507346"/>
                      <a:pt x="269380" y="501386"/>
                    </a:cubicBezTo>
                    <a:cubicBezTo>
                      <a:pt x="269380" y="495426"/>
                      <a:pt x="261871" y="484937"/>
                      <a:pt x="271525" y="478620"/>
                    </a:cubicBezTo>
                    <a:cubicBezTo>
                      <a:pt x="281180" y="472303"/>
                      <a:pt x="273075" y="470038"/>
                      <a:pt x="270452" y="461576"/>
                    </a:cubicBezTo>
                    <a:cubicBezTo>
                      <a:pt x="267830" y="453113"/>
                      <a:pt x="274624" y="447749"/>
                      <a:pt x="278915" y="452040"/>
                    </a:cubicBezTo>
                    <a:cubicBezTo>
                      <a:pt x="283206" y="456331"/>
                      <a:pt x="314673" y="453590"/>
                      <a:pt x="340537" y="448345"/>
                    </a:cubicBezTo>
                    <a:cubicBezTo>
                      <a:pt x="366402" y="443101"/>
                      <a:pt x="384639" y="433446"/>
                      <a:pt x="386307" y="425937"/>
                    </a:cubicBezTo>
                    <a:cubicBezTo>
                      <a:pt x="387976" y="418428"/>
                      <a:pt x="404305" y="401026"/>
                      <a:pt x="408120" y="394590"/>
                    </a:cubicBezTo>
                    <a:cubicBezTo>
                      <a:pt x="411934" y="388153"/>
                      <a:pt x="408120" y="380287"/>
                      <a:pt x="397988" y="378737"/>
                    </a:cubicBezTo>
                    <a:cubicBezTo>
                      <a:pt x="387857" y="377187"/>
                      <a:pt x="387857" y="364911"/>
                      <a:pt x="393697" y="357998"/>
                    </a:cubicBezTo>
                    <a:cubicBezTo>
                      <a:pt x="399538" y="351085"/>
                      <a:pt x="390479" y="344648"/>
                      <a:pt x="380467" y="343575"/>
                    </a:cubicBezTo>
                    <a:cubicBezTo>
                      <a:pt x="370455" y="342503"/>
                      <a:pt x="354364" y="335589"/>
                      <a:pt x="363423" y="327127"/>
                    </a:cubicBezTo>
                    <a:cubicBezTo>
                      <a:pt x="367833" y="323074"/>
                      <a:pt x="369859" y="323908"/>
                      <a:pt x="372004" y="325697"/>
                    </a:cubicBezTo>
                    <a:cubicBezTo>
                      <a:pt x="373554" y="321644"/>
                      <a:pt x="374984" y="316876"/>
                      <a:pt x="373792" y="315685"/>
                    </a:cubicBezTo>
                    <a:cubicBezTo>
                      <a:pt x="372600" y="314493"/>
                      <a:pt x="366283" y="315685"/>
                      <a:pt x="366760" y="301143"/>
                    </a:cubicBezTo>
                    <a:cubicBezTo>
                      <a:pt x="367237" y="286602"/>
                      <a:pt x="372720" y="289224"/>
                      <a:pt x="373315" y="269914"/>
                    </a:cubicBezTo>
                    <a:cubicBezTo>
                      <a:pt x="373911" y="250605"/>
                      <a:pt x="381301" y="239163"/>
                      <a:pt x="381301" y="229031"/>
                    </a:cubicBezTo>
                    <a:cubicBezTo>
                      <a:pt x="381301" y="218900"/>
                      <a:pt x="399657" y="206981"/>
                      <a:pt x="409908" y="190175"/>
                    </a:cubicBezTo>
                    <a:cubicBezTo>
                      <a:pt x="421219" y="173428"/>
                      <a:pt x="435236" y="158684"/>
                      <a:pt x="451386" y="146551"/>
                    </a:cubicBezTo>
                    <a:cubicBezTo>
                      <a:pt x="460445" y="140710"/>
                      <a:pt x="478205" y="135823"/>
                      <a:pt x="480469" y="130459"/>
                    </a:cubicBezTo>
                    <a:cubicBezTo>
                      <a:pt x="482734" y="125096"/>
                      <a:pt x="480827" y="96847"/>
                      <a:pt x="476417" y="94702"/>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25" name="Freeform: Shape 124">
                <a:extLst>
                  <a:ext uri="{FF2B5EF4-FFF2-40B4-BE49-F238E27FC236}">
                    <a16:creationId xmlns:a16="http://schemas.microsoft.com/office/drawing/2014/main" id="{95525D0F-45C7-4757-B233-2090E1700D1D}"/>
                  </a:ext>
                </a:extLst>
              </p:cNvPr>
              <p:cNvSpPr/>
              <p:nvPr/>
            </p:nvSpPr>
            <p:spPr>
              <a:xfrm>
                <a:off x="2435558" y="9045964"/>
                <a:ext cx="208135" cy="1079079"/>
              </a:xfrm>
              <a:custGeom>
                <a:avLst/>
                <a:gdLst>
                  <a:gd name="connsiteX0" fmla="*/ 93949 w 208135"/>
                  <a:gd name="connsiteY0" fmla="*/ 958555 h 1079079"/>
                  <a:gd name="connsiteX1" fmla="*/ 82030 w 208135"/>
                  <a:gd name="connsiteY1" fmla="*/ 948543 h 1079079"/>
                  <a:gd name="connsiteX2" fmla="*/ 80600 w 208135"/>
                  <a:gd name="connsiteY2" fmla="*/ 921129 h 1079079"/>
                  <a:gd name="connsiteX3" fmla="*/ 58192 w 208135"/>
                  <a:gd name="connsiteY3" fmla="*/ 913977 h 1079079"/>
                  <a:gd name="connsiteX4" fmla="*/ 53901 w 208135"/>
                  <a:gd name="connsiteY4" fmla="*/ 898125 h 1079079"/>
                  <a:gd name="connsiteX5" fmla="*/ 53186 w 208135"/>
                  <a:gd name="connsiteY5" fmla="*/ 875836 h 1079079"/>
                  <a:gd name="connsiteX6" fmla="*/ 66178 w 208135"/>
                  <a:gd name="connsiteY6" fmla="*/ 859983 h 1079079"/>
                  <a:gd name="connsiteX7" fmla="*/ 76190 w 208135"/>
                  <a:gd name="connsiteY7" fmla="*/ 843415 h 1079079"/>
                  <a:gd name="connsiteX8" fmla="*/ 75475 w 208135"/>
                  <a:gd name="connsiteY8" fmla="*/ 824702 h 1079079"/>
                  <a:gd name="connsiteX9" fmla="*/ 85606 w 208135"/>
                  <a:gd name="connsiteY9" fmla="*/ 808969 h 1079079"/>
                  <a:gd name="connsiteX10" fmla="*/ 92758 w 208135"/>
                  <a:gd name="connsiteY10" fmla="*/ 792401 h 1079079"/>
                  <a:gd name="connsiteX11" fmla="*/ 93473 w 208135"/>
                  <a:gd name="connsiteY11" fmla="*/ 773688 h 1079079"/>
                  <a:gd name="connsiteX12" fmla="*/ 97048 w 208135"/>
                  <a:gd name="connsiteY12" fmla="*/ 754974 h 1079079"/>
                  <a:gd name="connsiteX13" fmla="*/ 93473 w 208135"/>
                  <a:gd name="connsiteY13" fmla="*/ 739122 h 1079079"/>
                  <a:gd name="connsiteX14" fmla="*/ 102889 w 208135"/>
                  <a:gd name="connsiteY14" fmla="*/ 734116 h 1079079"/>
                  <a:gd name="connsiteX15" fmla="*/ 99313 w 208135"/>
                  <a:gd name="connsiteY15" fmla="*/ 723270 h 1079079"/>
                  <a:gd name="connsiteX16" fmla="*/ 92042 w 208135"/>
                  <a:gd name="connsiteY16" fmla="*/ 711350 h 1079079"/>
                  <a:gd name="connsiteX17" fmla="*/ 88467 w 208135"/>
                  <a:gd name="connsiteY17" fmla="*/ 696213 h 1079079"/>
                  <a:gd name="connsiteX18" fmla="*/ 86321 w 208135"/>
                  <a:gd name="connsiteY18" fmla="*/ 683221 h 1079079"/>
                  <a:gd name="connsiteX19" fmla="*/ 89897 w 208135"/>
                  <a:gd name="connsiteY19" fmla="*/ 658071 h 1079079"/>
                  <a:gd name="connsiteX20" fmla="*/ 91327 w 208135"/>
                  <a:gd name="connsiteY20" fmla="*/ 632206 h 1079079"/>
                  <a:gd name="connsiteX21" fmla="*/ 86321 w 208135"/>
                  <a:gd name="connsiteY21" fmla="*/ 615639 h 1079079"/>
                  <a:gd name="connsiteX22" fmla="*/ 92758 w 208135"/>
                  <a:gd name="connsiteY22" fmla="*/ 599071 h 1079079"/>
                  <a:gd name="connsiteX23" fmla="*/ 99313 w 208135"/>
                  <a:gd name="connsiteY23" fmla="*/ 583934 h 1079079"/>
                  <a:gd name="connsiteX24" fmla="*/ 100743 w 208135"/>
                  <a:gd name="connsiteY24" fmla="*/ 565936 h 1079079"/>
                  <a:gd name="connsiteX25" fmla="*/ 114331 w 208135"/>
                  <a:gd name="connsiteY25" fmla="*/ 556639 h 1079079"/>
                  <a:gd name="connsiteX26" fmla="*/ 108610 w 208135"/>
                  <a:gd name="connsiteY26" fmla="*/ 542931 h 1079079"/>
                  <a:gd name="connsiteX27" fmla="*/ 107895 w 208135"/>
                  <a:gd name="connsiteY27" fmla="*/ 511345 h 1079079"/>
                  <a:gd name="connsiteX28" fmla="*/ 125893 w 208135"/>
                  <a:gd name="connsiteY28" fmla="*/ 487507 h 1079079"/>
                  <a:gd name="connsiteX29" fmla="*/ 125893 w 208135"/>
                  <a:gd name="connsiteY29" fmla="*/ 457232 h 1079079"/>
                  <a:gd name="connsiteX30" fmla="*/ 133044 w 208135"/>
                  <a:gd name="connsiteY30" fmla="*/ 439949 h 1079079"/>
                  <a:gd name="connsiteX31" fmla="*/ 139600 w 208135"/>
                  <a:gd name="connsiteY31" fmla="*/ 419806 h 1079079"/>
                  <a:gd name="connsiteX32" fmla="*/ 133760 w 208135"/>
                  <a:gd name="connsiteY32" fmla="*/ 398947 h 1079079"/>
                  <a:gd name="connsiteX33" fmla="*/ 125893 w 208135"/>
                  <a:gd name="connsiteY33" fmla="*/ 375108 h 1079079"/>
                  <a:gd name="connsiteX34" fmla="*/ 125893 w 208135"/>
                  <a:gd name="connsiteY34" fmla="*/ 349244 h 1079079"/>
                  <a:gd name="connsiteX35" fmla="*/ 135905 w 208135"/>
                  <a:gd name="connsiteY35" fmla="*/ 330531 h 1079079"/>
                  <a:gd name="connsiteX36" fmla="*/ 135905 w 208135"/>
                  <a:gd name="connsiteY36" fmla="*/ 306096 h 1079079"/>
                  <a:gd name="connsiteX37" fmla="*/ 142461 w 208135"/>
                  <a:gd name="connsiteY37" fmla="*/ 293104 h 1079079"/>
                  <a:gd name="connsiteX38" fmla="*/ 153188 w 208135"/>
                  <a:gd name="connsiteY38" fmla="*/ 271530 h 1079079"/>
                  <a:gd name="connsiteX39" fmla="*/ 160459 w 208135"/>
                  <a:gd name="connsiteY39" fmla="*/ 251387 h 1079079"/>
                  <a:gd name="connsiteX40" fmla="*/ 174762 w 208135"/>
                  <a:gd name="connsiteY40" fmla="*/ 239467 h 1079079"/>
                  <a:gd name="connsiteX41" fmla="*/ 174047 w 208135"/>
                  <a:gd name="connsiteY41" fmla="*/ 223734 h 1079079"/>
                  <a:gd name="connsiteX42" fmla="*/ 171901 w 208135"/>
                  <a:gd name="connsiteY42" fmla="*/ 197750 h 1079079"/>
                  <a:gd name="connsiteX43" fmla="*/ 173332 w 208135"/>
                  <a:gd name="connsiteY43" fmla="*/ 180467 h 1079079"/>
                  <a:gd name="connsiteX44" fmla="*/ 200746 w 208135"/>
                  <a:gd name="connsiteY44" fmla="*/ 158894 h 1079079"/>
                  <a:gd name="connsiteX45" fmla="*/ 205633 w 208135"/>
                  <a:gd name="connsiteY45" fmla="*/ 130883 h 1079079"/>
                  <a:gd name="connsiteX46" fmla="*/ 190495 w 208135"/>
                  <a:gd name="connsiteY46" fmla="*/ 135532 h 1079079"/>
                  <a:gd name="connsiteX47" fmla="*/ 184893 w 208135"/>
                  <a:gd name="connsiteY47" fmla="*/ 109310 h 1079079"/>
                  <a:gd name="connsiteX48" fmla="*/ 176430 w 208135"/>
                  <a:gd name="connsiteY48" fmla="*/ 87378 h 1079079"/>
                  <a:gd name="connsiteX49" fmla="*/ 167849 w 208135"/>
                  <a:gd name="connsiteY49" fmla="*/ 67473 h 1079079"/>
                  <a:gd name="connsiteX50" fmla="*/ 172855 w 208135"/>
                  <a:gd name="connsiteY50" fmla="*/ 50548 h 1079079"/>
                  <a:gd name="connsiteX51" fmla="*/ 162962 w 208135"/>
                  <a:gd name="connsiteY51" fmla="*/ 37079 h 1079079"/>
                  <a:gd name="connsiteX52" fmla="*/ 157241 w 208135"/>
                  <a:gd name="connsiteY52" fmla="*/ 11572 h 1079079"/>
                  <a:gd name="connsiteX53" fmla="*/ 146632 w 208135"/>
                  <a:gd name="connsiteY53" fmla="*/ 844 h 1079079"/>
                  <a:gd name="connsiteX54" fmla="*/ 136739 w 208135"/>
                  <a:gd name="connsiteY54" fmla="*/ 20035 h 1079079"/>
                  <a:gd name="connsiteX55" fmla="*/ 131495 w 208135"/>
                  <a:gd name="connsiteY55" fmla="*/ 23848 h 1079079"/>
                  <a:gd name="connsiteX56" fmla="*/ 131495 w 208135"/>
                  <a:gd name="connsiteY56" fmla="*/ 45422 h 1079079"/>
                  <a:gd name="connsiteX57" fmla="*/ 133044 w 208135"/>
                  <a:gd name="connsiteY57" fmla="*/ 107045 h 1079079"/>
                  <a:gd name="connsiteX58" fmla="*/ 123509 w 208135"/>
                  <a:gd name="connsiteY58" fmla="*/ 142803 h 1079079"/>
                  <a:gd name="connsiteX59" fmla="*/ 126727 w 208135"/>
                  <a:gd name="connsiteY59" fmla="*/ 156629 h 1079079"/>
                  <a:gd name="connsiteX60" fmla="*/ 124105 w 208135"/>
                  <a:gd name="connsiteY60" fmla="*/ 188453 h 1079079"/>
                  <a:gd name="connsiteX61" fmla="*/ 113378 w 208135"/>
                  <a:gd name="connsiteY61" fmla="*/ 243282 h 1079079"/>
                  <a:gd name="connsiteX62" fmla="*/ 107061 w 208135"/>
                  <a:gd name="connsiteY62" fmla="*/ 268193 h 1079079"/>
                  <a:gd name="connsiteX63" fmla="*/ 96452 w 208135"/>
                  <a:gd name="connsiteY63" fmla="*/ 288933 h 1079079"/>
                  <a:gd name="connsiteX64" fmla="*/ 105511 w 208135"/>
                  <a:gd name="connsiteY64" fmla="*/ 317658 h 1079079"/>
                  <a:gd name="connsiteX65" fmla="*/ 96452 w 208135"/>
                  <a:gd name="connsiteY65" fmla="*/ 343642 h 1079079"/>
                  <a:gd name="connsiteX66" fmla="*/ 96452 w 208135"/>
                  <a:gd name="connsiteY66" fmla="*/ 396325 h 1079079"/>
                  <a:gd name="connsiteX67" fmla="*/ 91089 w 208135"/>
                  <a:gd name="connsiteY67" fmla="*/ 412773 h 1079079"/>
                  <a:gd name="connsiteX68" fmla="*/ 82626 w 208135"/>
                  <a:gd name="connsiteY68" fmla="*/ 442571 h 1079079"/>
                  <a:gd name="connsiteX69" fmla="*/ 64032 w 208135"/>
                  <a:gd name="connsiteY69" fmla="*/ 493586 h 1079079"/>
                  <a:gd name="connsiteX70" fmla="*/ 52828 w 208135"/>
                  <a:gd name="connsiteY70" fmla="*/ 512656 h 1079079"/>
                  <a:gd name="connsiteX71" fmla="*/ 49610 w 208135"/>
                  <a:gd name="connsiteY71" fmla="*/ 530178 h 1079079"/>
                  <a:gd name="connsiteX72" fmla="*/ 52828 w 208135"/>
                  <a:gd name="connsiteY72" fmla="*/ 560572 h 1079079"/>
                  <a:gd name="connsiteX73" fmla="*/ 53901 w 208135"/>
                  <a:gd name="connsiteY73" fmla="*/ 585006 h 1079079"/>
                  <a:gd name="connsiteX74" fmla="*/ 46511 w 208135"/>
                  <a:gd name="connsiteY74" fmla="*/ 605150 h 1079079"/>
                  <a:gd name="connsiteX75" fmla="*/ 43293 w 208135"/>
                  <a:gd name="connsiteY75" fmla="*/ 633279 h 1079079"/>
                  <a:gd name="connsiteX76" fmla="*/ 41147 w 208135"/>
                  <a:gd name="connsiteY76" fmla="*/ 647701 h 1079079"/>
                  <a:gd name="connsiteX77" fmla="*/ 31016 w 208135"/>
                  <a:gd name="connsiteY77" fmla="*/ 673685 h 1079079"/>
                  <a:gd name="connsiteX78" fmla="*/ 42220 w 208135"/>
                  <a:gd name="connsiteY78" fmla="*/ 689657 h 1079079"/>
                  <a:gd name="connsiteX79" fmla="*/ 52828 w 208135"/>
                  <a:gd name="connsiteY79" fmla="*/ 646629 h 1079079"/>
                  <a:gd name="connsiteX80" fmla="*/ 61887 w 208135"/>
                  <a:gd name="connsiteY80" fmla="*/ 637570 h 1079079"/>
                  <a:gd name="connsiteX81" fmla="*/ 68204 w 208135"/>
                  <a:gd name="connsiteY81" fmla="*/ 646629 h 1079079"/>
                  <a:gd name="connsiteX82" fmla="*/ 69872 w 208135"/>
                  <a:gd name="connsiteY82" fmla="*/ 657237 h 1079079"/>
                  <a:gd name="connsiteX83" fmla="*/ 67727 w 208135"/>
                  <a:gd name="connsiteY83" fmla="*/ 677380 h 1079079"/>
                  <a:gd name="connsiteX84" fmla="*/ 61887 w 208135"/>
                  <a:gd name="connsiteY84" fmla="*/ 696570 h 1079079"/>
                  <a:gd name="connsiteX85" fmla="*/ 57596 w 208135"/>
                  <a:gd name="connsiteY85" fmla="*/ 711946 h 1079079"/>
                  <a:gd name="connsiteX86" fmla="*/ 58669 w 208135"/>
                  <a:gd name="connsiteY86" fmla="*/ 723865 h 1079079"/>
                  <a:gd name="connsiteX87" fmla="*/ 58669 w 208135"/>
                  <a:gd name="connsiteY87" fmla="*/ 733997 h 1079079"/>
                  <a:gd name="connsiteX88" fmla="*/ 59741 w 208135"/>
                  <a:gd name="connsiteY88" fmla="*/ 748300 h 1079079"/>
                  <a:gd name="connsiteX89" fmla="*/ 47822 w 208135"/>
                  <a:gd name="connsiteY89" fmla="*/ 755213 h 1079079"/>
                  <a:gd name="connsiteX90" fmla="*/ 49967 w 208135"/>
                  <a:gd name="connsiteY90" fmla="*/ 771185 h 1079079"/>
                  <a:gd name="connsiteX91" fmla="*/ 34592 w 208135"/>
                  <a:gd name="connsiteY91" fmla="*/ 764868 h 1079079"/>
                  <a:gd name="connsiteX92" fmla="*/ 45200 w 208135"/>
                  <a:gd name="connsiteY92" fmla="*/ 748896 h 1079079"/>
                  <a:gd name="connsiteX93" fmla="*/ 32446 w 208135"/>
                  <a:gd name="connsiteY93" fmla="*/ 731375 h 1079079"/>
                  <a:gd name="connsiteX94" fmla="*/ 40432 w 208135"/>
                  <a:gd name="connsiteY94" fmla="*/ 750445 h 1079079"/>
                  <a:gd name="connsiteX95" fmla="*/ 27678 w 208135"/>
                  <a:gd name="connsiteY95" fmla="*/ 756286 h 1079079"/>
                  <a:gd name="connsiteX96" fmla="*/ 13852 w 208135"/>
                  <a:gd name="connsiteY96" fmla="*/ 766417 h 1079079"/>
                  <a:gd name="connsiteX97" fmla="*/ 14925 w 208135"/>
                  <a:gd name="connsiteY97" fmla="*/ 778336 h 1079079"/>
                  <a:gd name="connsiteX98" fmla="*/ 26 w 208135"/>
                  <a:gd name="connsiteY98" fmla="*/ 792639 h 1079079"/>
                  <a:gd name="connsiteX99" fmla="*/ 5866 w 208135"/>
                  <a:gd name="connsiteY99" fmla="*/ 793712 h 1079079"/>
                  <a:gd name="connsiteX100" fmla="*/ 16951 w 208135"/>
                  <a:gd name="connsiteY100" fmla="*/ 793712 h 1079079"/>
                  <a:gd name="connsiteX101" fmla="*/ 30777 w 208135"/>
                  <a:gd name="connsiteY101" fmla="*/ 795381 h 1079079"/>
                  <a:gd name="connsiteX102" fmla="*/ 32923 w 208135"/>
                  <a:gd name="connsiteY102" fmla="*/ 807300 h 1079079"/>
                  <a:gd name="connsiteX103" fmla="*/ 25533 w 208135"/>
                  <a:gd name="connsiteY103" fmla="*/ 822199 h 1079079"/>
                  <a:gd name="connsiteX104" fmla="*/ 47822 w 208135"/>
                  <a:gd name="connsiteY104" fmla="*/ 824344 h 1079079"/>
                  <a:gd name="connsiteX105" fmla="*/ 47822 w 208135"/>
                  <a:gd name="connsiteY105" fmla="*/ 833880 h 1079079"/>
                  <a:gd name="connsiteX106" fmla="*/ 31850 w 208135"/>
                  <a:gd name="connsiteY106" fmla="*/ 830185 h 1079079"/>
                  <a:gd name="connsiteX107" fmla="*/ 17428 w 208135"/>
                  <a:gd name="connsiteY107" fmla="*/ 831258 h 1079079"/>
                  <a:gd name="connsiteX108" fmla="*/ 1575 w 208135"/>
                  <a:gd name="connsiteY108" fmla="*/ 844488 h 1079079"/>
                  <a:gd name="connsiteX109" fmla="*/ 10515 w 208135"/>
                  <a:gd name="connsiteY109" fmla="*/ 855215 h 1079079"/>
                  <a:gd name="connsiteX110" fmla="*/ 22434 w 208135"/>
                  <a:gd name="connsiteY110" fmla="*/ 847706 h 1079079"/>
                  <a:gd name="connsiteX111" fmla="*/ 32446 w 208135"/>
                  <a:gd name="connsiteY111" fmla="*/ 848779 h 1079079"/>
                  <a:gd name="connsiteX112" fmla="*/ 20527 w 208135"/>
                  <a:gd name="connsiteY112" fmla="*/ 858910 h 1079079"/>
                  <a:gd name="connsiteX113" fmla="*/ 7773 w 208135"/>
                  <a:gd name="connsiteY113" fmla="*/ 873213 h 1079079"/>
                  <a:gd name="connsiteX114" fmla="*/ 5926 w 208135"/>
                  <a:gd name="connsiteY114" fmla="*/ 881092 h 1079079"/>
                  <a:gd name="connsiteX115" fmla="*/ 13018 w 208135"/>
                  <a:gd name="connsiteY115" fmla="*/ 883345 h 1079079"/>
                  <a:gd name="connsiteX116" fmla="*/ 18858 w 208135"/>
                  <a:gd name="connsiteY116" fmla="*/ 890735 h 1079079"/>
                  <a:gd name="connsiteX117" fmla="*/ 26367 w 208135"/>
                  <a:gd name="connsiteY117" fmla="*/ 881199 h 1079079"/>
                  <a:gd name="connsiteX118" fmla="*/ 36379 w 208135"/>
                  <a:gd name="connsiteY118" fmla="*/ 869995 h 1079079"/>
                  <a:gd name="connsiteX119" fmla="*/ 33280 w 208135"/>
                  <a:gd name="connsiteY119" fmla="*/ 887040 h 1079079"/>
                  <a:gd name="connsiteX120" fmla="*/ 29466 w 208135"/>
                  <a:gd name="connsiteY120" fmla="*/ 905157 h 1079079"/>
                  <a:gd name="connsiteX121" fmla="*/ 23149 w 208135"/>
                  <a:gd name="connsiteY121" fmla="*/ 914216 h 1079079"/>
                  <a:gd name="connsiteX122" fmla="*/ 15163 w 208135"/>
                  <a:gd name="connsiteY122" fmla="*/ 920533 h 1079079"/>
                  <a:gd name="connsiteX123" fmla="*/ 15163 w 208135"/>
                  <a:gd name="connsiteY123" fmla="*/ 934836 h 1079079"/>
                  <a:gd name="connsiteX124" fmla="*/ 27917 w 208135"/>
                  <a:gd name="connsiteY124" fmla="*/ 931141 h 1079079"/>
                  <a:gd name="connsiteX125" fmla="*/ 39836 w 208135"/>
                  <a:gd name="connsiteY125" fmla="*/ 931737 h 1079079"/>
                  <a:gd name="connsiteX126" fmla="*/ 44604 w 208135"/>
                  <a:gd name="connsiteY126" fmla="*/ 939723 h 1079079"/>
                  <a:gd name="connsiteX127" fmla="*/ 33519 w 208135"/>
                  <a:gd name="connsiteY127" fmla="*/ 950808 h 1079079"/>
                  <a:gd name="connsiteX128" fmla="*/ 47822 w 208135"/>
                  <a:gd name="connsiteY128" fmla="*/ 952357 h 1079079"/>
                  <a:gd name="connsiteX129" fmla="*/ 55808 w 208135"/>
                  <a:gd name="connsiteY129" fmla="*/ 949735 h 1079079"/>
                  <a:gd name="connsiteX130" fmla="*/ 71184 w 208135"/>
                  <a:gd name="connsiteY130" fmla="*/ 955098 h 1079079"/>
                  <a:gd name="connsiteX131" fmla="*/ 49967 w 208135"/>
                  <a:gd name="connsiteY131" fmla="*/ 963561 h 1079079"/>
                  <a:gd name="connsiteX132" fmla="*/ 43054 w 208135"/>
                  <a:gd name="connsiteY132" fmla="*/ 977984 h 1079079"/>
                  <a:gd name="connsiteX133" fmla="*/ 60575 w 208135"/>
                  <a:gd name="connsiteY133" fmla="*/ 972024 h 1079079"/>
                  <a:gd name="connsiteX134" fmla="*/ 97287 w 208135"/>
                  <a:gd name="connsiteY134" fmla="*/ 974169 h 1079079"/>
                  <a:gd name="connsiteX135" fmla="*/ 82388 w 208135"/>
                  <a:gd name="connsiteY135" fmla="*/ 978937 h 1079079"/>
                  <a:gd name="connsiteX136" fmla="*/ 67489 w 208135"/>
                  <a:gd name="connsiteY136" fmla="*/ 981679 h 1079079"/>
                  <a:gd name="connsiteX137" fmla="*/ 54258 w 208135"/>
                  <a:gd name="connsiteY137" fmla="*/ 990141 h 1079079"/>
                  <a:gd name="connsiteX138" fmla="*/ 54258 w 208135"/>
                  <a:gd name="connsiteY138" fmla="*/ 999676 h 1079079"/>
                  <a:gd name="connsiteX139" fmla="*/ 76071 w 208135"/>
                  <a:gd name="connsiteY139" fmla="*/ 990737 h 1079079"/>
                  <a:gd name="connsiteX140" fmla="*/ 103127 w 208135"/>
                  <a:gd name="connsiteY140" fmla="*/ 985373 h 1079079"/>
                  <a:gd name="connsiteX141" fmla="*/ 85129 w 208135"/>
                  <a:gd name="connsiteY141" fmla="*/ 995505 h 1079079"/>
                  <a:gd name="connsiteX142" fmla="*/ 73210 w 208135"/>
                  <a:gd name="connsiteY142" fmla="*/ 1007424 h 1079079"/>
                  <a:gd name="connsiteX143" fmla="*/ 47703 w 208135"/>
                  <a:gd name="connsiteY143" fmla="*/ 1004206 h 1079079"/>
                  <a:gd name="connsiteX144" fmla="*/ 50325 w 208135"/>
                  <a:gd name="connsiteY144" fmla="*/ 1020177 h 1079079"/>
                  <a:gd name="connsiteX145" fmla="*/ 71064 w 208135"/>
                  <a:gd name="connsiteY145" fmla="*/ 1024945 h 1079079"/>
                  <a:gd name="connsiteX146" fmla="*/ 86559 w 208135"/>
                  <a:gd name="connsiteY146" fmla="*/ 1031263 h 1079079"/>
                  <a:gd name="connsiteX147" fmla="*/ 82269 w 208135"/>
                  <a:gd name="connsiteY147" fmla="*/ 1023396 h 1079079"/>
                  <a:gd name="connsiteX148" fmla="*/ 91804 w 208135"/>
                  <a:gd name="connsiteY148" fmla="*/ 1016482 h 1079079"/>
                  <a:gd name="connsiteX149" fmla="*/ 109969 w 208135"/>
                  <a:gd name="connsiteY149" fmla="*/ 1009248 h 1079079"/>
                  <a:gd name="connsiteX150" fmla="*/ 110398 w 208135"/>
                  <a:gd name="connsiteY150" fmla="*/ 999438 h 1079079"/>
                  <a:gd name="connsiteX151" fmla="*/ 131733 w 208135"/>
                  <a:gd name="connsiteY151" fmla="*/ 976553 h 1079079"/>
                  <a:gd name="connsiteX152" fmla="*/ 128515 w 208135"/>
                  <a:gd name="connsiteY152" fmla="*/ 988473 h 1079079"/>
                  <a:gd name="connsiteX153" fmla="*/ 124820 w 208135"/>
                  <a:gd name="connsiteY153" fmla="*/ 1002299 h 1079079"/>
                  <a:gd name="connsiteX154" fmla="*/ 146513 w 208135"/>
                  <a:gd name="connsiteY154" fmla="*/ 1003372 h 1079079"/>
                  <a:gd name="connsiteX155" fmla="*/ 133283 w 208135"/>
                  <a:gd name="connsiteY155" fmla="*/ 1013980 h 1079079"/>
                  <a:gd name="connsiteX156" fmla="*/ 134356 w 208135"/>
                  <a:gd name="connsiteY156" fmla="*/ 1031024 h 1079079"/>
                  <a:gd name="connsiteX157" fmla="*/ 124224 w 208135"/>
                  <a:gd name="connsiteY157" fmla="*/ 1011357 h 1079079"/>
                  <a:gd name="connsiteX158" fmla="*/ 119457 w 208135"/>
                  <a:gd name="connsiteY158" fmla="*/ 1026256 h 1079079"/>
                  <a:gd name="connsiteX159" fmla="*/ 107537 w 208135"/>
                  <a:gd name="connsiteY159" fmla="*/ 1021966 h 1079079"/>
                  <a:gd name="connsiteX160" fmla="*/ 101101 w 208135"/>
                  <a:gd name="connsiteY160" fmla="*/ 1031024 h 1079079"/>
                  <a:gd name="connsiteX161" fmla="*/ 89182 w 208135"/>
                  <a:gd name="connsiteY161" fmla="*/ 1040560 h 1079079"/>
                  <a:gd name="connsiteX162" fmla="*/ 106703 w 208135"/>
                  <a:gd name="connsiteY162" fmla="*/ 1044255 h 1079079"/>
                  <a:gd name="connsiteX163" fmla="*/ 118622 w 208135"/>
                  <a:gd name="connsiteY163" fmla="*/ 1065590 h 1079079"/>
                  <a:gd name="connsiteX164" fmla="*/ 127085 w 208135"/>
                  <a:gd name="connsiteY164" fmla="*/ 1046996 h 1079079"/>
                  <a:gd name="connsiteX165" fmla="*/ 144129 w 208135"/>
                  <a:gd name="connsiteY165" fmla="*/ 1069285 h 1079079"/>
                  <a:gd name="connsiteX166" fmla="*/ 152592 w 208135"/>
                  <a:gd name="connsiteY166" fmla="*/ 1060822 h 1079079"/>
                  <a:gd name="connsiteX167" fmla="*/ 177503 w 208135"/>
                  <a:gd name="connsiteY167" fmla="*/ 1078820 h 1079079"/>
                  <a:gd name="connsiteX168" fmla="*/ 174404 w 208135"/>
                  <a:gd name="connsiteY168" fmla="*/ 1062849 h 1079079"/>
                  <a:gd name="connsiteX169" fmla="*/ 188231 w 208135"/>
                  <a:gd name="connsiteY169" fmla="*/ 1062849 h 1079079"/>
                  <a:gd name="connsiteX170" fmla="*/ 204083 w 208135"/>
                  <a:gd name="connsiteY170" fmla="*/ 1060822 h 1079079"/>
                  <a:gd name="connsiteX171" fmla="*/ 208136 w 208135"/>
                  <a:gd name="connsiteY171" fmla="*/ 1059273 h 1079079"/>
                  <a:gd name="connsiteX172" fmla="*/ 167730 w 208135"/>
                  <a:gd name="connsiteY172" fmla="*/ 1057127 h 1079079"/>
                  <a:gd name="connsiteX173" fmla="*/ 167730 w 208135"/>
                  <a:gd name="connsiteY173" fmla="*/ 978222 h 1079079"/>
                  <a:gd name="connsiteX174" fmla="*/ 165942 w 208135"/>
                  <a:gd name="connsiteY174" fmla="*/ 978222 h 1079079"/>
                  <a:gd name="connsiteX175" fmla="*/ 146275 w 208135"/>
                  <a:gd name="connsiteY175" fmla="*/ 969163 h 1079079"/>
                  <a:gd name="connsiteX176" fmla="*/ 149136 w 208135"/>
                  <a:gd name="connsiteY176" fmla="*/ 965587 h 1079079"/>
                  <a:gd name="connsiteX177" fmla="*/ 136144 w 208135"/>
                  <a:gd name="connsiteY177" fmla="*/ 958198 h 1079079"/>
                  <a:gd name="connsiteX178" fmla="*/ 93949 w 208135"/>
                  <a:gd name="connsiteY178" fmla="*/ 958555 h 10790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Lst>
                <a:rect l="l" t="t" r="r" b="b"/>
                <a:pathLst>
                  <a:path w="208135" h="1079079">
                    <a:moveTo>
                      <a:pt x="93949" y="958555"/>
                    </a:moveTo>
                    <a:cubicBezTo>
                      <a:pt x="88228" y="959270"/>
                      <a:pt x="86083" y="948543"/>
                      <a:pt x="82030" y="948543"/>
                    </a:cubicBezTo>
                    <a:cubicBezTo>
                      <a:pt x="77978" y="948543"/>
                      <a:pt x="77620" y="929830"/>
                      <a:pt x="80600" y="921129"/>
                    </a:cubicBezTo>
                    <a:cubicBezTo>
                      <a:pt x="83580" y="912428"/>
                      <a:pt x="64032" y="916838"/>
                      <a:pt x="58192" y="913977"/>
                    </a:cubicBezTo>
                    <a:cubicBezTo>
                      <a:pt x="52351" y="911116"/>
                      <a:pt x="60456" y="905276"/>
                      <a:pt x="53901" y="898125"/>
                    </a:cubicBezTo>
                    <a:cubicBezTo>
                      <a:pt x="47345" y="890973"/>
                      <a:pt x="52470" y="880842"/>
                      <a:pt x="53186" y="875836"/>
                    </a:cubicBezTo>
                    <a:cubicBezTo>
                      <a:pt x="53901" y="870829"/>
                      <a:pt x="58192" y="859983"/>
                      <a:pt x="66178" y="859983"/>
                    </a:cubicBezTo>
                    <a:cubicBezTo>
                      <a:pt x="74163" y="859983"/>
                      <a:pt x="68323" y="848064"/>
                      <a:pt x="76190" y="843415"/>
                    </a:cubicBezTo>
                    <a:cubicBezTo>
                      <a:pt x="84056" y="838767"/>
                      <a:pt x="69038" y="829827"/>
                      <a:pt x="75475" y="824702"/>
                    </a:cubicBezTo>
                    <a:cubicBezTo>
                      <a:pt x="81911" y="819577"/>
                      <a:pt x="75475" y="810399"/>
                      <a:pt x="85606" y="808969"/>
                    </a:cubicBezTo>
                    <a:cubicBezTo>
                      <a:pt x="95737" y="807538"/>
                      <a:pt x="85606" y="794546"/>
                      <a:pt x="92758" y="792401"/>
                    </a:cubicBezTo>
                    <a:cubicBezTo>
                      <a:pt x="99909" y="790256"/>
                      <a:pt x="91327" y="782270"/>
                      <a:pt x="93473" y="773688"/>
                    </a:cubicBezTo>
                    <a:cubicBezTo>
                      <a:pt x="95618" y="765106"/>
                      <a:pt x="87751" y="758550"/>
                      <a:pt x="97048" y="754974"/>
                    </a:cubicBezTo>
                    <a:cubicBezTo>
                      <a:pt x="106345" y="751399"/>
                      <a:pt x="100028" y="744128"/>
                      <a:pt x="93473" y="739122"/>
                    </a:cubicBezTo>
                    <a:cubicBezTo>
                      <a:pt x="86917" y="734116"/>
                      <a:pt x="94903" y="734116"/>
                      <a:pt x="102889" y="734116"/>
                    </a:cubicBezTo>
                    <a:cubicBezTo>
                      <a:pt x="110875" y="734116"/>
                      <a:pt x="106465" y="721124"/>
                      <a:pt x="99313" y="723270"/>
                    </a:cubicBezTo>
                    <a:cubicBezTo>
                      <a:pt x="92162" y="725415"/>
                      <a:pt x="85606" y="717548"/>
                      <a:pt x="92042" y="711350"/>
                    </a:cubicBezTo>
                    <a:cubicBezTo>
                      <a:pt x="98479" y="705152"/>
                      <a:pt x="86321" y="700504"/>
                      <a:pt x="88467" y="696213"/>
                    </a:cubicBezTo>
                    <a:cubicBezTo>
                      <a:pt x="91101" y="691958"/>
                      <a:pt x="90183" y="686403"/>
                      <a:pt x="86321" y="683221"/>
                    </a:cubicBezTo>
                    <a:cubicBezTo>
                      <a:pt x="82030" y="680360"/>
                      <a:pt x="84891" y="658786"/>
                      <a:pt x="89897" y="658071"/>
                    </a:cubicBezTo>
                    <a:cubicBezTo>
                      <a:pt x="94903" y="657356"/>
                      <a:pt x="91327" y="637928"/>
                      <a:pt x="91327" y="632206"/>
                    </a:cubicBezTo>
                    <a:cubicBezTo>
                      <a:pt x="91327" y="626485"/>
                      <a:pt x="85606" y="620287"/>
                      <a:pt x="86321" y="615639"/>
                    </a:cubicBezTo>
                    <a:cubicBezTo>
                      <a:pt x="87036" y="610990"/>
                      <a:pt x="92758" y="609202"/>
                      <a:pt x="92758" y="599071"/>
                    </a:cubicBezTo>
                    <a:cubicBezTo>
                      <a:pt x="92758" y="588940"/>
                      <a:pt x="94903" y="584649"/>
                      <a:pt x="99313" y="583934"/>
                    </a:cubicBezTo>
                    <a:cubicBezTo>
                      <a:pt x="103723" y="583219"/>
                      <a:pt x="100028" y="572014"/>
                      <a:pt x="100743" y="565936"/>
                    </a:cubicBezTo>
                    <a:cubicBezTo>
                      <a:pt x="101459" y="559857"/>
                      <a:pt x="112663" y="565936"/>
                      <a:pt x="114331" y="556639"/>
                    </a:cubicBezTo>
                    <a:cubicBezTo>
                      <a:pt x="116000" y="547342"/>
                      <a:pt x="107180" y="548772"/>
                      <a:pt x="108610" y="542931"/>
                    </a:cubicBezTo>
                    <a:cubicBezTo>
                      <a:pt x="109135" y="532395"/>
                      <a:pt x="108896" y="521846"/>
                      <a:pt x="107895" y="511345"/>
                    </a:cubicBezTo>
                    <a:cubicBezTo>
                      <a:pt x="107895" y="495493"/>
                      <a:pt x="120887" y="491917"/>
                      <a:pt x="125893" y="487507"/>
                    </a:cubicBezTo>
                    <a:cubicBezTo>
                      <a:pt x="130899" y="483097"/>
                      <a:pt x="119457" y="460093"/>
                      <a:pt x="125893" y="457232"/>
                    </a:cubicBezTo>
                    <a:cubicBezTo>
                      <a:pt x="132329" y="454371"/>
                      <a:pt x="128038" y="443644"/>
                      <a:pt x="133044" y="439949"/>
                    </a:cubicBezTo>
                    <a:cubicBezTo>
                      <a:pt x="138051" y="436254"/>
                      <a:pt x="136620" y="428030"/>
                      <a:pt x="139600" y="419806"/>
                    </a:cubicBezTo>
                    <a:cubicBezTo>
                      <a:pt x="142580" y="411581"/>
                      <a:pt x="133760" y="406933"/>
                      <a:pt x="133760" y="398947"/>
                    </a:cubicBezTo>
                    <a:cubicBezTo>
                      <a:pt x="134105" y="390305"/>
                      <a:pt x="131304" y="381843"/>
                      <a:pt x="125893" y="375108"/>
                    </a:cubicBezTo>
                    <a:cubicBezTo>
                      <a:pt x="119457" y="366527"/>
                      <a:pt x="121602" y="349244"/>
                      <a:pt x="125893" y="349244"/>
                    </a:cubicBezTo>
                    <a:cubicBezTo>
                      <a:pt x="130184" y="349244"/>
                      <a:pt x="128038" y="332676"/>
                      <a:pt x="135905" y="330531"/>
                    </a:cubicBezTo>
                    <a:cubicBezTo>
                      <a:pt x="143772" y="328385"/>
                      <a:pt x="139600" y="316108"/>
                      <a:pt x="135905" y="306096"/>
                    </a:cubicBezTo>
                    <a:cubicBezTo>
                      <a:pt x="132210" y="296084"/>
                      <a:pt x="142461" y="300971"/>
                      <a:pt x="142461" y="293104"/>
                    </a:cubicBezTo>
                    <a:cubicBezTo>
                      <a:pt x="142222" y="284570"/>
                      <a:pt x="146239" y="276489"/>
                      <a:pt x="153188" y="271530"/>
                    </a:cubicBezTo>
                    <a:cubicBezTo>
                      <a:pt x="159744" y="268670"/>
                      <a:pt x="160459" y="256393"/>
                      <a:pt x="160459" y="251387"/>
                    </a:cubicBezTo>
                    <a:cubicBezTo>
                      <a:pt x="160459" y="246381"/>
                      <a:pt x="169756" y="244116"/>
                      <a:pt x="174762" y="239467"/>
                    </a:cubicBezTo>
                    <a:cubicBezTo>
                      <a:pt x="179768" y="234819"/>
                      <a:pt x="166180" y="227548"/>
                      <a:pt x="174047" y="223734"/>
                    </a:cubicBezTo>
                    <a:cubicBezTo>
                      <a:pt x="181913" y="219920"/>
                      <a:pt x="167610" y="201326"/>
                      <a:pt x="171901" y="197750"/>
                    </a:cubicBezTo>
                    <a:cubicBezTo>
                      <a:pt x="176192" y="194174"/>
                      <a:pt x="172616" y="185831"/>
                      <a:pt x="173332" y="180467"/>
                    </a:cubicBezTo>
                    <a:cubicBezTo>
                      <a:pt x="174047" y="175104"/>
                      <a:pt x="197766" y="164019"/>
                      <a:pt x="200746" y="158894"/>
                    </a:cubicBezTo>
                    <a:cubicBezTo>
                      <a:pt x="203714" y="149835"/>
                      <a:pt x="205359" y="140407"/>
                      <a:pt x="205633" y="130883"/>
                    </a:cubicBezTo>
                    <a:cubicBezTo>
                      <a:pt x="198124" y="135770"/>
                      <a:pt x="191687" y="138273"/>
                      <a:pt x="190495" y="135532"/>
                    </a:cubicBezTo>
                    <a:cubicBezTo>
                      <a:pt x="188469" y="130526"/>
                      <a:pt x="191210" y="115627"/>
                      <a:pt x="184893" y="109310"/>
                    </a:cubicBezTo>
                    <a:cubicBezTo>
                      <a:pt x="178576" y="102992"/>
                      <a:pt x="182748" y="90119"/>
                      <a:pt x="176430" y="87378"/>
                    </a:cubicBezTo>
                    <a:cubicBezTo>
                      <a:pt x="170113" y="84637"/>
                      <a:pt x="162247" y="71764"/>
                      <a:pt x="167849" y="67473"/>
                    </a:cubicBezTo>
                    <a:cubicBezTo>
                      <a:pt x="173451" y="63182"/>
                      <a:pt x="167849" y="54719"/>
                      <a:pt x="172855" y="50548"/>
                    </a:cubicBezTo>
                    <a:cubicBezTo>
                      <a:pt x="177861" y="46376"/>
                      <a:pt x="169994" y="45542"/>
                      <a:pt x="162962" y="37079"/>
                    </a:cubicBezTo>
                    <a:cubicBezTo>
                      <a:pt x="155929" y="28616"/>
                      <a:pt x="165703" y="17889"/>
                      <a:pt x="157241" y="11572"/>
                    </a:cubicBezTo>
                    <a:cubicBezTo>
                      <a:pt x="148778" y="5255"/>
                      <a:pt x="148778" y="-2612"/>
                      <a:pt x="146632" y="844"/>
                    </a:cubicBezTo>
                    <a:cubicBezTo>
                      <a:pt x="144487" y="4301"/>
                      <a:pt x="143772" y="16459"/>
                      <a:pt x="136739" y="20035"/>
                    </a:cubicBezTo>
                    <a:cubicBezTo>
                      <a:pt x="134868" y="21131"/>
                      <a:pt x="133116" y="22418"/>
                      <a:pt x="131495" y="23848"/>
                    </a:cubicBezTo>
                    <a:cubicBezTo>
                      <a:pt x="130363" y="31000"/>
                      <a:pt x="130363" y="38271"/>
                      <a:pt x="131495" y="45422"/>
                    </a:cubicBezTo>
                    <a:cubicBezTo>
                      <a:pt x="135333" y="65745"/>
                      <a:pt x="135857" y="86556"/>
                      <a:pt x="133044" y="107045"/>
                    </a:cubicBezTo>
                    <a:cubicBezTo>
                      <a:pt x="130637" y="119155"/>
                      <a:pt x="127454" y="131098"/>
                      <a:pt x="123509" y="142803"/>
                    </a:cubicBezTo>
                    <a:cubicBezTo>
                      <a:pt x="120291" y="151861"/>
                      <a:pt x="131018" y="152338"/>
                      <a:pt x="126727" y="156629"/>
                    </a:cubicBezTo>
                    <a:cubicBezTo>
                      <a:pt x="122436" y="160920"/>
                      <a:pt x="124105" y="171528"/>
                      <a:pt x="124105" y="188453"/>
                    </a:cubicBezTo>
                    <a:cubicBezTo>
                      <a:pt x="124105" y="205379"/>
                      <a:pt x="113974" y="234223"/>
                      <a:pt x="113378" y="243282"/>
                    </a:cubicBezTo>
                    <a:cubicBezTo>
                      <a:pt x="112782" y="252340"/>
                      <a:pt x="105988" y="258181"/>
                      <a:pt x="107061" y="268193"/>
                    </a:cubicBezTo>
                    <a:cubicBezTo>
                      <a:pt x="107621" y="276536"/>
                      <a:pt x="103544" y="284510"/>
                      <a:pt x="96452" y="288933"/>
                    </a:cubicBezTo>
                    <a:cubicBezTo>
                      <a:pt x="90612" y="293700"/>
                      <a:pt x="105988" y="309195"/>
                      <a:pt x="105511" y="317658"/>
                    </a:cubicBezTo>
                    <a:cubicBezTo>
                      <a:pt x="105034" y="326121"/>
                      <a:pt x="93592" y="329577"/>
                      <a:pt x="96452" y="343642"/>
                    </a:cubicBezTo>
                    <a:cubicBezTo>
                      <a:pt x="98169" y="361163"/>
                      <a:pt x="98169" y="378803"/>
                      <a:pt x="96452" y="396325"/>
                    </a:cubicBezTo>
                    <a:cubicBezTo>
                      <a:pt x="96452" y="402165"/>
                      <a:pt x="89539" y="401569"/>
                      <a:pt x="91089" y="412773"/>
                    </a:cubicBezTo>
                    <a:cubicBezTo>
                      <a:pt x="92638" y="423977"/>
                      <a:pt x="84176" y="426600"/>
                      <a:pt x="82626" y="442571"/>
                    </a:cubicBezTo>
                    <a:cubicBezTo>
                      <a:pt x="78395" y="460224"/>
                      <a:pt x="72149" y="477340"/>
                      <a:pt x="64032" y="493586"/>
                    </a:cubicBezTo>
                    <a:cubicBezTo>
                      <a:pt x="59264" y="505505"/>
                      <a:pt x="59264" y="512656"/>
                      <a:pt x="52828" y="512656"/>
                    </a:cubicBezTo>
                    <a:cubicBezTo>
                      <a:pt x="46392" y="512656"/>
                      <a:pt x="44842" y="519569"/>
                      <a:pt x="49610" y="530178"/>
                    </a:cubicBezTo>
                    <a:cubicBezTo>
                      <a:pt x="54378" y="540786"/>
                      <a:pt x="46511" y="549844"/>
                      <a:pt x="52828" y="560572"/>
                    </a:cubicBezTo>
                    <a:cubicBezTo>
                      <a:pt x="59145" y="571299"/>
                      <a:pt x="57119" y="574875"/>
                      <a:pt x="53901" y="585006"/>
                    </a:cubicBezTo>
                    <a:cubicBezTo>
                      <a:pt x="50682" y="595138"/>
                      <a:pt x="46511" y="595614"/>
                      <a:pt x="46511" y="605150"/>
                    </a:cubicBezTo>
                    <a:cubicBezTo>
                      <a:pt x="46511" y="614685"/>
                      <a:pt x="39002" y="622671"/>
                      <a:pt x="43293" y="633279"/>
                    </a:cubicBezTo>
                    <a:cubicBezTo>
                      <a:pt x="47584" y="643887"/>
                      <a:pt x="46511" y="647701"/>
                      <a:pt x="41147" y="647701"/>
                    </a:cubicBezTo>
                    <a:cubicBezTo>
                      <a:pt x="35783" y="647701"/>
                      <a:pt x="33161" y="656164"/>
                      <a:pt x="31016" y="673685"/>
                    </a:cubicBezTo>
                    <a:cubicBezTo>
                      <a:pt x="28870" y="691207"/>
                      <a:pt x="29466" y="690730"/>
                      <a:pt x="42220" y="689657"/>
                    </a:cubicBezTo>
                    <a:cubicBezTo>
                      <a:pt x="54973" y="688585"/>
                      <a:pt x="44842" y="646629"/>
                      <a:pt x="52828" y="646629"/>
                    </a:cubicBezTo>
                    <a:cubicBezTo>
                      <a:pt x="60814" y="646629"/>
                      <a:pt x="53901" y="639716"/>
                      <a:pt x="61887" y="637570"/>
                    </a:cubicBezTo>
                    <a:cubicBezTo>
                      <a:pt x="69872" y="635424"/>
                      <a:pt x="62959" y="644960"/>
                      <a:pt x="68204" y="646629"/>
                    </a:cubicBezTo>
                    <a:cubicBezTo>
                      <a:pt x="73448" y="648297"/>
                      <a:pt x="77263" y="652469"/>
                      <a:pt x="69872" y="657237"/>
                    </a:cubicBezTo>
                    <a:cubicBezTo>
                      <a:pt x="62483" y="662005"/>
                      <a:pt x="71422" y="671540"/>
                      <a:pt x="67727" y="677380"/>
                    </a:cubicBezTo>
                    <a:cubicBezTo>
                      <a:pt x="64032" y="683221"/>
                      <a:pt x="58669" y="689300"/>
                      <a:pt x="61887" y="696570"/>
                    </a:cubicBezTo>
                    <a:cubicBezTo>
                      <a:pt x="65105" y="703841"/>
                      <a:pt x="58192" y="702887"/>
                      <a:pt x="57596" y="711946"/>
                    </a:cubicBezTo>
                    <a:cubicBezTo>
                      <a:pt x="57000" y="721005"/>
                      <a:pt x="62363" y="721481"/>
                      <a:pt x="58669" y="723865"/>
                    </a:cubicBezTo>
                    <a:cubicBezTo>
                      <a:pt x="54973" y="726249"/>
                      <a:pt x="63436" y="732924"/>
                      <a:pt x="58669" y="733997"/>
                    </a:cubicBezTo>
                    <a:cubicBezTo>
                      <a:pt x="53901" y="735069"/>
                      <a:pt x="56523" y="741982"/>
                      <a:pt x="59741" y="748300"/>
                    </a:cubicBezTo>
                    <a:cubicBezTo>
                      <a:pt x="62959" y="754617"/>
                      <a:pt x="52828" y="751041"/>
                      <a:pt x="47822" y="755213"/>
                    </a:cubicBezTo>
                    <a:cubicBezTo>
                      <a:pt x="42816" y="759385"/>
                      <a:pt x="53186" y="765344"/>
                      <a:pt x="49967" y="771185"/>
                    </a:cubicBezTo>
                    <a:cubicBezTo>
                      <a:pt x="46749" y="777025"/>
                      <a:pt x="38048" y="767967"/>
                      <a:pt x="34592" y="764868"/>
                    </a:cubicBezTo>
                    <a:cubicBezTo>
                      <a:pt x="31135" y="761768"/>
                      <a:pt x="40432" y="755213"/>
                      <a:pt x="45200" y="748896"/>
                    </a:cubicBezTo>
                    <a:cubicBezTo>
                      <a:pt x="49967" y="742579"/>
                      <a:pt x="40432" y="728156"/>
                      <a:pt x="32446" y="731375"/>
                    </a:cubicBezTo>
                    <a:cubicBezTo>
                      <a:pt x="24460" y="734593"/>
                      <a:pt x="40432" y="743294"/>
                      <a:pt x="40432" y="750445"/>
                    </a:cubicBezTo>
                    <a:cubicBezTo>
                      <a:pt x="40432" y="757597"/>
                      <a:pt x="27082" y="748896"/>
                      <a:pt x="27678" y="756286"/>
                    </a:cubicBezTo>
                    <a:cubicBezTo>
                      <a:pt x="28274" y="763676"/>
                      <a:pt x="18620" y="761053"/>
                      <a:pt x="13852" y="766417"/>
                    </a:cubicBezTo>
                    <a:cubicBezTo>
                      <a:pt x="9084" y="771781"/>
                      <a:pt x="20169" y="776548"/>
                      <a:pt x="14925" y="778336"/>
                    </a:cubicBezTo>
                    <a:cubicBezTo>
                      <a:pt x="9680" y="780124"/>
                      <a:pt x="503" y="787395"/>
                      <a:pt x="26" y="792639"/>
                    </a:cubicBezTo>
                    <a:cubicBezTo>
                      <a:pt x="-451" y="797884"/>
                      <a:pt x="5866" y="799076"/>
                      <a:pt x="5866" y="793712"/>
                    </a:cubicBezTo>
                    <a:cubicBezTo>
                      <a:pt x="5866" y="788348"/>
                      <a:pt x="14329" y="786799"/>
                      <a:pt x="16951" y="793712"/>
                    </a:cubicBezTo>
                    <a:cubicBezTo>
                      <a:pt x="19573" y="800625"/>
                      <a:pt x="23387" y="793712"/>
                      <a:pt x="30777" y="795381"/>
                    </a:cubicBezTo>
                    <a:cubicBezTo>
                      <a:pt x="38167" y="797049"/>
                      <a:pt x="37214" y="808134"/>
                      <a:pt x="32923" y="807300"/>
                    </a:cubicBezTo>
                    <a:cubicBezTo>
                      <a:pt x="28632" y="806466"/>
                      <a:pt x="24460" y="814213"/>
                      <a:pt x="25533" y="822199"/>
                    </a:cubicBezTo>
                    <a:cubicBezTo>
                      <a:pt x="26606" y="830185"/>
                      <a:pt x="41505" y="822199"/>
                      <a:pt x="47822" y="824344"/>
                    </a:cubicBezTo>
                    <a:cubicBezTo>
                      <a:pt x="54139" y="826490"/>
                      <a:pt x="52113" y="837575"/>
                      <a:pt x="47822" y="833880"/>
                    </a:cubicBezTo>
                    <a:cubicBezTo>
                      <a:pt x="43531" y="830185"/>
                      <a:pt x="35903" y="823749"/>
                      <a:pt x="31850" y="830185"/>
                    </a:cubicBezTo>
                    <a:cubicBezTo>
                      <a:pt x="27798" y="836621"/>
                      <a:pt x="22315" y="833403"/>
                      <a:pt x="17428" y="831258"/>
                    </a:cubicBezTo>
                    <a:cubicBezTo>
                      <a:pt x="12541" y="829112"/>
                      <a:pt x="-4265" y="840316"/>
                      <a:pt x="1575" y="844488"/>
                    </a:cubicBezTo>
                    <a:cubicBezTo>
                      <a:pt x="7416" y="848660"/>
                      <a:pt x="6820" y="855692"/>
                      <a:pt x="10515" y="855215"/>
                    </a:cubicBezTo>
                    <a:cubicBezTo>
                      <a:pt x="15390" y="854548"/>
                      <a:pt x="19728" y="851807"/>
                      <a:pt x="22434" y="847706"/>
                    </a:cubicBezTo>
                    <a:cubicBezTo>
                      <a:pt x="24460" y="843415"/>
                      <a:pt x="31969" y="839243"/>
                      <a:pt x="32446" y="848779"/>
                    </a:cubicBezTo>
                    <a:cubicBezTo>
                      <a:pt x="32923" y="858314"/>
                      <a:pt x="22434" y="853547"/>
                      <a:pt x="20527" y="858910"/>
                    </a:cubicBezTo>
                    <a:cubicBezTo>
                      <a:pt x="17654" y="864751"/>
                      <a:pt x="13244" y="869697"/>
                      <a:pt x="7773" y="873213"/>
                    </a:cubicBezTo>
                    <a:cubicBezTo>
                      <a:pt x="5091" y="874882"/>
                      <a:pt x="4257" y="878410"/>
                      <a:pt x="5926" y="881092"/>
                    </a:cubicBezTo>
                    <a:cubicBezTo>
                      <a:pt x="7416" y="883488"/>
                      <a:pt x="10419" y="884441"/>
                      <a:pt x="13018" y="883345"/>
                    </a:cubicBezTo>
                    <a:cubicBezTo>
                      <a:pt x="18381" y="880723"/>
                      <a:pt x="11468" y="889662"/>
                      <a:pt x="18858" y="890735"/>
                    </a:cubicBezTo>
                    <a:cubicBezTo>
                      <a:pt x="26248" y="891807"/>
                      <a:pt x="27917" y="886563"/>
                      <a:pt x="26367" y="881199"/>
                    </a:cubicBezTo>
                    <a:cubicBezTo>
                      <a:pt x="24818" y="875836"/>
                      <a:pt x="30062" y="864155"/>
                      <a:pt x="36379" y="869995"/>
                    </a:cubicBezTo>
                    <a:cubicBezTo>
                      <a:pt x="42697" y="875836"/>
                      <a:pt x="33280" y="881915"/>
                      <a:pt x="33280" y="887040"/>
                    </a:cubicBezTo>
                    <a:cubicBezTo>
                      <a:pt x="33280" y="892165"/>
                      <a:pt x="29466" y="898959"/>
                      <a:pt x="29466" y="905157"/>
                    </a:cubicBezTo>
                    <a:cubicBezTo>
                      <a:pt x="29466" y="911355"/>
                      <a:pt x="22672" y="907779"/>
                      <a:pt x="23149" y="914216"/>
                    </a:cubicBezTo>
                    <a:cubicBezTo>
                      <a:pt x="23626" y="920652"/>
                      <a:pt x="8250" y="916242"/>
                      <a:pt x="15163" y="920533"/>
                    </a:cubicBezTo>
                    <a:cubicBezTo>
                      <a:pt x="22076" y="924824"/>
                      <a:pt x="10872" y="930664"/>
                      <a:pt x="15163" y="934836"/>
                    </a:cubicBezTo>
                    <a:cubicBezTo>
                      <a:pt x="19454" y="939007"/>
                      <a:pt x="22076" y="928995"/>
                      <a:pt x="27917" y="931141"/>
                    </a:cubicBezTo>
                    <a:cubicBezTo>
                      <a:pt x="33757" y="933286"/>
                      <a:pt x="32684" y="934836"/>
                      <a:pt x="39836" y="931737"/>
                    </a:cubicBezTo>
                    <a:cubicBezTo>
                      <a:pt x="46988" y="928638"/>
                      <a:pt x="51755" y="937577"/>
                      <a:pt x="44604" y="939723"/>
                    </a:cubicBezTo>
                    <a:cubicBezTo>
                      <a:pt x="37452" y="941868"/>
                      <a:pt x="30301" y="949735"/>
                      <a:pt x="33519" y="950808"/>
                    </a:cubicBezTo>
                    <a:cubicBezTo>
                      <a:pt x="36737" y="951880"/>
                      <a:pt x="45438" y="945563"/>
                      <a:pt x="47822" y="952357"/>
                    </a:cubicBezTo>
                    <a:cubicBezTo>
                      <a:pt x="50206" y="959151"/>
                      <a:pt x="55212" y="957244"/>
                      <a:pt x="55808" y="949735"/>
                    </a:cubicBezTo>
                    <a:cubicBezTo>
                      <a:pt x="56404" y="942226"/>
                      <a:pt x="69038" y="948662"/>
                      <a:pt x="71184" y="955098"/>
                    </a:cubicBezTo>
                    <a:cubicBezTo>
                      <a:pt x="73329" y="961535"/>
                      <a:pt x="57953" y="965111"/>
                      <a:pt x="49967" y="963561"/>
                    </a:cubicBezTo>
                    <a:cubicBezTo>
                      <a:pt x="41981" y="962012"/>
                      <a:pt x="38048" y="971070"/>
                      <a:pt x="43054" y="977984"/>
                    </a:cubicBezTo>
                    <a:cubicBezTo>
                      <a:pt x="48060" y="984897"/>
                      <a:pt x="54973" y="977984"/>
                      <a:pt x="60575" y="972024"/>
                    </a:cubicBezTo>
                    <a:cubicBezTo>
                      <a:pt x="66178" y="966064"/>
                      <a:pt x="95141" y="967852"/>
                      <a:pt x="97287" y="974169"/>
                    </a:cubicBezTo>
                    <a:cubicBezTo>
                      <a:pt x="99432" y="980487"/>
                      <a:pt x="83937" y="975242"/>
                      <a:pt x="82388" y="978937"/>
                    </a:cubicBezTo>
                    <a:cubicBezTo>
                      <a:pt x="80838" y="982632"/>
                      <a:pt x="69038" y="985850"/>
                      <a:pt x="67489" y="981679"/>
                    </a:cubicBezTo>
                    <a:cubicBezTo>
                      <a:pt x="65939" y="977507"/>
                      <a:pt x="54735" y="983228"/>
                      <a:pt x="54258" y="990141"/>
                    </a:cubicBezTo>
                    <a:cubicBezTo>
                      <a:pt x="53782" y="997054"/>
                      <a:pt x="45200" y="997054"/>
                      <a:pt x="54258" y="999676"/>
                    </a:cubicBezTo>
                    <a:cubicBezTo>
                      <a:pt x="63317" y="1002299"/>
                      <a:pt x="61171" y="989664"/>
                      <a:pt x="76071" y="990737"/>
                    </a:cubicBezTo>
                    <a:cubicBezTo>
                      <a:pt x="90970" y="991810"/>
                      <a:pt x="98955" y="976911"/>
                      <a:pt x="103127" y="985373"/>
                    </a:cubicBezTo>
                    <a:cubicBezTo>
                      <a:pt x="107299" y="993836"/>
                      <a:pt x="91208" y="1000749"/>
                      <a:pt x="85129" y="995505"/>
                    </a:cubicBezTo>
                    <a:cubicBezTo>
                      <a:pt x="79050" y="990260"/>
                      <a:pt x="72376" y="999200"/>
                      <a:pt x="73210" y="1007424"/>
                    </a:cubicBezTo>
                    <a:cubicBezTo>
                      <a:pt x="74044" y="1015648"/>
                      <a:pt x="56165" y="1005278"/>
                      <a:pt x="47703" y="1004206"/>
                    </a:cubicBezTo>
                    <a:cubicBezTo>
                      <a:pt x="39240" y="1003133"/>
                      <a:pt x="42935" y="1012192"/>
                      <a:pt x="50325" y="1020177"/>
                    </a:cubicBezTo>
                    <a:cubicBezTo>
                      <a:pt x="57715" y="1028163"/>
                      <a:pt x="62244" y="1019105"/>
                      <a:pt x="71064" y="1024945"/>
                    </a:cubicBezTo>
                    <a:cubicBezTo>
                      <a:pt x="79885" y="1030786"/>
                      <a:pt x="80123" y="1036865"/>
                      <a:pt x="86559" y="1031263"/>
                    </a:cubicBezTo>
                    <a:cubicBezTo>
                      <a:pt x="92996" y="1025661"/>
                      <a:pt x="86559" y="1026018"/>
                      <a:pt x="82269" y="1023396"/>
                    </a:cubicBezTo>
                    <a:cubicBezTo>
                      <a:pt x="77978" y="1020774"/>
                      <a:pt x="81673" y="1011477"/>
                      <a:pt x="91804" y="1016482"/>
                    </a:cubicBezTo>
                    <a:cubicBezTo>
                      <a:pt x="98812" y="1019498"/>
                      <a:pt x="106953" y="1016268"/>
                      <a:pt x="109969" y="1009248"/>
                    </a:cubicBezTo>
                    <a:cubicBezTo>
                      <a:pt x="111316" y="1006148"/>
                      <a:pt x="111459" y="1002656"/>
                      <a:pt x="110398" y="999438"/>
                    </a:cubicBezTo>
                    <a:cubicBezTo>
                      <a:pt x="107180" y="986684"/>
                      <a:pt x="119457" y="980844"/>
                      <a:pt x="131733" y="976553"/>
                    </a:cubicBezTo>
                    <a:cubicBezTo>
                      <a:pt x="144010" y="972262"/>
                      <a:pt x="137574" y="984539"/>
                      <a:pt x="128515" y="988473"/>
                    </a:cubicBezTo>
                    <a:cubicBezTo>
                      <a:pt x="119457" y="992406"/>
                      <a:pt x="117907" y="994909"/>
                      <a:pt x="124820" y="1002299"/>
                    </a:cubicBezTo>
                    <a:cubicBezTo>
                      <a:pt x="131733" y="1009689"/>
                      <a:pt x="140673" y="997531"/>
                      <a:pt x="146513" y="1003372"/>
                    </a:cubicBezTo>
                    <a:cubicBezTo>
                      <a:pt x="152354" y="1009212"/>
                      <a:pt x="135905" y="1008139"/>
                      <a:pt x="133283" y="1013980"/>
                    </a:cubicBezTo>
                    <a:cubicBezTo>
                      <a:pt x="130661" y="1019820"/>
                      <a:pt x="143414" y="1026733"/>
                      <a:pt x="134356" y="1031024"/>
                    </a:cubicBezTo>
                    <a:cubicBezTo>
                      <a:pt x="125297" y="1035315"/>
                      <a:pt x="129588" y="1013503"/>
                      <a:pt x="124224" y="1011357"/>
                    </a:cubicBezTo>
                    <a:cubicBezTo>
                      <a:pt x="118861" y="1009212"/>
                      <a:pt x="114093" y="1013980"/>
                      <a:pt x="119457" y="1026256"/>
                    </a:cubicBezTo>
                    <a:cubicBezTo>
                      <a:pt x="124820" y="1038533"/>
                      <a:pt x="113020" y="1027806"/>
                      <a:pt x="107537" y="1021966"/>
                    </a:cubicBezTo>
                    <a:cubicBezTo>
                      <a:pt x="102055" y="1016125"/>
                      <a:pt x="94784" y="1024707"/>
                      <a:pt x="101101" y="1031024"/>
                    </a:cubicBezTo>
                    <a:cubicBezTo>
                      <a:pt x="107418" y="1037341"/>
                      <a:pt x="89182" y="1031024"/>
                      <a:pt x="89182" y="1040560"/>
                    </a:cubicBezTo>
                    <a:cubicBezTo>
                      <a:pt x="89182" y="1050095"/>
                      <a:pt x="97168" y="1042228"/>
                      <a:pt x="106703" y="1044255"/>
                    </a:cubicBezTo>
                    <a:cubicBezTo>
                      <a:pt x="116238" y="1046281"/>
                      <a:pt x="112067" y="1060226"/>
                      <a:pt x="118622" y="1065590"/>
                    </a:cubicBezTo>
                    <a:cubicBezTo>
                      <a:pt x="125178" y="1070954"/>
                      <a:pt x="119576" y="1048545"/>
                      <a:pt x="127085" y="1046996"/>
                    </a:cubicBezTo>
                    <a:cubicBezTo>
                      <a:pt x="134594" y="1045446"/>
                      <a:pt x="127085" y="1063921"/>
                      <a:pt x="144129" y="1069285"/>
                    </a:cubicBezTo>
                    <a:cubicBezTo>
                      <a:pt x="161174" y="1074648"/>
                      <a:pt x="145083" y="1066067"/>
                      <a:pt x="152592" y="1060822"/>
                    </a:cubicBezTo>
                    <a:cubicBezTo>
                      <a:pt x="160101" y="1055578"/>
                      <a:pt x="169637" y="1076675"/>
                      <a:pt x="177503" y="1078820"/>
                    </a:cubicBezTo>
                    <a:cubicBezTo>
                      <a:pt x="185370" y="1080966"/>
                      <a:pt x="180245" y="1069285"/>
                      <a:pt x="174404" y="1062849"/>
                    </a:cubicBezTo>
                    <a:cubicBezTo>
                      <a:pt x="168564" y="1056412"/>
                      <a:pt x="180245" y="1060226"/>
                      <a:pt x="188231" y="1062849"/>
                    </a:cubicBezTo>
                    <a:cubicBezTo>
                      <a:pt x="196216" y="1065471"/>
                      <a:pt x="202534" y="1066663"/>
                      <a:pt x="204083" y="1060822"/>
                    </a:cubicBezTo>
                    <a:cubicBezTo>
                      <a:pt x="204083" y="1058557"/>
                      <a:pt x="206229" y="1058677"/>
                      <a:pt x="208136" y="1059273"/>
                    </a:cubicBezTo>
                    <a:cubicBezTo>
                      <a:pt x="199792" y="1053790"/>
                      <a:pt x="171544" y="1057723"/>
                      <a:pt x="167730" y="1057127"/>
                    </a:cubicBezTo>
                    <a:cubicBezTo>
                      <a:pt x="163915" y="1056531"/>
                      <a:pt x="166895" y="992763"/>
                      <a:pt x="167730" y="978222"/>
                    </a:cubicBezTo>
                    <a:lnTo>
                      <a:pt x="165942" y="978222"/>
                    </a:lnTo>
                    <a:cubicBezTo>
                      <a:pt x="159029" y="978222"/>
                      <a:pt x="143653" y="979771"/>
                      <a:pt x="146275" y="969163"/>
                    </a:cubicBezTo>
                    <a:cubicBezTo>
                      <a:pt x="146632" y="967590"/>
                      <a:pt x="147681" y="966279"/>
                      <a:pt x="149136" y="965587"/>
                    </a:cubicBezTo>
                    <a:cubicBezTo>
                      <a:pt x="145405" y="962190"/>
                      <a:pt x="140971" y="959664"/>
                      <a:pt x="136144" y="958198"/>
                    </a:cubicBezTo>
                    <a:cubicBezTo>
                      <a:pt x="122126" y="956493"/>
                      <a:pt x="107943" y="956612"/>
                      <a:pt x="93949" y="958555"/>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26" name="Freeform: Shape 125">
                <a:extLst>
                  <a:ext uri="{FF2B5EF4-FFF2-40B4-BE49-F238E27FC236}">
                    <a16:creationId xmlns:a16="http://schemas.microsoft.com/office/drawing/2014/main" id="{53A79D5E-E179-42C6-AD67-80F50AB032E7}"/>
                  </a:ext>
                </a:extLst>
              </p:cNvPr>
              <p:cNvSpPr/>
              <p:nvPr/>
            </p:nvSpPr>
            <p:spPr>
              <a:xfrm>
                <a:off x="2745961" y="9091495"/>
                <a:ext cx="206729" cy="210746"/>
              </a:xfrm>
              <a:custGeom>
                <a:avLst/>
                <a:gdLst>
                  <a:gd name="connsiteX0" fmla="*/ 203700 w 206729"/>
                  <a:gd name="connsiteY0" fmla="*/ 115150 h 210746"/>
                  <a:gd name="connsiteX1" fmla="*/ 183556 w 206729"/>
                  <a:gd name="connsiteY1" fmla="*/ 119441 h 210746"/>
                  <a:gd name="connsiteX2" fmla="*/ 171637 w 206729"/>
                  <a:gd name="connsiteY2" fmla="*/ 92861 h 210746"/>
                  <a:gd name="connsiteX3" fmla="*/ 155189 w 206729"/>
                  <a:gd name="connsiteY3" fmla="*/ 72718 h 210746"/>
                  <a:gd name="connsiteX4" fmla="*/ 134330 w 206729"/>
                  <a:gd name="connsiteY4" fmla="*/ 70572 h 210746"/>
                  <a:gd name="connsiteX5" fmla="*/ 122411 w 206729"/>
                  <a:gd name="connsiteY5" fmla="*/ 51144 h 210746"/>
                  <a:gd name="connsiteX6" fmla="*/ 118120 w 206729"/>
                  <a:gd name="connsiteY6" fmla="*/ 21703 h 210746"/>
                  <a:gd name="connsiteX7" fmla="*/ 117047 w 206729"/>
                  <a:gd name="connsiteY7" fmla="*/ 8830 h 210746"/>
                  <a:gd name="connsiteX8" fmla="*/ 112994 w 206729"/>
                  <a:gd name="connsiteY8" fmla="*/ 10261 h 210746"/>
                  <a:gd name="connsiteX9" fmla="*/ 90348 w 206729"/>
                  <a:gd name="connsiteY9" fmla="*/ 368 h 210746"/>
                  <a:gd name="connsiteX10" fmla="*/ 62695 w 206729"/>
                  <a:gd name="connsiteY10" fmla="*/ 3228 h 210746"/>
                  <a:gd name="connsiteX11" fmla="*/ 33612 w 206729"/>
                  <a:gd name="connsiteY11" fmla="*/ 8234 h 210746"/>
                  <a:gd name="connsiteX12" fmla="*/ 15257 w 206729"/>
                  <a:gd name="connsiteY12" fmla="*/ 30881 h 210746"/>
                  <a:gd name="connsiteX13" fmla="*/ 8105 w 206729"/>
                  <a:gd name="connsiteY13" fmla="*/ 67711 h 210746"/>
                  <a:gd name="connsiteX14" fmla="*/ 0 w 206729"/>
                  <a:gd name="connsiteY14" fmla="*/ 67711 h 210746"/>
                  <a:gd name="connsiteX15" fmla="*/ 33255 w 206729"/>
                  <a:gd name="connsiteY15" fmla="*/ 101800 h 210746"/>
                  <a:gd name="connsiteX16" fmla="*/ 59835 w 206729"/>
                  <a:gd name="connsiteY16" fmla="*/ 118368 h 210746"/>
                  <a:gd name="connsiteX17" fmla="*/ 86415 w 206729"/>
                  <a:gd name="connsiteY17" fmla="*/ 131956 h 210746"/>
                  <a:gd name="connsiteX18" fmla="*/ 131112 w 206729"/>
                  <a:gd name="connsiteY18" fmla="*/ 154245 h 210746"/>
                  <a:gd name="connsiteX19" fmla="*/ 112398 w 206729"/>
                  <a:gd name="connsiteY19" fmla="*/ 186665 h 210746"/>
                  <a:gd name="connsiteX20" fmla="*/ 104412 w 206729"/>
                  <a:gd name="connsiteY20" fmla="*/ 202518 h 210746"/>
                  <a:gd name="connsiteX21" fmla="*/ 126702 w 206729"/>
                  <a:gd name="connsiteY21" fmla="*/ 207524 h 210746"/>
                  <a:gd name="connsiteX22" fmla="*/ 149706 w 206729"/>
                  <a:gd name="connsiteY22" fmla="*/ 209669 h 210746"/>
                  <a:gd name="connsiteX23" fmla="*/ 170564 w 206729"/>
                  <a:gd name="connsiteY23" fmla="*/ 205379 h 210746"/>
                  <a:gd name="connsiteX24" fmla="*/ 189278 w 206729"/>
                  <a:gd name="connsiteY24" fmla="*/ 195962 h 210746"/>
                  <a:gd name="connsiteX25" fmla="*/ 201197 w 206729"/>
                  <a:gd name="connsiteY25" fmla="*/ 160800 h 210746"/>
                  <a:gd name="connsiteX26" fmla="*/ 203700 w 206729"/>
                  <a:gd name="connsiteY26" fmla="*/ 115150 h 21074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Lst>
                <a:rect l="l" t="t" r="r" b="b"/>
                <a:pathLst>
                  <a:path w="206729" h="210746">
                    <a:moveTo>
                      <a:pt x="203700" y="115150"/>
                    </a:moveTo>
                    <a:cubicBezTo>
                      <a:pt x="195118" y="110859"/>
                      <a:pt x="186417" y="119441"/>
                      <a:pt x="183556" y="119441"/>
                    </a:cubicBezTo>
                    <a:cubicBezTo>
                      <a:pt x="180696" y="119441"/>
                      <a:pt x="174259" y="100847"/>
                      <a:pt x="171637" y="92861"/>
                    </a:cubicBezTo>
                    <a:cubicBezTo>
                      <a:pt x="169015" y="84875"/>
                      <a:pt x="160910" y="69023"/>
                      <a:pt x="155189" y="72718"/>
                    </a:cubicBezTo>
                    <a:cubicBezTo>
                      <a:pt x="149467" y="76412"/>
                      <a:pt x="150898" y="71287"/>
                      <a:pt x="134330" y="70572"/>
                    </a:cubicBezTo>
                    <a:cubicBezTo>
                      <a:pt x="117762" y="69857"/>
                      <a:pt x="118477" y="66996"/>
                      <a:pt x="122411" y="51144"/>
                    </a:cubicBezTo>
                    <a:cubicBezTo>
                      <a:pt x="126344" y="35291"/>
                      <a:pt x="111683" y="25279"/>
                      <a:pt x="118120" y="21703"/>
                    </a:cubicBezTo>
                    <a:cubicBezTo>
                      <a:pt x="124556" y="18127"/>
                      <a:pt x="122530" y="15863"/>
                      <a:pt x="117047" y="8830"/>
                    </a:cubicBezTo>
                    <a:cubicBezTo>
                      <a:pt x="115879" y="9712"/>
                      <a:pt x="114460" y="10213"/>
                      <a:pt x="112994" y="10261"/>
                    </a:cubicBezTo>
                    <a:cubicBezTo>
                      <a:pt x="107392" y="10261"/>
                      <a:pt x="100241" y="368"/>
                      <a:pt x="90348" y="368"/>
                    </a:cubicBezTo>
                    <a:cubicBezTo>
                      <a:pt x="81027" y="-610"/>
                      <a:pt x="71611" y="368"/>
                      <a:pt x="62695" y="3228"/>
                    </a:cubicBezTo>
                    <a:cubicBezTo>
                      <a:pt x="55663" y="6804"/>
                      <a:pt x="42194" y="2513"/>
                      <a:pt x="33612" y="8234"/>
                    </a:cubicBezTo>
                    <a:cubicBezTo>
                      <a:pt x="25030" y="13956"/>
                      <a:pt x="14541" y="25875"/>
                      <a:pt x="15257" y="30881"/>
                    </a:cubicBezTo>
                    <a:cubicBezTo>
                      <a:pt x="15972" y="35887"/>
                      <a:pt x="12396" y="66639"/>
                      <a:pt x="8105" y="67711"/>
                    </a:cubicBezTo>
                    <a:cubicBezTo>
                      <a:pt x="5411" y="68045"/>
                      <a:pt x="2694" y="68045"/>
                      <a:pt x="0" y="67711"/>
                    </a:cubicBezTo>
                    <a:cubicBezTo>
                      <a:pt x="8832" y="81073"/>
                      <a:pt x="20120" y="92634"/>
                      <a:pt x="33255" y="101800"/>
                    </a:cubicBezTo>
                    <a:cubicBezTo>
                      <a:pt x="46127" y="109667"/>
                      <a:pt x="45174" y="116818"/>
                      <a:pt x="59835" y="118368"/>
                    </a:cubicBezTo>
                    <a:cubicBezTo>
                      <a:pt x="70300" y="118642"/>
                      <a:pt x="80073" y="123637"/>
                      <a:pt x="86415" y="131956"/>
                    </a:cubicBezTo>
                    <a:cubicBezTo>
                      <a:pt x="91540" y="138512"/>
                      <a:pt x="128132" y="149239"/>
                      <a:pt x="131112" y="154245"/>
                    </a:cubicBezTo>
                    <a:cubicBezTo>
                      <a:pt x="134091" y="159251"/>
                      <a:pt x="112398" y="173673"/>
                      <a:pt x="112398" y="186665"/>
                    </a:cubicBezTo>
                    <a:cubicBezTo>
                      <a:pt x="112398" y="199657"/>
                      <a:pt x="104412" y="198585"/>
                      <a:pt x="104412" y="202518"/>
                    </a:cubicBezTo>
                    <a:cubicBezTo>
                      <a:pt x="104412" y="206451"/>
                      <a:pt x="120980" y="203948"/>
                      <a:pt x="126702" y="207524"/>
                    </a:cubicBezTo>
                    <a:cubicBezTo>
                      <a:pt x="132423" y="211100"/>
                      <a:pt x="142554" y="205379"/>
                      <a:pt x="149706" y="209669"/>
                    </a:cubicBezTo>
                    <a:cubicBezTo>
                      <a:pt x="156857" y="213961"/>
                      <a:pt x="164843" y="203948"/>
                      <a:pt x="170564" y="205379"/>
                    </a:cubicBezTo>
                    <a:cubicBezTo>
                      <a:pt x="176286" y="206809"/>
                      <a:pt x="182484" y="195247"/>
                      <a:pt x="189278" y="195962"/>
                    </a:cubicBezTo>
                    <a:cubicBezTo>
                      <a:pt x="196071" y="196677"/>
                      <a:pt x="202985" y="170813"/>
                      <a:pt x="201197" y="160800"/>
                    </a:cubicBezTo>
                    <a:cubicBezTo>
                      <a:pt x="199409" y="150788"/>
                      <a:pt x="212401" y="119441"/>
                      <a:pt x="203700" y="115150"/>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27" name="Freeform: Shape 126">
                <a:extLst>
                  <a:ext uri="{FF2B5EF4-FFF2-40B4-BE49-F238E27FC236}">
                    <a16:creationId xmlns:a16="http://schemas.microsoft.com/office/drawing/2014/main" id="{DA79BB2C-1C13-4F5E-87E6-FD114DF4CAB0}"/>
                  </a:ext>
                </a:extLst>
              </p:cNvPr>
              <p:cNvSpPr/>
              <p:nvPr/>
            </p:nvSpPr>
            <p:spPr>
              <a:xfrm>
                <a:off x="2190692" y="8350103"/>
                <a:ext cx="77784" cy="63675"/>
              </a:xfrm>
              <a:custGeom>
                <a:avLst/>
                <a:gdLst>
                  <a:gd name="connsiteX0" fmla="*/ 74089 w 77784"/>
                  <a:gd name="connsiteY0" fmla="*/ 51279 h 63675"/>
                  <a:gd name="connsiteX1" fmla="*/ 77784 w 77784"/>
                  <a:gd name="connsiteY1" fmla="*/ 36023 h 63675"/>
                  <a:gd name="connsiteX2" fmla="*/ 53946 w 77784"/>
                  <a:gd name="connsiteY2" fmla="*/ 6463 h 63675"/>
                  <a:gd name="connsiteX3" fmla="*/ 42026 w 77784"/>
                  <a:gd name="connsiteY3" fmla="*/ 5152 h 63675"/>
                  <a:gd name="connsiteX4" fmla="*/ 18188 w 77784"/>
                  <a:gd name="connsiteY4" fmla="*/ 1218 h 63675"/>
                  <a:gd name="connsiteX5" fmla="*/ 4958 w 77784"/>
                  <a:gd name="connsiteY5" fmla="*/ 384 h 63675"/>
                  <a:gd name="connsiteX6" fmla="*/ 3170 w 77784"/>
                  <a:gd name="connsiteY6" fmla="*/ 9800 h 63675"/>
                  <a:gd name="connsiteX7" fmla="*/ 4350 w 77784"/>
                  <a:gd name="connsiteY7" fmla="*/ 27798 h 63675"/>
                  <a:gd name="connsiteX8" fmla="*/ 9487 w 77784"/>
                  <a:gd name="connsiteY8" fmla="*/ 30540 h 63675"/>
                  <a:gd name="connsiteX9" fmla="*/ 23313 w 77784"/>
                  <a:gd name="connsiteY9" fmla="*/ 27918 h 63675"/>
                  <a:gd name="connsiteX10" fmla="*/ 33921 w 77784"/>
                  <a:gd name="connsiteY10" fmla="*/ 36857 h 63675"/>
                  <a:gd name="connsiteX11" fmla="*/ 50966 w 77784"/>
                  <a:gd name="connsiteY11" fmla="*/ 51756 h 63675"/>
                  <a:gd name="connsiteX12" fmla="*/ 64792 w 77784"/>
                  <a:gd name="connsiteY12" fmla="*/ 63675 h 63675"/>
                  <a:gd name="connsiteX13" fmla="*/ 70513 w 77784"/>
                  <a:gd name="connsiteY13" fmla="*/ 63675 h 63675"/>
                  <a:gd name="connsiteX14" fmla="*/ 74089 w 77784"/>
                  <a:gd name="connsiteY14" fmla="*/ 51279 h 636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Lst>
                <a:rect l="l" t="t" r="r" b="b"/>
                <a:pathLst>
                  <a:path w="77784" h="63675">
                    <a:moveTo>
                      <a:pt x="74089" y="51279"/>
                    </a:moveTo>
                    <a:cubicBezTo>
                      <a:pt x="73314" y="45904"/>
                      <a:pt x="74637" y="40445"/>
                      <a:pt x="77784" y="36023"/>
                    </a:cubicBezTo>
                    <a:cubicBezTo>
                      <a:pt x="69250" y="26654"/>
                      <a:pt x="61300" y="16785"/>
                      <a:pt x="53946" y="6463"/>
                    </a:cubicBezTo>
                    <a:cubicBezTo>
                      <a:pt x="49941" y="7476"/>
                      <a:pt x="45709" y="7011"/>
                      <a:pt x="42026" y="5152"/>
                    </a:cubicBezTo>
                    <a:cubicBezTo>
                      <a:pt x="36663" y="1218"/>
                      <a:pt x="23551" y="3841"/>
                      <a:pt x="18188" y="1218"/>
                    </a:cubicBezTo>
                    <a:cubicBezTo>
                      <a:pt x="13897" y="-45"/>
                      <a:pt x="9380" y="-331"/>
                      <a:pt x="4958" y="384"/>
                    </a:cubicBezTo>
                    <a:cubicBezTo>
                      <a:pt x="6364" y="3590"/>
                      <a:pt x="5661" y="7333"/>
                      <a:pt x="3170" y="9800"/>
                    </a:cubicBezTo>
                    <a:cubicBezTo>
                      <a:pt x="-1479" y="15092"/>
                      <a:pt x="-954" y="23150"/>
                      <a:pt x="4350" y="27798"/>
                    </a:cubicBezTo>
                    <a:cubicBezTo>
                      <a:pt x="5828" y="29098"/>
                      <a:pt x="7580" y="30039"/>
                      <a:pt x="9487" y="30540"/>
                    </a:cubicBezTo>
                    <a:cubicBezTo>
                      <a:pt x="21406" y="35307"/>
                      <a:pt x="17473" y="27918"/>
                      <a:pt x="23313" y="27918"/>
                    </a:cubicBezTo>
                    <a:cubicBezTo>
                      <a:pt x="29154" y="27918"/>
                      <a:pt x="28677" y="36857"/>
                      <a:pt x="33921" y="36857"/>
                    </a:cubicBezTo>
                    <a:cubicBezTo>
                      <a:pt x="39166" y="36857"/>
                      <a:pt x="51442" y="43294"/>
                      <a:pt x="50966" y="51756"/>
                    </a:cubicBezTo>
                    <a:cubicBezTo>
                      <a:pt x="50489" y="60219"/>
                      <a:pt x="55257" y="63675"/>
                      <a:pt x="64792" y="63675"/>
                    </a:cubicBezTo>
                    <a:lnTo>
                      <a:pt x="70513" y="63675"/>
                    </a:lnTo>
                    <a:cubicBezTo>
                      <a:pt x="72540" y="58788"/>
                      <a:pt x="74923" y="54140"/>
                      <a:pt x="74089" y="51279"/>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28" name="Freeform: Shape 127">
                <a:extLst>
                  <a:ext uri="{FF2B5EF4-FFF2-40B4-BE49-F238E27FC236}">
                    <a16:creationId xmlns:a16="http://schemas.microsoft.com/office/drawing/2014/main" id="{DA514800-8D98-4B36-BB67-5F37A7F284AF}"/>
                  </a:ext>
                </a:extLst>
              </p:cNvPr>
              <p:cNvSpPr/>
              <p:nvPr/>
            </p:nvSpPr>
            <p:spPr>
              <a:xfrm>
                <a:off x="2261920" y="8384094"/>
                <a:ext cx="139931" cy="60094"/>
              </a:xfrm>
              <a:custGeom>
                <a:avLst/>
                <a:gdLst>
                  <a:gd name="connsiteX0" fmla="*/ 124675 w 139931"/>
                  <a:gd name="connsiteY0" fmla="*/ 17288 h 60094"/>
                  <a:gd name="connsiteX1" fmla="*/ 91182 w 139931"/>
                  <a:gd name="connsiteY1" fmla="*/ 1316 h 60094"/>
                  <a:gd name="connsiteX2" fmla="*/ 57093 w 139931"/>
                  <a:gd name="connsiteY2" fmla="*/ 14070 h 60094"/>
                  <a:gd name="connsiteX3" fmla="*/ 18832 w 139931"/>
                  <a:gd name="connsiteY3" fmla="*/ 12997 h 60094"/>
                  <a:gd name="connsiteX4" fmla="*/ 6913 w 139931"/>
                  <a:gd name="connsiteY4" fmla="*/ 2031 h 60094"/>
                  <a:gd name="connsiteX5" fmla="*/ 3218 w 139931"/>
                  <a:gd name="connsiteY5" fmla="*/ 17288 h 60094"/>
                  <a:gd name="connsiteX6" fmla="*/ 0 w 139931"/>
                  <a:gd name="connsiteY6" fmla="*/ 30399 h 60094"/>
                  <a:gd name="connsiteX7" fmla="*/ 30871 w 139931"/>
                  <a:gd name="connsiteY7" fmla="*/ 44344 h 60094"/>
                  <a:gd name="connsiteX8" fmla="*/ 48511 w 139931"/>
                  <a:gd name="connsiteY8" fmla="*/ 56264 h 60094"/>
                  <a:gd name="connsiteX9" fmla="*/ 67105 w 139931"/>
                  <a:gd name="connsiteY9" fmla="*/ 51496 h 60094"/>
                  <a:gd name="connsiteX10" fmla="*/ 60192 w 139931"/>
                  <a:gd name="connsiteY10" fmla="*/ 38266 h 60094"/>
                  <a:gd name="connsiteX11" fmla="*/ 72946 w 139931"/>
                  <a:gd name="connsiteY11" fmla="*/ 26346 h 60094"/>
                  <a:gd name="connsiteX12" fmla="*/ 99526 w 139931"/>
                  <a:gd name="connsiteY12" fmla="*/ 17765 h 60094"/>
                  <a:gd name="connsiteX13" fmla="*/ 106439 w 139931"/>
                  <a:gd name="connsiteY13" fmla="*/ 34213 h 60094"/>
                  <a:gd name="connsiteX14" fmla="*/ 120504 w 139931"/>
                  <a:gd name="connsiteY14" fmla="*/ 59243 h 60094"/>
                  <a:gd name="connsiteX15" fmla="*/ 136714 w 139931"/>
                  <a:gd name="connsiteY15" fmla="*/ 43510 h 60094"/>
                  <a:gd name="connsiteX16" fmla="*/ 139932 w 139931"/>
                  <a:gd name="connsiteY16" fmla="*/ 36001 h 60094"/>
                  <a:gd name="connsiteX17" fmla="*/ 124675 w 139931"/>
                  <a:gd name="connsiteY17" fmla="*/ 17288 h 6009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39931" h="60094">
                    <a:moveTo>
                      <a:pt x="124675" y="17288"/>
                    </a:moveTo>
                    <a:cubicBezTo>
                      <a:pt x="116093" y="4534"/>
                      <a:pt x="100837" y="5369"/>
                      <a:pt x="91182" y="1316"/>
                    </a:cubicBezTo>
                    <a:cubicBezTo>
                      <a:pt x="81528" y="-2737"/>
                      <a:pt x="69370" y="2866"/>
                      <a:pt x="57093" y="14070"/>
                    </a:cubicBezTo>
                    <a:cubicBezTo>
                      <a:pt x="44816" y="25274"/>
                      <a:pt x="29560" y="18837"/>
                      <a:pt x="18832" y="12997"/>
                    </a:cubicBezTo>
                    <a:cubicBezTo>
                      <a:pt x="14387" y="9898"/>
                      <a:pt x="10370" y="6203"/>
                      <a:pt x="6913" y="2031"/>
                    </a:cubicBezTo>
                    <a:cubicBezTo>
                      <a:pt x="3766" y="6453"/>
                      <a:pt x="2443" y="11912"/>
                      <a:pt x="3218" y="17288"/>
                    </a:cubicBezTo>
                    <a:cubicBezTo>
                      <a:pt x="4052" y="20148"/>
                      <a:pt x="1669" y="24797"/>
                      <a:pt x="0" y="30399"/>
                    </a:cubicBezTo>
                    <a:cubicBezTo>
                      <a:pt x="11586" y="31376"/>
                      <a:pt x="22480" y="36299"/>
                      <a:pt x="30871" y="44344"/>
                    </a:cubicBezTo>
                    <a:cubicBezTo>
                      <a:pt x="38857" y="53999"/>
                      <a:pt x="43624" y="47563"/>
                      <a:pt x="48511" y="56264"/>
                    </a:cubicBezTo>
                    <a:cubicBezTo>
                      <a:pt x="53398" y="64965"/>
                      <a:pt x="64364" y="56860"/>
                      <a:pt x="67105" y="51496"/>
                    </a:cubicBezTo>
                    <a:cubicBezTo>
                      <a:pt x="69847" y="46132"/>
                      <a:pt x="61265" y="44106"/>
                      <a:pt x="60192" y="38266"/>
                    </a:cubicBezTo>
                    <a:cubicBezTo>
                      <a:pt x="59120" y="32425"/>
                      <a:pt x="70800" y="34452"/>
                      <a:pt x="72946" y="26346"/>
                    </a:cubicBezTo>
                    <a:cubicBezTo>
                      <a:pt x="75091" y="18241"/>
                      <a:pt x="92017" y="14427"/>
                      <a:pt x="99526" y="17765"/>
                    </a:cubicBezTo>
                    <a:cubicBezTo>
                      <a:pt x="107035" y="21102"/>
                      <a:pt x="113352" y="26346"/>
                      <a:pt x="106439" y="34213"/>
                    </a:cubicBezTo>
                    <a:cubicBezTo>
                      <a:pt x="101194" y="40173"/>
                      <a:pt x="111683" y="50900"/>
                      <a:pt x="120504" y="59243"/>
                    </a:cubicBezTo>
                    <a:cubicBezTo>
                      <a:pt x="125629" y="53725"/>
                      <a:pt x="131040" y="48469"/>
                      <a:pt x="136714" y="43510"/>
                    </a:cubicBezTo>
                    <a:cubicBezTo>
                      <a:pt x="138561" y="41412"/>
                      <a:pt x="139694" y="38790"/>
                      <a:pt x="139932" y="36001"/>
                    </a:cubicBezTo>
                    <a:cubicBezTo>
                      <a:pt x="133662" y="30828"/>
                      <a:pt x="128478" y="24475"/>
                      <a:pt x="124675" y="17288"/>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29" name="Freeform: Shape 128">
                <a:extLst>
                  <a:ext uri="{FF2B5EF4-FFF2-40B4-BE49-F238E27FC236}">
                    <a16:creationId xmlns:a16="http://schemas.microsoft.com/office/drawing/2014/main" id="{01657F35-FEF4-43DF-A719-BEF4152FD6D4}"/>
                  </a:ext>
                </a:extLst>
              </p:cNvPr>
              <p:cNvSpPr/>
              <p:nvPr/>
            </p:nvSpPr>
            <p:spPr>
              <a:xfrm>
                <a:off x="2356797" y="8316971"/>
                <a:ext cx="285029" cy="403488"/>
              </a:xfrm>
              <a:custGeom>
                <a:avLst/>
                <a:gdLst>
                  <a:gd name="connsiteX0" fmla="*/ 44578 w 285029"/>
                  <a:gd name="connsiteY0" fmla="*/ 292640 h 403488"/>
                  <a:gd name="connsiteX1" fmla="*/ 62814 w 285029"/>
                  <a:gd name="connsiteY1" fmla="*/ 292640 h 403488"/>
                  <a:gd name="connsiteX2" fmla="*/ 79978 w 285029"/>
                  <a:gd name="connsiteY2" fmla="*/ 305989 h 403488"/>
                  <a:gd name="connsiteX3" fmla="*/ 81051 w 285029"/>
                  <a:gd name="connsiteY3" fmla="*/ 307181 h 403488"/>
                  <a:gd name="connsiteX4" fmla="*/ 101671 w 285029"/>
                  <a:gd name="connsiteY4" fmla="*/ 306466 h 403488"/>
                  <a:gd name="connsiteX5" fmla="*/ 115855 w 285029"/>
                  <a:gd name="connsiteY5" fmla="*/ 326490 h 403488"/>
                  <a:gd name="connsiteX6" fmla="*/ 130873 w 285029"/>
                  <a:gd name="connsiteY6" fmla="*/ 341509 h 403488"/>
                  <a:gd name="connsiteX7" fmla="*/ 140051 w 285029"/>
                  <a:gd name="connsiteY7" fmla="*/ 356527 h 403488"/>
                  <a:gd name="connsiteX8" fmla="*/ 167585 w 285029"/>
                  <a:gd name="connsiteY8" fmla="*/ 359864 h 403488"/>
                  <a:gd name="connsiteX9" fmla="*/ 181768 w 285029"/>
                  <a:gd name="connsiteY9" fmla="*/ 358195 h 403488"/>
                  <a:gd name="connsiteX10" fmla="*/ 197621 w 285029"/>
                  <a:gd name="connsiteY10" fmla="*/ 357361 h 403488"/>
                  <a:gd name="connsiteX11" fmla="*/ 215142 w 285029"/>
                  <a:gd name="connsiteY11" fmla="*/ 371545 h 403488"/>
                  <a:gd name="connsiteX12" fmla="*/ 202627 w 285029"/>
                  <a:gd name="connsiteY12" fmla="*/ 391569 h 403488"/>
                  <a:gd name="connsiteX13" fmla="*/ 216930 w 285029"/>
                  <a:gd name="connsiteY13" fmla="*/ 403488 h 403488"/>
                  <a:gd name="connsiteX14" fmla="*/ 218003 w 285029"/>
                  <a:gd name="connsiteY14" fmla="*/ 403488 h 403488"/>
                  <a:gd name="connsiteX15" fmla="*/ 227300 w 285029"/>
                  <a:gd name="connsiteY15" fmla="*/ 370949 h 403488"/>
                  <a:gd name="connsiteX16" fmla="*/ 232187 w 285029"/>
                  <a:gd name="connsiteY16" fmla="*/ 338171 h 403488"/>
                  <a:gd name="connsiteX17" fmla="*/ 216811 w 285029"/>
                  <a:gd name="connsiteY17" fmla="*/ 299314 h 403488"/>
                  <a:gd name="connsiteX18" fmla="*/ 233140 w 285029"/>
                  <a:gd name="connsiteY18" fmla="*/ 286441 h 403488"/>
                  <a:gd name="connsiteX19" fmla="*/ 228373 w 285029"/>
                  <a:gd name="connsiteY19" fmla="*/ 276549 h 403488"/>
                  <a:gd name="connsiteX20" fmla="*/ 222055 w 285029"/>
                  <a:gd name="connsiteY20" fmla="*/ 263437 h 403488"/>
                  <a:gd name="connsiteX21" fmla="*/ 257813 w 285029"/>
                  <a:gd name="connsiteY21" fmla="*/ 260815 h 403488"/>
                  <a:gd name="connsiteX22" fmla="*/ 284631 w 285029"/>
                  <a:gd name="connsiteY22" fmla="*/ 251876 h 403488"/>
                  <a:gd name="connsiteX23" fmla="*/ 280340 w 285029"/>
                  <a:gd name="connsiteY23" fmla="*/ 239956 h 403488"/>
                  <a:gd name="connsiteX24" fmla="*/ 281294 w 285029"/>
                  <a:gd name="connsiteY24" fmla="*/ 221959 h 403488"/>
                  <a:gd name="connsiteX25" fmla="*/ 271997 w 285029"/>
                  <a:gd name="connsiteY25" fmla="*/ 203484 h 403488"/>
                  <a:gd name="connsiteX26" fmla="*/ 277718 w 285029"/>
                  <a:gd name="connsiteY26" fmla="*/ 159621 h 403488"/>
                  <a:gd name="connsiteX27" fmla="*/ 249708 w 285029"/>
                  <a:gd name="connsiteY27" fmla="*/ 152231 h 403488"/>
                  <a:gd name="connsiteX28" fmla="*/ 216096 w 285029"/>
                  <a:gd name="connsiteY28" fmla="*/ 137570 h 403488"/>
                  <a:gd name="connsiteX29" fmla="*/ 175094 w 285029"/>
                  <a:gd name="connsiteY29" fmla="*/ 133994 h 403488"/>
                  <a:gd name="connsiteX30" fmla="*/ 159599 w 285029"/>
                  <a:gd name="connsiteY30" fmla="*/ 102408 h 403488"/>
                  <a:gd name="connsiteX31" fmla="*/ 148991 w 285029"/>
                  <a:gd name="connsiteY31" fmla="*/ 86556 h 403488"/>
                  <a:gd name="connsiteX32" fmla="*/ 137786 w 285029"/>
                  <a:gd name="connsiteY32" fmla="*/ 81311 h 403488"/>
                  <a:gd name="connsiteX33" fmla="*/ 141362 w 285029"/>
                  <a:gd name="connsiteY33" fmla="*/ 70227 h 403488"/>
                  <a:gd name="connsiteX34" fmla="*/ 144938 w 285029"/>
                  <a:gd name="connsiteY34" fmla="*/ 52586 h 403488"/>
                  <a:gd name="connsiteX35" fmla="*/ 166035 w 285029"/>
                  <a:gd name="connsiteY35" fmla="*/ 25410 h 403488"/>
                  <a:gd name="connsiteX36" fmla="*/ 173306 w 285029"/>
                  <a:gd name="connsiteY36" fmla="*/ 20762 h 403488"/>
                  <a:gd name="connsiteX37" fmla="*/ 179146 w 285029"/>
                  <a:gd name="connsiteY37" fmla="*/ 16113 h 403488"/>
                  <a:gd name="connsiteX38" fmla="*/ 184987 w 285029"/>
                  <a:gd name="connsiteY38" fmla="*/ 1214 h 403488"/>
                  <a:gd name="connsiteX39" fmla="*/ 157930 w 285029"/>
                  <a:gd name="connsiteY39" fmla="*/ 13968 h 403488"/>
                  <a:gd name="connsiteX40" fmla="*/ 137190 w 285029"/>
                  <a:gd name="connsiteY40" fmla="*/ 25887 h 403488"/>
                  <a:gd name="connsiteX41" fmla="*/ 115378 w 285029"/>
                  <a:gd name="connsiteY41" fmla="*/ 32800 h 403488"/>
                  <a:gd name="connsiteX42" fmla="*/ 104174 w 285029"/>
                  <a:gd name="connsiteY42" fmla="*/ 31251 h 403488"/>
                  <a:gd name="connsiteX43" fmla="*/ 81885 w 285029"/>
                  <a:gd name="connsiteY43" fmla="*/ 51871 h 403488"/>
                  <a:gd name="connsiteX44" fmla="*/ 73422 w 285029"/>
                  <a:gd name="connsiteY44" fmla="*/ 74756 h 403488"/>
                  <a:gd name="connsiteX45" fmla="*/ 49584 w 285029"/>
                  <a:gd name="connsiteY45" fmla="*/ 102408 h 403488"/>
                  <a:gd name="connsiteX46" fmla="*/ 44339 w 285029"/>
                  <a:gd name="connsiteY46" fmla="*/ 103600 h 403488"/>
                  <a:gd name="connsiteX47" fmla="*/ 41121 w 285029"/>
                  <a:gd name="connsiteY47" fmla="*/ 111109 h 403488"/>
                  <a:gd name="connsiteX48" fmla="*/ 24911 w 285029"/>
                  <a:gd name="connsiteY48" fmla="*/ 126843 h 403488"/>
                  <a:gd name="connsiteX49" fmla="*/ 32539 w 285029"/>
                  <a:gd name="connsiteY49" fmla="*/ 134233 h 403488"/>
                  <a:gd name="connsiteX50" fmla="*/ 37426 w 285029"/>
                  <a:gd name="connsiteY50" fmla="*/ 152946 h 403488"/>
                  <a:gd name="connsiteX51" fmla="*/ 37426 w 285029"/>
                  <a:gd name="connsiteY51" fmla="*/ 166176 h 403488"/>
                  <a:gd name="connsiteX52" fmla="*/ 41598 w 285029"/>
                  <a:gd name="connsiteY52" fmla="*/ 203364 h 403488"/>
                  <a:gd name="connsiteX53" fmla="*/ 36354 w 285029"/>
                  <a:gd name="connsiteY53" fmla="*/ 224104 h 403488"/>
                  <a:gd name="connsiteX54" fmla="*/ 16687 w 285029"/>
                  <a:gd name="connsiteY54" fmla="*/ 240076 h 403488"/>
                  <a:gd name="connsiteX55" fmla="*/ 4768 w 285029"/>
                  <a:gd name="connsiteY55" fmla="*/ 255452 h 403488"/>
                  <a:gd name="connsiteX56" fmla="*/ 0 w 285029"/>
                  <a:gd name="connsiteY56" fmla="*/ 265464 h 403488"/>
                  <a:gd name="connsiteX57" fmla="*/ 29560 w 285029"/>
                  <a:gd name="connsiteY57" fmla="*/ 282031 h 403488"/>
                  <a:gd name="connsiteX58" fmla="*/ 44578 w 285029"/>
                  <a:gd name="connsiteY58" fmla="*/ 292640 h 4034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Lst>
                <a:rect l="l" t="t" r="r" b="b"/>
                <a:pathLst>
                  <a:path w="285029" h="403488">
                    <a:moveTo>
                      <a:pt x="44578" y="292640"/>
                    </a:moveTo>
                    <a:cubicBezTo>
                      <a:pt x="50168" y="296084"/>
                      <a:pt x="57224" y="296084"/>
                      <a:pt x="62814" y="292640"/>
                    </a:cubicBezTo>
                    <a:cubicBezTo>
                      <a:pt x="65079" y="289898"/>
                      <a:pt x="71158" y="295977"/>
                      <a:pt x="79978" y="305989"/>
                    </a:cubicBezTo>
                    <a:lnTo>
                      <a:pt x="81051" y="307181"/>
                    </a:lnTo>
                    <a:cubicBezTo>
                      <a:pt x="87702" y="304916"/>
                      <a:pt x="94877" y="304678"/>
                      <a:pt x="101671" y="306466"/>
                    </a:cubicBezTo>
                    <a:cubicBezTo>
                      <a:pt x="108346" y="310637"/>
                      <a:pt x="106677" y="325656"/>
                      <a:pt x="115855" y="326490"/>
                    </a:cubicBezTo>
                    <a:cubicBezTo>
                      <a:pt x="125033" y="327325"/>
                      <a:pt x="131707" y="336502"/>
                      <a:pt x="130873" y="341509"/>
                    </a:cubicBezTo>
                    <a:cubicBezTo>
                      <a:pt x="130039" y="346514"/>
                      <a:pt x="140885" y="349017"/>
                      <a:pt x="140051" y="356527"/>
                    </a:cubicBezTo>
                    <a:cubicBezTo>
                      <a:pt x="139217" y="364036"/>
                      <a:pt x="163890" y="362367"/>
                      <a:pt x="167585" y="359864"/>
                    </a:cubicBezTo>
                    <a:cubicBezTo>
                      <a:pt x="171673" y="356813"/>
                      <a:pt x="177084" y="356181"/>
                      <a:pt x="181768" y="358195"/>
                    </a:cubicBezTo>
                    <a:cubicBezTo>
                      <a:pt x="185940" y="360698"/>
                      <a:pt x="193688" y="355692"/>
                      <a:pt x="197621" y="357361"/>
                    </a:cubicBezTo>
                    <a:cubicBezTo>
                      <a:pt x="201554" y="359030"/>
                      <a:pt x="218480" y="365705"/>
                      <a:pt x="215142" y="371545"/>
                    </a:cubicBezTo>
                    <a:cubicBezTo>
                      <a:pt x="211805" y="377385"/>
                      <a:pt x="200124" y="386563"/>
                      <a:pt x="202627" y="391569"/>
                    </a:cubicBezTo>
                    <a:cubicBezTo>
                      <a:pt x="205130" y="396575"/>
                      <a:pt x="213354" y="398006"/>
                      <a:pt x="216930" y="403488"/>
                    </a:cubicBezTo>
                    <a:lnTo>
                      <a:pt x="218003" y="403488"/>
                    </a:lnTo>
                    <a:cubicBezTo>
                      <a:pt x="224439" y="402058"/>
                      <a:pt x="227300" y="377981"/>
                      <a:pt x="227300" y="370949"/>
                    </a:cubicBezTo>
                    <a:cubicBezTo>
                      <a:pt x="227931" y="359900"/>
                      <a:pt x="229565" y="348922"/>
                      <a:pt x="232187" y="338171"/>
                    </a:cubicBezTo>
                    <a:cubicBezTo>
                      <a:pt x="236239" y="324225"/>
                      <a:pt x="216811" y="314333"/>
                      <a:pt x="216811" y="299314"/>
                    </a:cubicBezTo>
                    <a:cubicBezTo>
                      <a:pt x="216811" y="284296"/>
                      <a:pt x="224558" y="292640"/>
                      <a:pt x="233140" y="286441"/>
                    </a:cubicBezTo>
                    <a:cubicBezTo>
                      <a:pt x="241722" y="280243"/>
                      <a:pt x="233140" y="277621"/>
                      <a:pt x="228373" y="276549"/>
                    </a:cubicBezTo>
                    <a:cubicBezTo>
                      <a:pt x="223533" y="274117"/>
                      <a:pt x="220935" y="268729"/>
                      <a:pt x="222055" y="263437"/>
                    </a:cubicBezTo>
                    <a:cubicBezTo>
                      <a:pt x="223605" y="258908"/>
                      <a:pt x="249946" y="260815"/>
                      <a:pt x="257813" y="260815"/>
                    </a:cubicBezTo>
                    <a:cubicBezTo>
                      <a:pt x="267265" y="259683"/>
                      <a:pt x="276395" y="256643"/>
                      <a:pt x="284631" y="251876"/>
                    </a:cubicBezTo>
                    <a:cubicBezTo>
                      <a:pt x="285871" y="247394"/>
                      <a:pt x="284155" y="242615"/>
                      <a:pt x="280340" y="239956"/>
                    </a:cubicBezTo>
                    <a:cubicBezTo>
                      <a:pt x="273904" y="234951"/>
                      <a:pt x="276288" y="228037"/>
                      <a:pt x="281294" y="221959"/>
                    </a:cubicBezTo>
                    <a:cubicBezTo>
                      <a:pt x="286300" y="215880"/>
                      <a:pt x="278195" y="210039"/>
                      <a:pt x="271997" y="203484"/>
                    </a:cubicBezTo>
                    <a:cubicBezTo>
                      <a:pt x="265799" y="196928"/>
                      <a:pt x="270567" y="171421"/>
                      <a:pt x="277718" y="159621"/>
                    </a:cubicBezTo>
                    <a:cubicBezTo>
                      <a:pt x="284870" y="147821"/>
                      <a:pt x="263058" y="150562"/>
                      <a:pt x="249708" y="152231"/>
                    </a:cubicBezTo>
                    <a:cubicBezTo>
                      <a:pt x="236656" y="153900"/>
                      <a:pt x="223748" y="148262"/>
                      <a:pt x="216096" y="137570"/>
                    </a:cubicBezTo>
                    <a:cubicBezTo>
                      <a:pt x="207514" y="126605"/>
                      <a:pt x="195714" y="133518"/>
                      <a:pt x="175094" y="133994"/>
                    </a:cubicBezTo>
                    <a:cubicBezTo>
                      <a:pt x="154473" y="134471"/>
                      <a:pt x="158645" y="111229"/>
                      <a:pt x="159599" y="102408"/>
                    </a:cubicBezTo>
                    <a:cubicBezTo>
                      <a:pt x="160552" y="93588"/>
                      <a:pt x="148991" y="92277"/>
                      <a:pt x="148991" y="86556"/>
                    </a:cubicBezTo>
                    <a:cubicBezTo>
                      <a:pt x="148991" y="80835"/>
                      <a:pt x="143031" y="80835"/>
                      <a:pt x="137786" y="81311"/>
                    </a:cubicBezTo>
                    <a:cubicBezTo>
                      <a:pt x="132542" y="81788"/>
                      <a:pt x="137786" y="74875"/>
                      <a:pt x="141362" y="70227"/>
                    </a:cubicBezTo>
                    <a:cubicBezTo>
                      <a:pt x="144938" y="65578"/>
                      <a:pt x="144700" y="62121"/>
                      <a:pt x="144938" y="52586"/>
                    </a:cubicBezTo>
                    <a:cubicBezTo>
                      <a:pt x="145176" y="43051"/>
                      <a:pt x="159122" y="34826"/>
                      <a:pt x="166035" y="25410"/>
                    </a:cubicBezTo>
                    <a:cubicBezTo>
                      <a:pt x="167906" y="23134"/>
                      <a:pt x="170457" y="21513"/>
                      <a:pt x="173306" y="20762"/>
                    </a:cubicBezTo>
                    <a:cubicBezTo>
                      <a:pt x="174271" y="18271"/>
                      <a:pt x="176500" y="16495"/>
                      <a:pt x="179146" y="16113"/>
                    </a:cubicBezTo>
                    <a:cubicBezTo>
                      <a:pt x="189754" y="13968"/>
                      <a:pt x="195118" y="7055"/>
                      <a:pt x="184987" y="1214"/>
                    </a:cubicBezTo>
                    <a:cubicBezTo>
                      <a:pt x="174855" y="-4626"/>
                      <a:pt x="169015" y="12418"/>
                      <a:pt x="157930" y="13968"/>
                    </a:cubicBezTo>
                    <a:cubicBezTo>
                      <a:pt x="146845" y="15517"/>
                      <a:pt x="144580" y="22550"/>
                      <a:pt x="137190" y="25887"/>
                    </a:cubicBezTo>
                    <a:cubicBezTo>
                      <a:pt x="129801" y="29224"/>
                      <a:pt x="115855" y="25887"/>
                      <a:pt x="115378" y="32800"/>
                    </a:cubicBezTo>
                    <a:cubicBezTo>
                      <a:pt x="114901" y="39713"/>
                      <a:pt x="110611" y="32800"/>
                      <a:pt x="104174" y="31251"/>
                    </a:cubicBezTo>
                    <a:cubicBezTo>
                      <a:pt x="97738" y="29701"/>
                      <a:pt x="81408" y="43885"/>
                      <a:pt x="81885" y="51871"/>
                    </a:cubicBezTo>
                    <a:cubicBezTo>
                      <a:pt x="82362" y="59857"/>
                      <a:pt x="85103" y="67366"/>
                      <a:pt x="73422" y="74756"/>
                    </a:cubicBezTo>
                    <a:cubicBezTo>
                      <a:pt x="63982" y="82575"/>
                      <a:pt x="55925" y="91919"/>
                      <a:pt x="49584" y="102408"/>
                    </a:cubicBezTo>
                    <a:cubicBezTo>
                      <a:pt x="48428" y="104125"/>
                      <a:pt x="46127" y="104649"/>
                      <a:pt x="44339" y="103600"/>
                    </a:cubicBezTo>
                    <a:cubicBezTo>
                      <a:pt x="44101" y="106389"/>
                      <a:pt x="42969" y="109024"/>
                      <a:pt x="41121" y="111109"/>
                    </a:cubicBezTo>
                    <a:cubicBezTo>
                      <a:pt x="35448" y="116068"/>
                      <a:pt x="30036" y="121324"/>
                      <a:pt x="24911" y="126843"/>
                    </a:cubicBezTo>
                    <a:cubicBezTo>
                      <a:pt x="27891" y="129703"/>
                      <a:pt x="30632" y="132207"/>
                      <a:pt x="32539" y="134233"/>
                    </a:cubicBezTo>
                    <a:cubicBezTo>
                      <a:pt x="40048" y="142219"/>
                      <a:pt x="35281" y="148655"/>
                      <a:pt x="37426" y="152946"/>
                    </a:cubicBezTo>
                    <a:cubicBezTo>
                      <a:pt x="39572" y="157237"/>
                      <a:pt x="41598" y="163554"/>
                      <a:pt x="37426" y="166176"/>
                    </a:cubicBezTo>
                    <a:cubicBezTo>
                      <a:pt x="33255" y="168799"/>
                      <a:pt x="36830" y="198120"/>
                      <a:pt x="41598" y="203364"/>
                    </a:cubicBezTo>
                    <a:cubicBezTo>
                      <a:pt x="46366" y="208609"/>
                      <a:pt x="41598" y="213496"/>
                      <a:pt x="36354" y="224104"/>
                    </a:cubicBezTo>
                    <a:cubicBezTo>
                      <a:pt x="31109" y="234712"/>
                      <a:pt x="26222" y="239480"/>
                      <a:pt x="16687" y="240076"/>
                    </a:cubicBezTo>
                    <a:cubicBezTo>
                      <a:pt x="7151" y="240672"/>
                      <a:pt x="7628" y="255452"/>
                      <a:pt x="4768" y="255452"/>
                    </a:cubicBezTo>
                    <a:cubicBezTo>
                      <a:pt x="1907" y="255452"/>
                      <a:pt x="358" y="260815"/>
                      <a:pt x="0" y="265464"/>
                    </a:cubicBezTo>
                    <a:cubicBezTo>
                      <a:pt x="8630" y="272925"/>
                      <a:pt x="18689" y="278563"/>
                      <a:pt x="29560" y="282031"/>
                    </a:cubicBezTo>
                    <a:cubicBezTo>
                      <a:pt x="34923" y="281555"/>
                      <a:pt x="37903" y="288825"/>
                      <a:pt x="44578" y="292640"/>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30" name="Freeform: Shape 129">
                <a:extLst>
                  <a:ext uri="{FF2B5EF4-FFF2-40B4-BE49-F238E27FC236}">
                    <a16:creationId xmlns:a16="http://schemas.microsoft.com/office/drawing/2014/main" id="{B56B673F-548C-4BA4-9AAB-DF559416680F}"/>
                  </a:ext>
                </a:extLst>
              </p:cNvPr>
              <p:cNvSpPr/>
              <p:nvPr/>
            </p:nvSpPr>
            <p:spPr>
              <a:xfrm>
                <a:off x="2583126" y="8856370"/>
                <a:ext cx="291074" cy="326885"/>
              </a:xfrm>
              <a:custGeom>
                <a:avLst/>
                <a:gdLst>
                  <a:gd name="connsiteX0" fmla="*/ 290013 w 291074"/>
                  <a:gd name="connsiteY0" fmla="*/ 196517 h 326885"/>
                  <a:gd name="connsiteX1" fmla="*/ 275829 w 291074"/>
                  <a:gd name="connsiteY1" fmla="*/ 172679 h 326885"/>
                  <a:gd name="connsiteX2" fmla="*/ 256043 w 291074"/>
                  <a:gd name="connsiteY2" fmla="*/ 160760 h 326885"/>
                  <a:gd name="connsiteX3" fmla="*/ 229821 w 291074"/>
                  <a:gd name="connsiteY3" fmla="*/ 148840 h 326885"/>
                  <a:gd name="connsiteX4" fmla="*/ 226961 w 291074"/>
                  <a:gd name="connsiteY4" fmla="*/ 128935 h 326885"/>
                  <a:gd name="connsiteX5" fmla="*/ 223385 w 291074"/>
                  <a:gd name="connsiteY5" fmla="*/ 110579 h 326885"/>
                  <a:gd name="connsiteX6" fmla="*/ 214207 w 291074"/>
                  <a:gd name="connsiteY6" fmla="*/ 94250 h 326885"/>
                  <a:gd name="connsiteX7" fmla="*/ 187985 w 291074"/>
                  <a:gd name="connsiteY7" fmla="*/ 88529 h 326885"/>
                  <a:gd name="connsiteX8" fmla="*/ 168199 w 291074"/>
                  <a:gd name="connsiteY8" fmla="*/ 79351 h 326885"/>
                  <a:gd name="connsiteX9" fmla="*/ 158186 w 291074"/>
                  <a:gd name="connsiteY9" fmla="*/ 70888 h 326885"/>
                  <a:gd name="connsiteX10" fmla="*/ 141261 w 291074"/>
                  <a:gd name="connsiteY10" fmla="*/ 67313 h 326885"/>
                  <a:gd name="connsiteX11" fmla="*/ 112893 w 291074"/>
                  <a:gd name="connsiteY11" fmla="*/ 50268 h 326885"/>
                  <a:gd name="connsiteX12" fmla="*/ 105146 w 291074"/>
                  <a:gd name="connsiteY12" fmla="*/ 3545 h 326885"/>
                  <a:gd name="connsiteX13" fmla="*/ 82380 w 291074"/>
                  <a:gd name="connsiteY13" fmla="*/ 2115 h 326885"/>
                  <a:gd name="connsiteX14" fmla="*/ 54132 w 291074"/>
                  <a:gd name="connsiteY14" fmla="*/ 14868 h 326885"/>
                  <a:gd name="connsiteX15" fmla="*/ 33511 w 291074"/>
                  <a:gd name="connsiteY15" fmla="*/ 25476 h 326885"/>
                  <a:gd name="connsiteX16" fmla="*/ 13010 w 291074"/>
                  <a:gd name="connsiteY16" fmla="*/ 30482 h 326885"/>
                  <a:gd name="connsiteX17" fmla="*/ 5024 w 291074"/>
                  <a:gd name="connsiteY17" fmla="*/ 28694 h 326885"/>
                  <a:gd name="connsiteX18" fmla="*/ 21473 w 291074"/>
                  <a:gd name="connsiteY18" fmla="*/ 62426 h 326885"/>
                  <a:gd name="connsiteX19" fmla="*/ 15156 w 291074"/>
                  <a:gd name="connsiteY19" fmla="*/ 75179 h 326885"/>
                  <a:gd name="connsiteX20" fmla="*/ 17301 w 291074"/>
                  <a:gd name="connsiteY20" fmla="*/ 109149 h 326885"/>
                  <a:gd name="connsiteX21" fmla="*/ 11580 w 291074"/>
                  <a:gd name="connsiteY21" fmla="*/ 128935 h 326885"/>
                  <a:gd name="connsiteX22" fmla="*/ 5859 w 291074"/>
                  <a:gd name="connsiteY22" fmla="*/ 149555 h 326885"/>
                  <a:gd name="connsiteX23" fmla="*/ 15156 w 291074"/>
                  <a:gd name="connsiteY23" fmla="*/ 160879 h 326885"/>
                  <a:gd name="connsiteX24" fmla="*/ 2402 w 291074"/>
                  <a:gd name="connsiteY24" fmla="*/ 179949 h 326885"/>
                  <a:gd name="connsiteX25" fmla="*/ 376 w 291074"/>
                  <a:gd name="connsiteY25" fmla="*/ 189843 h 326885"/>
                  <a:gd name="connsiteX26" fmla="*/ 10149 w 291074"/>
                  <a:gd name="connsiteY26" fmla="*/ 201762 h 326885"/>
                  <a:gd name="connsiteX27" fmla="*/ 15871 w 291074"/>
                  <a:gd name="connsiteY27" fmla="*/ 227269 h 326885"/>
                  <a:gd name="connsiteX28" fmla="*/ 25764 w 291074"/>
                  <a:gd name="connsiteY28" fmla="*/ 240738 h 326885"/>
                  <a:gd name="connsiteX29" fmla="*/ 20758 w 291074"/>
                  <a:gd name="connsiteY29" fmla="*/ 257663 h 326885"/>
                  <a:gd name="connsiteX30" fmla="*/ 29339 w 291074"/>
                  <a:gd name="connsiteY30" fmla="*/ 277568 h 326885"/>
                  <a:gd name="connsiteX31" fmla="*/ 37802 w 291074"/>
                  <a:gd name="connsiteY31" fmla="*/ 299499 h 326885"/>
                  <a:gd name="connsiteX32" fmla="*/ 43404 w 291074"/>
                  <a:gd name="connsiteY32" fmla="*/ 325722 h 326885"/>
                  <a:gd name="connsiteX33" fmla="*/ 76063 w 291074"/>
                  <a:gd name="connsiteY33" fmla="*/ 306651 h 326885"/>
                  <a:gd name="connsiteX34" fmla="*/ 97279 w 291074"/>
                  <a:gd name="connsiteY34" fmla="*/ 305816 h 326885"/>
                  <a:gd name="connsiteX35" fmla="*/ 124932 w 291074"/>
                  <a:gd name="connsiteY35" fmla="*/ 317736 h 326885"/>
                  <a:gd name="connsiteX36" fmla="*/ 139116 w 291074"/>
                  <a:gd name="connsiteY36" fmla="*/ 303552 h 326885"/>
                  <a:gd name="connsiteX37" fmla="*/ 170940 w 291074"/>
                  <a:gd name="connsiteY37" fmla="*/ 303552 h 326885"/>
                  <a:gd name="connsiteX38" fmla="*/ 178092 w 291074"/>
                  <a:gd name="connsiteY38" fmla="*/ 266721 h 326885"/>
                  <a:gd name="connsiteX39" fmla="*/ 196447 w 291074"/>
                  <a:gd name="connsiteY39" fmla="*/ 244075 h 326885"/>
                  <a:gd name="connsiteX40" fmla="*/ 225530 w 291074"/>
                  <a:gd name="connsiteY40" fmla="*/ 239069 h 326885"/>
                  <a:gd name="connsiteX41" fmla="*/ 253183 w 291074"/>
                  <a:gd name="connsiteY41" fmla="*/ 236208 h 326885"/>
                  <a:gd name="connsiteX42" fmla="*/ 275829 w 291074"/>
                  <a:gd name="connsiteY42" fmla="*/ 246101 h 326885"/>
                  <a:gd name="connsiteX43" fmla="*/ 287749 w 291074"/>
                  <a:gd name="connsiteY43" fmla="*/ 228461 h 326885"/>
                  <a:gd name="connsiteX44" fmla="*/ 290013 w 291074"/>
                  <a:gd name="connsiteY44" fmla="*/ 196517 h 32688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291074" h="326885">
                    <a:moveTo>
                      <a:pt x="290013" y="196517"/>
                    </a:moveTo>
                    <a:cubicBezTo>
                      <a:pt x="286437" y="185909"/>
                      <a:pt x="275829" y="184598"/>
                      <a:pt x="275829" y="172679"/>
                    </a:cubicBezTo>
                    <a:cubicBezTo>
                      <a:pt x="275829" y="160760"/>
                      <a:pt x="271658" y="159925"/>
                      <a:pt x="256043" y="160760"/>
                    </a:cubicBezTo>
                    <a:cubicBezTo>
                      <a:pt x="240429" y="161594"/>
                      <a:pt x="230536" y="157899"/>
                      <a:pt x="229821" y="148840"/>
                    </a:cubicBezTo>
                    <a:cubicBezTo>
                      <a:pt x="229106" y="139782"/>
                      <a:pt x="219928" y="132511"/>
                      <a:pt x="226961" y="128935"/>
                    </a:cubicBezTo>
                    <a:cubicBezTo>
                      <a:pt x="233993" y="125359"/>
                      <a:pt x="221954" y="119042"/>
                      <a:pt x="223385" y="110579"/>
                    </a:cubicBezTo>
                    <a:cubicBezTo>
                      <a:pt x="224815" y="102117"/>
                      <a:pt x="219213" y="98660"/>
                      <a:pt x="214207" y="94250"/>
                    </a:cubicBezTo>
                    <a:cubicBezTo>
                      <a:pt x="209201" y="89840"/>
                      <a:pt x="187985" y="96396"/>
                      <a:pt x="187985" y="88529"/>
                    </a:cubicBezTo>
                    <a:cubicBezTo>
                      <a:pt x="187985" y="80662"/>
                      <a:pt x="175231" y="79351"/>
                      <a:pt x="168199" y="79351"/>
                    </a:cubicBezTo>
                    <a:cubicBezTo>
                      <a:pt x="161166" y="79351"/>
                      <a:pt x="166053" y="70173"/>
                      <a:pt x="158186" y="70888"/>
                    </a:cubicBezTo>
                    <a:cubicBezTo>
                      <a:pt x="150320" y="71604"/>
                      <a:pt x="151869" y="65882"/>
                      <a:pt x="141261" y="67313"/>
                    </a:cubicBezTo>
                    <a:cubicBezTo>
                      <a:pt x="130653" y="68743"/>
                      <a:pt x="124217" y="63737"/>
                      <a:pt x="112893" y="50268"/>
                    </a:cubicBezTo>
                    <a:cubicBezTo>
                      <a:pt x="104252" y="36323"/>
                      <a:pt x="101463" y="19529"/>
                      <a:pt x="105146" y="3545"/>
                    </a:cubicBezTo>
                    <a:cubicBezTo>
                      <a:pt x="107172" y="-3487"/>
                      <a:pt x="91677" y="2115"/>
                      <a:pt x="82380" y="2115"/>
                    </a:cubicBezTo>
                    <a:cubicBezTo>
                      <a:pt x="72094" y="4105"/>
                      <a:pt x="62427" y="8467"/>
                      <a:pt x="54132" y="14868"/>
                    </a:cubicBezTo>
                    <a:cubicBezTo>
                      <a:pt x="44119" y="20589"/>
                      <a:pt x="38517" y="20589"/>
                      <a:pt x="33511" y="25476"/>
                    </a:cubicBezTo>
                    <a:cubicBezTo>
                      <a:pt x="28255" y="31031"/>
                      <a:pt x="20233" y="32997"/>
                      <a:pt x="13010" y="30482"/>
                    </a:cubicBezTo>
                    <a:cubicBezTo>
                      <a:pt x="10424" y="29576"/>
                      <a:pt x="7742" y="28969"/>
                      <a:pt x="5024" y="28694"/>
                    </a:cubicBezTo>
                    <a:cubicBezTo>
                      <a:pt x="9196" y="39064"/>
                      <a:pt x="19208" y="56228"/>
                      <a:pt x="21473" y="62426"/>
                    </a:cubicBezTo>
                    <a:cubicBezTo>
                      <a:pt x="23737" y="68624"/>
                      <a:pt x="17897" y="72319"/>
                      <a:pt x="15156" y="75179"/>
                    </a:cubicBezTo>
                    <a:cubicBezTo>
                      <a:pt x="12414" y="78040"/>
                      <a:pt x="16586" y="103428"/>
                      <a:pt x="17301" y="109149"/>
                    </a:cubicBezTo>
                    <a:cubicBezTo>
                      <a:pt x="18016" y="114870"/>
                      <a:pt x="7289" y="125478"/>
                      <a:pt x="11580" y="128935"/>
                    </a:cubicBezTo>
                    <a:cubicBezTo>
                      <a:pt x="15871" y="132392"/>
                      <a:pt x="5859" y="143119"/>
                      <a:pt x="5859" y="149555"/>
                    </a:cubicBezTo>
                    <a:cubicBezTo>
                      <a:pt x="5859" y="155992"/>
                      <a:pt x="15156" y="155873"/>
                      <a:pt x="15156" y="160879"/>
                    </a:cubicBezTo>
                    <a:cubicBezTo>
                      <a:pt x="13213" y="168507"/>
                      <a:pt x="8719" y="175241"/>
                      <a:pt x="2402" y="179949"/>
                    </a:cubicBezTo>
                    <a:cubicBezTo>
                      <a:pt x="-220" y="181499"/>
                      <a:pt x="-340" y="185551"/>
                      <a:pt x="376" y="189843"/>
                    </a:cubicBezTo>
                    <a:cubicBezTo>
                      <a:pt x="1806" y="189843"/>
                      <a:pt x="2879" y="195802"/>
                      <a:pt x="10149" y="201762"/>
                    </a:cubicBezTo>
                    <a:cubicBezTo>
                      <a:pt x="17420" y="207721"/>
                      <a:pt x="8719" y="218687"/>
                      <a:pt x="15871" y="227269"/>
                    </a:cubicBezTo>
                    <a:cubicBezTo>
                      <a:pt x="23022" y="235851"/>
                      <a:pt x="30651" y="236447"/>
                      <a:pt x="25764" y="240738"/>
                    </a:cubicBezTo>
                    <a:cubicBezTo>
                      <a:pt x="20877" y="245028"/>
                      <a:pt x="26479" y="253491"/>
                      <a:pt x="20758" y="257663"/>
                    </a:cubicBezTo>
                    <a:cubicBezTo>
                      <a:pt x="15036" y="261834"/>
                      <a:pt x="22903" y="274707"/>
                      <a:pt x="29339" y="277568"/>
                    </a:cubicBezTo>
                    <a:cubicBezTo>
                      <a:pt x="35776" y="280428"/>
                      <a:pt x="31366" y="293182"/>
                      <a:pt x="37802" y="299499"/>
                    </a:cubicBezTo>
                    <a:cubicBezTo>
                      <a:pt x="44239" y="305816"/>
                      <a:pt x="41378" y="320716"/>
                      <a:pt x="43404" y="325722"/>
                    </a:cubicBezTo>
                    <a:cubicBezTo>
                      <a:pt x="45430" y="330728"/>
                      <a:pt x="64740" y="318689"/>
                      <a:pt x="76063" y="306651"/>
                    </a:cubicBezTo>
                    <a:cubicBezTo>
                      <a:pt x="87386" y="294612"/>
                      <a:pt x="86671" y="304506"/>
                      <a:pt x="97279" y="305816"/>
                    </a:cubicBezTo>
                    <a:cubicBezTo>
                      <a:pt x="107887" y="307128"/>
                      <a:pt x="119926" y="307366"/>
                      <a:pt x="124932" y="317736"/>
                    </a:cubicBezTo>
                    <a:cubicBezTo>
                      <a:pt x="129938" y="328105"/>
                      <a:pt x="135540" y="307843"/>
                      <a:pt x="139116" y="303552"/>
                    </a:cubicBezTo>
                    <a:cubicBezTo>
                      <a:pt x="142691" y="299261"/>
                      <a:pt x="166768" y="304982"/>
                      <a:pt x="170940" y="303552"/>
                    </a:cubicBezTo>
                    <a:cubicBezTo>
                      <a:pt x="175112" y="302122"/>
                      <a:pt x="178807" y="271608"/>
                      <a:pt x="178092" y="266721"/>
                    </a:cubicBezTo>
                    <a:cubicBezTo>
                      <a:pt x="177376" y="261834"/>
                      <a:pt x="187985" y="249677"/>
                      <a:pt x="196447" y="244075"/>
                    </a:cubicBezTo>
                    <a:cubicBezTo>
                      <a:pt x="204910" y="238473"/>
                      <a:pt x="218498" y="242645"/>
                      <a:pt x="225530" y="239069"/>
                    </a:cubicBezTo>
                    <a:cubicBezTo>
                      <a:pt x="234446" y="236208"/>
                      <a:pt x="243862" y="235231"/>
                      <a:pt x="253183" y="236208"/>
                    </a:cubicBezTo>
                    <a:cubicBezTo>
                      <a:pt x="263076" y="236208"/>
                      <a:pt x="270227" y="246101"/>
                      <a:pt x="275829" y="246101"/>
                    </a:cubicBezTo>
                    <a:cubicBezTo>
                      <a:pt x="281431" y="246101"/>
                      <a:pt x="288583" y="236923"/>
                      <a:pt x="287749" y="228461"/>
                    </a:cubicBezTo>
                    <a:cubicBezTo>
                      <a:pt x="286914" y="219998"/>
                      <a:pt x="293589" y="207125"/>
                      <a:pt x="290013" y="196517"/>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31" name="Freeform: Shape 130">
                <a:extLst>
                  <a:ext uri="{FF2B5EF4-FFF2-40B4-BE49-F238E27FC236}">
                    <a16:creationId xmlns:a16="http://schemas.microsoft.com/office/drawing/2014/main" id="{3B393557-C02A-4E5F-96DF-A8C71AA1DE32}"/>
                  </a:ext>
                </a:extLst>
              </p:cNvPr>
              <p:cNvSpPr/>
              <p:nvPr/>
            </p:nvSpPr>
            <p:spPr>
              <a:xfrm>
                <a:off x="2300435" y="8621777"/>
                <a:ext cx="304650" cy="448154"/>
              </a:xfrm>
              <a:custGeom>
                <a:avLst/>
                <a:gdLst>
                  <a:gd name="connsiteX0" fmla="*/ 281993 w 304650"/>
                  <a:gd name="connsiteY0" fmla="*/ 425389 h 448154"/>
                  <a:gd name="connsiteX1" fmla="*/ 282828 w 304650"/>
                  <a:gd name="connsiteY1" fmla="*/ 424674 h 448154"/>
                  <a:gd name="connsiteX2" fmla="*/ 284854 w 304650"/>
                  <a:gd name="connsiteY2" fmla="*/ 414781 h 448154"/>
                  <a:gd name="connsiteX3" fmla="*/ 297607 w 304650"/>
                  <a:gd name="connsiteY3" fmla="*/ 395710 h 448154"/>
                  <a:gd name="connsiteX4" fmla="*/ 288310 w 304650"/>
                  <a:gd name="connsiteY4" fmla="*/ 384387 h 448154"/>
                  <a:gd name="connsiteX5" fmla="*/ 294031 w 304650"/>
                  <a:gd name="connsiteY5" fmla="*/ 363766 h 448154"/>
                  <a:gd name="connsiteX6" fmla="*/ 299753 w 304650"/>
                  <a:gd name="connsiteY6" fmla="*/ 343981 h 448154"/>
                  <a:gd name="connsiteX7" fmla="*/ 297607 w 304650"/>
                  <a:gd name="connsiteY7" fmla="*/ 310011 h 448154"/>
                  <a:gd name="connsiteX8" fmla="*/ 303924 w 304650"/>
                  <a:gd name="connsiteY8" fmla="*/ 297257 h 448154"/>
                  <a:gd name="connsiteX9" fmla="*/ 287476 w 304650"/>
                  <a:gd name="connsiteY9" fmla="*/ 263526 h 448154"/>
                  <a:gd name="connsiteX10" fmla="*/ 264233 w 304650"/>
                  <a:gd name="connsiteY10" fmla="*/ 264598 h 448154"/>
                  <a:gd name="connsiteX11" fmla="*/ 258631 w 304650"/>
                  <a:gd name="connsiteY11" fmla="*/ 233489 h 448154"/>
                  <a:gd name="connsiteX12" fmla="*/ 247904 w 304650"/>
                  <a:gd name="connsiteY12" fmla="*/ 235515 h 448154"/>
                  <a:gd name="connsiteX13" fmla="*/ 222516 w 304650"/>
                  <a:gd name="connsiteY13" fmla="*/ 239091 h 448154"/>
                  <a:gd name="connsiteX14" fmla="*/ 209643 w 304650"/>
                  <a:gd name="connsiteY14" fmla="*/ 225622 h 448154"/>
                  <a:gd name="connsiteX15" fmla="*/ 197724 w 304650"/>
                  <a:gd name="connsiteY15" fmla="*/ 216445 h 448154"/>
                  <a:gd name="connsiteX16" fmla="*/ 187712 w 304650"/>
                  <a:gd name="connsiteY16" fmla="*/ 195824 h 448154"/>
                  <a:gd name="connsiteX17" fmla="*/ 181395 w 304650"/>
                  <a:gd name="connsiteY17" fmla="*/ 175323 h 448154"/>
                  <a:gd name="connsiteX18" fmla="*/ 184851 w 304650"/>
                  <a:gd name="connsiteY18" fmla="*/ 159709 h 448154"/>
                  <a:gd name="connsiteX19" fmla="*/ 195579 w 304650"/>
                  <a:gd name="connsiteY19" fmla="*/ 146956 h 448154"/>
                  <a:gd name="connsiteX20" fmla="*/ 203326 w 304650"/>
                  <a:gd name="connsiteY20" fmla="*/ 124309 h 448154"/>
                  <a:gd name="connsiteX21" fmla="*/ 224542 w 304650"/>
                  <a:gd name="connsiteY21" fmla="*/ 110125 h 448154"/>
                  <a:gd name="connsiteX22" fmla="*/ 253625 w 304650"/>
                  <a:gd name="connsiteY22" fmla="*/ 99517 h 448154"/>
                  <a:gd name="connsiteX23" fmla="*/ 273054 w 304650"/>
                  <a:gd name="connsiteY23" fmla="*/ 98206 h 448154"/>
                  <a:gd name="connsiteX24" fmla="*/ 258751 w 304650"/>
                  <a:gd name="connsiteY24" fmla="*/ 86286 h 448154"/>
                  <a:gd name="connsiteX25" fmla="*/ 271266 w 304650"/>
                  <a:gd name="connsiteY25" fmla="*/ 66262 h 448154"/>
                  <a:gd name="connsiteX26" fmla="*/ 253745 w 304650"/>
                  <a:gd name="connsiteY26" fmla="*/ 52078 h 448154"/>
                  <a:gd name="connsiteX27" fmla="*/ 237892 w 304650"/>
                  <a:gd name="connsiteY27" fmla="*/ 52913 h 448154"/>
                  <a:gd name="connsiteX28" fmla="*/ 223708 w 304650"/>
                  <a:gd name="connsiteY28" fmla="*/ 54581 h 448154"/>
                  <a:gd name="connsiteX29" fmla="*/ 196175 w 304650"/>
                  <a:gd name="connsiteY29" fmla="*/ 51244 h 448154"/>
                  <a:gd name="connsiteX30" fmla="*/ 186997 w 304650"/>
                  <a:gd name="connsiteY30" fmla="*/ 36226 h 448154"/>
                  <a:gd name="connsiteX31" fmla="*/ 171979 w 304650"/>
                  <a:gd name="connsiteY31" fmla="*/ 21207 h 448154"/>
                  <a:gd name="connsiteX32" fmla="*/ 157795 w 304650"/>
                  <a:gd name="connsiteY32" fmla="*/ 1183 h 448154"/>
                  <a:gd name="connsiteX33" fmla="*/ 137174 w 304650"/>
                  <a:gd name="connsiteY33" fmla="*/ 1898 h 448154"/>
                  <a:gd name="connsiteX34" fmla="*/ 142776 w 304650"/>
                  <a:gd name="connsiteY34" fmla="*/ 18943 h 448154"/>
                  <a:gd name="connsiteX35" fmla="*/ 129427 w 304650"/>
                  <a:gd name="connsiteY35" fmla="*/ 42781 h 448154"/>
                  <a:gd name="connsiteX36" fmla="*/ 82346 w 304650"/>
                  <a:gd name="connsiteY36" fmla="*/ 68289 h 448154"/>
                  <a:gd name="connsiteX37" fmla="*/ 60772 w 304650"/>
                  <a:gd name="connsiteY37" fmla="*/ 106549 h 448154"/>
                  <a:gd name="connsiteX38" fmla="*/ 43608 w 304650"/>
                  <a:gd name="connsiteY38" fmla="*/ 107622 h 448154"/>
                  <a:gd name="connsiteX39" fmla="*/ 25372 w 304650"/>
                  <a:gd name="connsiteY39" fmla="*/ 102735 h 448154"/>
                  <a:gd name="connsiteX40" fmla="*/ 25372 w 304650"/>
                  <a:gd name="connsiteY40" fmla="*/ 90816 h 448154"/>
                  <a:gd name="connsiteX41" fmla="*/ 20723 w 304650"/>
                  <a:gd name="connsiteY41" fmla="*/ 78896 h 448154"/>
                  <a:gd name="connsiteX42" fmla="*/ 818 w 304650"/>
                  <a:gd name="connsiteY42" fmla="*/ 99755 h 448154"/>
                  <a:gd name="connsiteX43" fmla="*/ 9877 w 304650"/>
                  <a:gd name="connsiteY43" fmla="*/ 132772 h 448154"/>
                  <a:gd name="connsiteX44" fmla="*/ 2487 w 304650"/>
                  <a:gd name="connsiteY44" fmla="*/ 139089 h 448154"/>
                  <a:gd name="connsiteX45" fmla="*/ 28471 w 304650"/>
                  <a:gd name="connsiteY45" fmla="*/ 159828 h 448154"/>
                  <a:gd name="connsiteX46" fmla="*/ 52309 w 304650"/>
                  <a:gd name="connsiteY46" fmla="*/ 192844 h 448154"/>
                  <a:gd name="connsiteX47" fmla="*/ 69235 w 304650"/>
                  <a:gd name="connsiteY47" fmla="*/ 229436 h 448154"/>
                  <a:gd name="connsiteX48" fmla="*/ 106423 w 304650"/>
                  <a:gd name="connsiteY48" fmla="*/ 300117 h 448154"/>
                  <a:gd name="connsiteX49" fmla="*/ 120845 w 304650"/>
                  <a:gd name="connsiteY49" fmla="*/ 330989 h 448154"/>
                  <a:gd name="connsiteX50" fmla="*/ 129904 w 304650"/>
                  <a:gd name="connsiteY50" fmla="*/ 352801 h 448154"/>
                  <a:gd name="connsiteX51" fmla="*/ 167568 w 304650"/>
                  <a:gd name="connsiteY51" fmla="*/ 379381 h 448154"/>
                  <a:gd name="connsiteX52" fmla="*/ 236700 w 304650"/>
                  <a:gd name="connsiteY52" fmla="*/ 421813 h 448154"/>
                  <a:gd name="connsiteX53" fmla="*/ 265425 w 304650"/>
                  <a:gd name="connsiteY53" fmla="*/ 443625 h 448154"/>
                  <a:gd name="connsiteX54" fmla="*/ 266736 w 304650"/>
                  <a:gd name="connsiteY54" fmla="*/ 448155 h 448154"/>
                  <a:gd name="connsiteX55" fmla="*/ 271981 w 304650"/>
                  <a:gd name="connsiteY55" fmla="*/ 444340 h 448154"/>
                  <a:gd name="connsiteX56" fmla="*/ 281993 w 304650"/>
                  <a:gd name="connsiteY56" fmla="*/ 425389 h 4481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Lst>
                <a:rect l="l" t="t" r="r" b="b"/>
                <a:pathLst>
                  <a:path w="304650" h="448154">
                    <a:moveTo>
                      <a:pt x="281993" y="425389"/>
                    </a:moveTo>
                    <a:cubicBezTo>
                      <a:pt x="282172" y="425055"/>
                      <a:pt x="282470" y="424805"/>
                      <a:pt x="282828" y="424674"/>
                    </a:cubicBezTo>
                    <a:cubicBezTo>
                      <a:pt x="282112" y="420383"/>
                      <a:pt x="282232" y="416330"/>
                      <a:pt x="284854" y="414781"/>
                    </a:cubicBezTo>
                    <a:cubicBezTo>
                      <a:pt x="291171" y="410072"/>
                      <a:pt x="295665" y="403338"/>
                      <a:pt x="297607" y="395710"/>
                    </a:cubicBezTo>
                    <a:cubicBezTo>
                      <a:pt x="297607" y="390704"/>
                      <a:pt x="288310" y="390704"/>
                      <a:pt x="288310" y="384387"/>
                    </a:cubicBezTo>
                    <a:cubicBezTo>
                      <a:pt x="288310" y="378069"/>
                      <a:pt x="298322" y="367342"/>
                      <a:pt x="294031" y="363766"/>
                    </a:cubicBezTo>
                    <a:cubicBezTo>
                      <a:pt x="289741" y="360190"/>
                      <a:pt x="300349" y="349583"/>
                      <a:pt x="299753" y="343981"/>
                    </a:cubicBezTo>
                    <a:cubicBezTo>
                      <a:pt x="299157" y="338378"/>
                      <a:pt x="294747" y="312752"/>
                      <a:pt x="297607" y="310011"/>
                    </a:cubicBezTo>
                    <a:cubicBezTo>
                      <a:pt x="300468" y="307269"/>
                      <a:pt x="306785" y="305004"/>
                      <a:pt x="303924" y="297257"/>
                    </a:cubicBezTo>
                    <a:cubicBezTo>
                      <a:pt x="301064" y="289510"/>
                      <a:pt x="292005" y="273418"/>
                      <a:pt x="287476" y="263526"/>
                    </a:cubicBezTo>
                    <a:cubicBezTo>
                      <a:pt x="279740" y="262214"/>
                      <a:pt x="271814" y="262572"/>
                      <a:pt x="264233" y="264598"/>
                    </a:cubicBezTo>
                    <a:cubicBezTo>
                      <a:pt x="256486" y="267459"/>
                      <a:pt x="258631" y="242667"/>
                      <a:pt x="258631" y="233489"/>
                    </a:cubicBezTo>
                    <a:cubicBezTo>
                      <a:pt x="258631" y="224311"/>
                      <a:pt x="250765" y="229198"/>
                      <a:pt x="247904" y="235515"/>
                    </a:cubicBezTo>
                    <a:cubicBezTo>
                      <a:pt x="245043" y="241833"/>
                      <a:pt x="233839" y="239091"/>
                      <a:pt x="222516" y="239091"/>
                    </a:cubicBezTo>
                    <a:cubicBezTo>
                      <a:pt x="211193" y="239091"/>
                      <a:pt x="216795" y="224907"/>
                      <a:pt x="209643" y="225622"/>
                    </a:cubicBezTo>
                    <a:cubicBezTo>
                      <a:pt x="202492" y="226337"/>
                      <a:pt x="196890" y="223477"/>
                      <a:pt x="197724" y="216445"/>
                    </a:cubicBezTo>
                    <a:cubicBezTo>
                      <a:pt x="198558" y="209412"/>
                      <a:pt x="192718" y="203691"/>
                      <a:pt x="187712" y="195824"/>
                    </a:cubicBezTo>
                    <a:cubicBezTo>
                      <a:pt x="182706" y="187958"/>
                      <a:pt x="177104" y="180329"/>
                      <a:pt x="181395" y="175323"/>
                    </a:cubicBezTo>
                    <a:cubicBezTo>
                      <a:pt x="185686" y="170317"/>
                      <a:pt x="178534" y="166145"/>
                      <a:pt x="184851" y="159709"/>
                    </a:cubicBezTo>
                    <a:cubicBezTo>
                      <a:pt x="191169" y="153273"/>
                      <a:pt x="197724" y="155537"/>
                      <a:pt x="195579" y="146956"/>
                    </a:cubicBezTo>
                    <a:cubicBezTo>
                      <a:pt x="193433" y="138374"/>
                      <a:pt x="202611" y="133487"/>
                      <a:pt x="203326" y="124309"/>
                    </a:cubicBezTo>
                    <a:cubicBezTo>
                      <a:pt x="204041" y="115131"/>
                      <a:pt x="215245" y="117873"/>
                      <a:pt x="224542" y="110125"/>
                    </a:cubicBezTo>
                    <a:cubicBezTo>
                      <a:pt x="233839" y="102377"/>
                      <a:pt x="245163" y="106549"/>
                      <a:pt x="253625" y="99517"/>
                    </a:cubicBezTo>
                    <a:cubicBezTo>
                      <a:pt x="262088" y="92485"/>
                      <a:pt x="267094" y="98563"/>
                      <a:pt x="273054" y="98206"/>
                    </a:cubicBezTo>
                    <a:cubicBezTo>
                      <a:pt x="269478" y="93200"/>
                      <a:pt x="261134" y="90697"/>
                      <a:pt x="258751" y="86286"/>
                    </a:cubicBezTo>
                    <a:cubicBezTo>
                      <a:pt x="256367" y="81876"/>
                      <a:pt x="267928" y="72103"/>
                      <a:pt x="271266" y="66262"/>
                    </a:cubicBezTo>
                    <a:cubicBezTo>
                      <a:pt x="274603" y="60422"/>
                      <a:pt x="257916" y="53747"/>
                      <a:pt x="253745" y="52078"/>
                    </a:cubicBezTo>
                    <a:cubicBezTo>
                      <a:pt x="249573" y="50410"/>
                      <a:pt x="241825" y="55416"/>
                      <a:pt x="237892" y="52913"/>
                    </a:cubicBezTo>
                    <a:cubicBezTo>
                      <a:pt x="233208" y="50898"/>
                      <a:pt x="227796" y="51530"/>
                      <a:pt x="223708" y="54581"/>
                    </a:cubicBezTo>
                    <a:cubicBezTo>
                      <a:pt x="220371" y="57084"/>
                      <a:pt x="195340" y="58753"/>
                      <a:pt x="196175" y="51244"/>
                    </a:cubicBezTo>
                    <a:cubicBezTo>
                      <a:pt x="197009" y="43735"/>
                      <a:pt x="186162" y="41232"/>
                      <a:pt x="186997" y="36226"/>
                    </a:cubicBezTo>
                    <a:cubicBezTo>
                      <a:pt x="187831" y="31219"/>
                      <a:pt x="181156" y="22042"/>
                      <a:pt x="171979" y="21207"/>
                    </a:cubicBezTo>
                    <a:cubicBezTo>
                      <a:pt x="162801" y="20373"/>
                      <a:pt x="164469" y="5355"/>
                      <a:pt x="157795" y="1183"/>
                    </a:cubicBezTo>
                    <a:cubicBezTo>
                      <a:pt x="151001" y="-605"/>
                      <a:pt x="143825" y="-366"/>
                      <a:pt x="137174" y="1898"/>
                    </a:cubicBezTo>
                    <a:cubicBezTo>
                      <a:pt x="145160" y="10957"/>
                      <a:pt x="148021" y="14652"/>
                      <a:pt x="142776" y="18943"/>
                    </a:cubicBezTo>
                    <a:cubicBezTo>
                      <a:pt x="135744" y="24545"/>
                      <a:pt x="142776" y="25617"/>
                      <a:pt x="129427" y="42781"/>
                    </a:cubicBezTo>
                    <a:cubicBezTo>
                      <a:pt x="116077" y="59945"/>
                      <a:pt x="93669" y="64951"/>
                      <a:pt x="82346" y="68289"/>
                    </a:cubicBezTo>
                    <a:cubicBezTo>
                      <a:pt x="71023" y="71626"/>
                      <a:pt x="66851" y="92127"/>
                      <a:pt x="60772" y="106549"/>
                    </a:cubicBezTo>
                    <a:cubicBezTo>
                      <a:pt x="54693" y="120971"/>
                      <a:pt x="49687" y="115965"/>
                      <a:pt x="43608" y="107622"/>
                    </a:cubicBezTo>
                    <a:cubicBezTo>
                      <a:pt x="37530" y="99279"/>
                      <a:pt x="32523" y="109291"/>
                      <a:pt x="25372" y="102735"/>
                    </a:cubicBezTo>
                    <a:cubicBezTo>
                      <a:pt x="18220" y="96179"/>
                      <a:pt x="21438" y="96060"/>
                      <a:pt x="25372" y="90816"/>
                    </a:cubicBezTo>
                    <a:cubicBezTo>
                      <a:pt x="27398" y="87836"/>
                      <a:pt x="25372" y="83068"/>
                      <a:pt x="20723" y="78896"/>
                    </a:cubicBezTo>
                    <a:cubicBezTo>
                      <a:pt x="12737" y="80446"/>
                      <a:pt x="4752" y="91412"/>
                      <a:pt x="818" y="99755"/>
                    </a:cubicBezTo>
                    <a:cubicBezTo>
                      <a:pt x="-3115" y="108099"/>
                      <a:pt x="8327" y="126335"/>
                      <a:pt x="9877" y="132772"/>
                    </a:cubicBezTo>
                    <a:cubicBezTo>
                      <a:pt x="11426" y="139208"/>
                      <a:pt x="3440" y="132772"/>
                      <a:pt x="2487" y="139089"/>
                    </a:cubicBezTo>
                    <a:cubicBezTo>
                      <a:pt x="1533" y="145406"/>
                      <a:pt x="20008" y="153511"/>
                      <a:pt x="28471" y="159828"/>
                    </a:cubicBezTo>
                    <a:cubicBezTo>
                      <a:pt x="36934" y="166145"/>
                      <a:pt x="44443" y="184262"/>
                      <a:pt x="52309" y="192844"/>
                    </a:cubicBezTo>
                    <a:cubicBezTo>
                      <a:pt x="60176" y="201426"/>
                      <a:pt x="60772" y="208697"/>
                      <a:pt x="69235" y="229436"/>
                    </a:cubicBezTo>
                    <a:cubicBezTo>
                      <a:pt x="79175" y="254205"/>
                      <a:pt x="91643" y="277888"/>
                      <a:pt x="106423" y="300117"/>
                    </a:cubicBezTo>
                    <a:cubicBezTo>
                      <a:pt x="118342" y="315016"/>
                      <a:pt x="123467" y="326697"/>
                      <a:pt x="120845" y="330989"/>
                    </a:cubicBezTo>
                    <a:cubicBezTo>
                      <a:pt x="118914" y="339451"/>
                      <a:pt x="122549" y="348200"/>
                      <a:pt x="129904" y="352801"/>
                    </a:cubicBezTo>
                    <a:cubicBezTo>
                      <a:pt x="141310" y="363182"/>
                      <a:pt x="153969" y="372110"/>
                      <a:pt x="167568" y="379381"/>
                    </a:cubicBezTo>
                    <a:cubicBezTo>
                      <a:pt x="189857" y="390465"/>
                      <a:pt x="230860" y="411801"/>
                      <a:pt x="236700" y="421813"/>
                    </a:cubicBezTo>
                    <a:cubicBezTo>
                      <a:pt x="244567" y="431086"/>
                      <a:pt x="254376" y="438536"/>
                      <a:pt x="265425" y="443625"/>
                    </a:cubicBezTo>
                    <a:cubicBezTo>
                      <a:pt x="266379" y="444221"/>
                      <a:pt x="266736" y="445890"/>
                      <a:pt x="266736" y="448155"/>
                    </a:cubicBezTo>
                    <a:cubicBezTo>
                      <a:pt x="268358" y="446712"/>
                      <a:pt x="270110" y="445437"/>
                      <a:pt x="271981" y="444340"/>
                    </a:cubicBezTo>
                    <a:cubicBezTo>
                      <a:pt x="279371" y="441003"/>
                      <a:pt x="280086" y="428964"/>
                      <a:pt x="281993" y="425389"/>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32" name="Freeform: Shape 131">
                <a:extLst>
                  <a:ext uri="{FF2B5EF4-FFF2-40B4-BE49-F238E27FC236}">
                    <a16:creationId xmlns:a16="http://schemas.microsoft.com/office/drawing/2014/main" id="{02498088-78FF-4374-A459-3C7BE4B02B30}"/>
                  </a:ext>
                </a:extLst>
              </p:cNvPr>
              <p:cNvSpPr/>
              <p:nvPr/>
            </p:nvSpPr>
            <p:spPr>
              <a:xfrm>
                <a:off x="2492367" y="8322834"/>
                <a:ext cx="329995" cy="277650"/>
              </a:xfrm>
              <a:custGeom>
                <a:avLst/>
                <a:gdLst>
                  <a:gd name="connsiteX0" fmla="*/ 30465 w 329995"/>
                  <a:gd name="connsiteY0" fmla="*/ 18713 h 277650"/>
                  <a:gd name="connsiteX1" fmla="*/ 9368 w 329995"/>
                  <a:gd name="connsiteY1" fmla="*/ 45889 h 277650"/>
                  <a:gd name="connsiteX2" fmla="*/ 5792 w 329995"/>
                  <a:gd name="connsiteY2" fmla="*/ 63530 h 277650"/>
                  <a:gd name="connsiteX3" fmla="*/ 2217 w 329995"/>
                  <a:gd name="connsiteY3" fmla="*/ 74615 h 277650"/>
                  <a:gd name="connsiteX4" fmla="*/ 13421 w 329995"/>
                  <a:gd name="connsiteY4" fmla="*/ 79859 h 277650"/>
                  <a:gd name="connsiteX5" fmla="*/ 24029 w 329995"/>
                  <a:gd name="connsiteY5" fmla="*/ 95712 h 277650"/>
                  <a:gd name="connsiteX6" fmla="*/ 39524 w 329995"/>
                  <a:gd name="connsiteY6" fmla="*/ 127298 h 277650"/>
                  <a:gd name="connsiteX7" fmla="*/ 80526 w 329995"/>
                  <a:gd name="connsiteY7" fmla="*/ 130873 h 277650"/>
                  <a:gd name="connsiteX8" fmla="*/ 114138 w 329995"/>
                  <a:gd name="connsiteY8" fmla="*/ 145534 h 277650"/>
                  <a:gd name="connsiteX9" fmla="*/ 142148 w 329995"/>
                  <a:gd name="connsiteY9" fmla="*/ 152924 h 277650"/>
                  <a:gd name="connsiteX10" fmla="*/ 136427 w 329995"/>
                  <a:gd name="connsiteY10" fmla="*/ 196787 h 277650"/>
                  <a:gd name="connsiteX11" fmla="*/ 145724 w 329995"/>
                  <a:gd name="connsiteY11" fmla="*/ 215262 h 277650"/>
                  <a:gd name="connsiteX12" fmla="*/ 144771 w 329995"/>
                  <a:gd name="connsiteY12" fmla="*/ 233259 h 277650"/>
                  <a:gd name="connsiteX13" fmla="*/ 149061 w 329995"/>
                  <a:gd name="connsiteY13" fmla="*/ 245179 h 277650"/>
                  <a:gd name="connsiteX14" fmla="*/ 145724 w 329995"/>
                  <a:gd name="connsiteY14" fmla="*/ 247205 h 277650"/>
                  <a:gd name="connsiteX15" fmla="*/ 164080 w 329995"/>
                  <a:gd name="connsiteY15" fmla="*/ 271044 h 277650"/>
                  <a:gd name="connsiteX16" fmla="*/ 178383 w 329995"/>
                  <a:gd name="connsiteY16" fmla="*/ 276765 h 277650"/>
                  <a:gd name="connsiteX17" fmla="*/ 191375 w 329995"/>
                  <a:gd name="connsiteY17" fmla="*/ 274619 h 277650"/>
                  <a:gd name="connsiteX18" fmla="*/ 207943 w 329995"/>
                  <a:gd name="connsiteY18" fmla="*/ 266037 h 277650"/>
                  <a:gd name="connsiteX19" fmla="*/ 223795 w 329995"/>
                  <a:gd name="connsiteY19" fmla="*/ 258052 h 277650"/>
                  <a:gd name="connsiteX20" fmla="*/ 237383 w 329995"/>
                  <a:gd name="connsiteY20" fmla="*/ 245179 h 277650"/>
                  <a:gd name="connsiteX21" fmla="*/ 240244 w 329995"/>
                  <a:gd name="connsiteY21" fmla="*/ 235048 h 277650"/>
                  <a:gd name="connsiteX22" fmla="*/ 228325 w 329995"/>
                  <a:gd name="connsiteY22" fmla="*/ 232187 h 277650"/>
                  <a:gd name="connsiteX23" fmla="*/ 221769 w 329995"/>
                  <a:gd name="connsiteY23" fmla="*/ 217049 h 277650"/>
                  <a:gd name="connsiteX24" fmla="*/ 212472 w 329995"/>
                  <a:gd name="connsiteY24" fmla="*/ 199051 h 277650"/>
                  <a:gd name="connsiteX25" fmla="*/ 228325 w 329995"/>
                  <a:gd name="connsiteY25" fmla="*/ 196191 h 277650"/>
                  <a:gd name="connsiteX26" fmla="*/ 249183 w 329995"/>
                  <a:gd name="connsiteY26" fmla="*/ 203461 h 277650"/>
                  <a:gd name="connsiteX27" fmla="*/ 258480 w 329995"/>
                  <a:gd name="connsiteY27" fmla="*/ 204177 h 277650"/>
                  <a:gd name="connsiteX28" fmla="*/ 275048 w 329995"/>
                  <a:gd name="connsiteY28" fmla="*/ 194760 h 277650"/>
                  <a:gd name="connsiteX29" fmla="*/ 304608 w 329995"/>
                  <a:gd name="connsiteY29" fmla="*/ 182841 h 277650"/>
                  <a:gd name="connsiteX30" fmla="*/ 311044 w 329995"/>
                  <a:gd name="connsiteY30" fmla="*/ 174140 h 277650"/>
                  <a:gd name="connsiteX31" fmla="*/ 295311 w 329995"/>
                  <a:gd name="connsiteY31" fmla="*/ 154831 h 277650"/>
                  <a:gd name="connsiteX32" fmla="*/ 297933 w 329995"/>
                  <a:gd name="connsiteY32" fmla="*/ 141958 h 277650"/>
                  <a:gd name="connsiteX33" fmla="*/ 309137 w 329995"/>
                  <a:gd name="connsiteY33" fmla="*/ 130754 h 277650"/>
                  <a:gd name="connsiteX34" fmla="*/ 312474 w 329995"/>
                  <a:gd name="connsiteY34" fmla="*/ 117881 h 277650"/>
                  <a:gd name="connsiteX35" fmla="*/ 321175 w 329995"/>
                  <a:gd name="connsiteY35" fmla="*/ 101552 h 277650"/>
                  <a:gd name="connsiteX36" fmla="*/ 329996 w 329995"/>
                  <a:gd name="connsiteY36" fmla="*/ 89633 h 277650"/>
                  <a:gd name="connsiteX37" fmla="*/ 295191 w 329995"/>
                  <a:gd name="connsiteY37" fmla="*/ 86176 h 277650"/>
                  <a:gd name="connsiteX38" fmla="*/ 301509 w 329995"/>
                  <a:gd name="connsiteY38" fmla="*/ 66509 h 277650"/>
                  <a:gd name="connsiteX39" fmla="*/ 265751 w 329995"/>
                  <a:gd name="connsiteY39" fmla="*/ 53160 h 277650"/>
                  <a:gd name="connsiteX40" fmla="*/ 268850 w 329995"/>
                  <a:gd name="connsiteY40" fmla="*/ 39930 h 277650"/>
                  <a:gd name="connsiteX41" fmla="*/ 248706 w 329995"/>
                  <a:gd name="connsiteY41" fmla="*/ 34089 h 277650"/>
                  <a:gd name="connsiteX42" fmla="*/ 202460 w 329995"/>
                  <a:gd name="connsiteY42" fmla="*/ 50538 h 277650"/>
                  <a:gd name="connsiteX43" fmla="*/ 157286 w 329995"/>
                  <a:gd name="connsiteY43" fmla="*/ 37188 h 277650"/>
                  <a:gd name="connsiteX44" fmla="*/ 125938 w 329995"/>
                  <a:gd name="connsiteY44" fmla="*/ 31944 h 277650"/>
                  <a:gd name="connsiteX45" fmla="*/ 112529 w 329995"/>
                  <a:gd name="connsiteY45" fmla="*/ 13350 h 277650"/>
                  <a:gd name="connsiteX46" fmla="*/ 107344 w 329995"/>
                  <a:gd name="connsiteY46" fmla="*/ 13350 h 277650"/>
                  <a:gd name="connsiteX47" fmla="*/ 87201 w 329995"/>
                  <a:gd name="connsiteY47" fmla="*/ 0 h 277650"/>
                  <a:gd name="connsiteX48" fmla="*/ 80287 w 329995"/>
                  <a:gd name="connsiteY48" fmla="*/ 15495 h 277650"/>
                  <a:gd name="connsiteX49" fmla="*/ 47867 w 329995"/>
                  <a:gd name="connsiteY49" fmla="*/ 34089 h 277650"/>
                  <a:gd name="connsiteX50" fmla="*/ 55734 w 329995"/>
                  <a:gd name="connsiteY50" fmla="*/ 69132 h 277650"/>
                  <a:gd name="connsiteX51" fmla="*/ 30346 w 329995"/>
                  <a:gd name="connsiteY51" fmla="*/ 60669 h 277650"/>
                  <a:gd name="connsiteX52" fmla="*/ 40954 w 329995"/>
                  <a:gd name="connsiteY52" fmla="*/ 29321 h 277650"/>
                  <a:gd name="connsiteX53" fmla="*/ 37736 w 329995"/>
                  <a:gd name="connsiteY53" fmla="*/ 12635 h 277650"/>
                  <a:gd name="connsiteX54" fmla="*/ 30465 w 329995"/>
                  <a:gd name="connsiteY54" fmla="*/ 18713 h 27765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Lst>
                <a:rect l="l" t="t" r="r" b="b"/>
                <a:pathLst>
                  <a:path w="329995" h="277650">
                    <a:moveTo>
                      <a:pt x="30465" y="18713"/>
                    </a:moveTo>
                    <a:cubicBezTo>
                      <a:pt x="23552" y="28129"/>
                      <a:pt x="9606" y="36235"/>
                      <a:pt x="9368" y="45889"/>
                    </a:cubicBezTo>
                    <a:cubicBezTo>
                      <a:pt x="9130" y="55544"/>
                      <a:pt x="9368" y="59000"/>
                      <a:pt x="5792" y="63530"/>
                    </a:cubicBezTo>
                    <a:cubicBezTo>
                      <a:pt x="2217" y="68059"/>
                      <a:pt x="-3028" y="75449"/>
                      <a:pt x="2217" y="74615"/>
                    </a:cubicBezTo>
                    <a:cubicBezTo>
                      <a:pt x="7461" y="73780"/>
                      <a:pt x="13421" y="74615"/>
                      <a:pt x="13421" y="79859"/>
                    </a:cubicBezTo>
                    <a:cubicBezTo>
                      <a:pt x="13421" y="85103"/>
                      <a:pt x="25340" y="86772"/>
                      <a:pt x="24029" y="95712"/>
                    </a:cubicBezTo>
                    <a:cubicBezTo>
                      <a:pt x="22718" y="104651"/>
                      <a:pt x="19022" y="127774"/>
                      <a:pt x="39524" y="127298"/>
                    </a:cubicBezTo>
                    <a:cubicBezTo>
                      <a:pt x="60025" y="126821"/>
                      <a:pt x="71944" y="119908"/>
                      <a:pt x="80526" y="130873"/>
                    </a:cubicBezTo>
                    <a:cubicBezTo>
                      <a:pt x="88178" y="141565"/>
                      <a:pt x="101087" y="147203"/>
                      <a:pt x="114138" y="145534"/>
                    </a:cubicBezTo>
                    <a:cubicBezTo>
                      <a:pt x="127488" y="143865"/>
                      <a:pt x="149300" y="141243"/>
                      <a:pt x="142148" y="152924"/>
                    </a:cubicBezTo>
                    <a:cubicBezTo>
                      <a:pt x="134997" y="164605"/>
                      <a:pt x="130229" y="189874"/>
                      <a:pt x="136427" y="196787"/>
                    </a:cubicBezTo>
                    <a:cubicBezTo>
                      <a:pt x="142625" y="203700"/>
                      <a:pt x="150730" y="209540"/>
                      <a:pt x="145724" y="215262"/>
                    </a:cubicBezTo>
                    <a:cubicBezTo>
                      <a:pt x="140718" y="220983"/>
                      <a:pt x="138334" y="228253"/>
                      <a:pt x="144771" y="233259"/>
                    </a:cubicBezTo>
                    <a:cubicBezTo>
                      <a:pt x="148585" y="235918"/>
                      <a:pt x="150301" y="240697"/>
                      <a:pt x="149061" y="245179"/>
                    </a:cubicBezTo>
                    <a:cubicBezTo>
                      <a:pt x="149061" y="245179"/>
                      <a:pt x="147750" y="246252"/>
                      <a:pt x="145724" y="247205"/>
                    </a:cubicBezTo>
                    <a:cubicBezTo>
                      <a:pt x="155260" y="256740"/>
                      <a:pt x="158597" y="267110"/>
                      <a:pt x="164080" y="271044"/>
                    </a:cubicBezTo>
                    <a:cubicBezTo>
                      <a:pt x="169563" y="274977"/>
                      <a:pt x="173377" y="279625"/>
                      <a:pt x="178383" y="276765"/>
                    </a:cubicBezTo>
                    <a:cubicBezTo>
                      <a:pt x="183389" y="273904"/>
                      <a:pt x="187084" y="271759"/>
                      <a:pt x="191375" y="274619"/>
                    </a:cubicBezTo>
                    <a:cubicBezTo>
                      <a:pt x="195666" y="277480"/>
                      <a:pt x="201387" y="271759"/>
                      <a:pt x="207943" y="266037"/>
                    </a:cubicBezTo>
                    <a:cubicBezTo>
                      <a:pt x="214498" y="260316"/>
                      <a:pt x="221530" y="265322"/>
                      <a:pt x="223795" y="258052"/>
                    </a:cubicBezTo>
                    <a:cubicBezTo>
                      <a:pt x="225070" y="251282"/>
                      <a:pt x="230553" y="246085"/>
                      <a:pt x="237383" y="245179"/>
                    </a:cubicBezTo>
                    <a:cubicBezTo>
                      <a:pt x="245369" y="243748"/>
                      <a:pt x="245369" y="235048"/>
                      <a:pt x="240244" y="235048"/>
                    </a:cubicBezTo>
                    <a:cubicBezTo>
                      <a:pt x="235118" y="235048"/>
                      <a:pt x="228325" y="241484"/>
                      <a:pt x="228325" y="232187"/>
                    </a:cubicBezTo>
                    <a:cubicBezTo>
                      <a:pt x="228325" y="222890"/>
                      <a:pt x="221769" y="225035"/>
                      <a:pt x="221769" y="217049"/>
                    </a:cubicBezTo>
                    <a:cubicBezTo>
                      <a:pt x="222961" y="209660"/>
                      <a:pt x="219182" y="202353"/>
                      <a:pt x="212472" y="199051"/>
                    </a:cubicBezTo>
                    <a:cubicBezTo>
                      <a:pt x="203890" y="194045"/>
                      <a:pt x="224391" y="191900"/>
                      <a:pt x="228325" y="196191"/>
                    </a:cubicBezTo>
                    <a:cubicBezTo>
                      <a:pt x="232258" y="200482"/>
                      <a:pt x="247753" y="196906"/>
                      <a:pt x="249183" y="203461"/>
                    </a:cubicBezTo>
                    <a:cubicBezTo>
                      <a:pt x="250613" y="210017"/>
                      <a:pt x="258480" y="212043"/>
                      <a:pt x="258480" y="204177"/>
                    </a:cubicBezTo>
                    <a:cubicBezTo>
                      <a:pt x="258480" y="196310"/>
                      <a:pt x="267896" y="193330"/>
                      <a:pt x="275048" y="194760"/>
                    </a:cubicBezTo>
                    <a:cubicBezTo>
                      <a:pt x="282199" y="196191"/>
                      <a:pt x="298052" y="185463"/>
                      <a:pt x="304608" y="182841"/>
                    </a:cubicBezTo>
                    <a:cubicBezTo>
                      <a:pt x="307945" y="181649"/>
                      <a:pt x="309137" y="177597"/>
                      <a:pt x="311044" y="174140"/>
                    </a:cubicBezTo>
                    <a:cubicBezTo>
                      <a:pt x="306300" y="167310"/>
                      <a:pt x="301032" y="160862"/>
                      <a:pt x="295311" y="154831"/>
                    </a:cubicBezTo>
                    <a:cubicBezTo>
                      <a:pt x="290185" y="150540"/>
                      <a:pt x="298767" y="148037"/>
                      <a:pt x="297933" y="141958"/>
                    </a:cubicBezTo>
                    <a:cubicBezTo>
                      <a:pt x="297098" y="135879"/>
                      <a:pt x="297933" y="131708"/>
                      <a:pt x="309137" y="130754"/>
                    </a:cubicBezTo>
                    <a:cubicBezTo>
                      <a:pt x="320341" y="129800"/>
                      <a:pt x="318553" y="121338"/>
                      <a:pt x="312474" y="117881"/>
                    </a:cubicBezTo>
                    <a:cubicBezTo>
                      <a:pt x="306395" y="114425"/>
                      <a:pt x="315097" y="104889"/>
                      <a:pt x="321175" y="101552"/>
                    </a:cubicBezTo>
                    <a:cubicBezTo>
                      <a:pt x="324990" y="98310"/>
                      <a:pt x="328017" y="94234"/>
                      <a:pt x="329996" y="89633"/>
                    </a:cubicBezTo>
                    <a:cubicBezTo>
                      <a:pt x="318708" y="86343"/>
                      <a:pt x="306908" y="85175"/>
                      <a:pt x="295191" y="86176"/>
                    </a:cubicBezTo>
                    <a:cubicBezTo>
                      <a:pt x="286133" y="86176"/>
                      <a:pt x="301032" y="76045"/>
                      <a:pt x="301509" y="66509"/>
                    </a:cubicBezTo>
                    <a:cubicBezTo>
                      <a:pt x="301985" y="56974"/>
                      <a:pt x="276002" y="55305"/>
                      <a:pt x="265751" y="53160"/>
                    </a:cubicBezTo>
                    <a:cubicBezTo>
                      <a:pt x="255500" y="51014"/>
                      <a:pt x="258242" y="40406"/>
                      <a:pt x="268850" y="39930"/>
                    </a:cubicBezTo>
                    <a:cubicBezTo>
                      <a:pt x="279458" y="39453"/>
                      <a:pt x="263009" y="31944"/>
                      <a:pt x="248706" y="34089"/>
                    </a:cubicBezTo>
                    <a:cubicBezTo>
                      <a:pt x="232544" y="37164"/>
                      <a:pt x="216942" y="42719"/>
                      <a:pt x="202460" y="50538"/>
                    </a:cubicBezTo>
                    <a:cubicBezTo>
                      <a:pt x="190540" y="56855"/>
                      <a:pt x="170635" y="31944"/>
                      <a:pt x="157286" y="37188"/>
                    </a:cubicBezTo>
                    <a:cubicBezTo>
                      <a:pt x="143936" y="42433"/>
                      <a:pt x="125461" y="42552"/>
                      <a:pt x="125938" y="31944"/>
                    </a:cubicBezTo>
                    <a:cubicBezTo>
                      <a:pt x="127369" y="23112"/>
                      <a:pt x="121361" y="14780"/>
                      <a:pt x="112529" y="13350"/>
                    </a:cubicBezTo>
                    <a:cubicBezTo>
                      <a:pt x="110813" y="13075"/>
                      <a:pt x="109060" y="13075"/>
                      <a:pt x="107344" y="13350"/>
                    </a:cubicBezTo>
                    <a:cubicBezTo>
                      <a:pt x="94114" y="14422"/>
                      <a:pt x="97213" y="0"/>
                      <a:pt x="87201" y="0"/>
                    </a:cubicBezTo>
                    <a:cubicBezTo>
                      <a:pt x="77188" y="0"/>
                      <a:pt x="87201" y="11919"/>
                      <a:pt x="80287" y="15495"/>
                    </a:cubicBezTo>
                    <a:cubicBezTo>
                      <a:pt x="73374" y="19071"/>
                      <a:pt x="49417" y="24434"/>
                      <a:pt x="47867" y="34089"/>
                    </a:cubicBezTo>
                    <a:cubicBezTo>
                      <a:pt x="46318" y="43744"/>
                      <a:pt x="60621" y="59596"/>
                      <a:pt x="55734" y="69132"/>
                    </a:cubicBezTo>
                    <a:cubicBezTo>
                      <a:pt x="50847" y="78667"/>
                      <a:pt x="35114" y="70681"/>
                      <a:pt x="30346" y="60669"/>
                    </a:cubicBezTo>
                    <a:cubicBezTo>
                      <a:pt x="25578" y="50657"/>
                      <a:pt x="44053" y="35162"/>
                      <a:pt x="40954" y="29321"/>
                    </a:cubicBezTo>
                    <a:cubicBezTo>
                      <a:pt x="37867" y="24339"/>
                      <a:pt x="36723" y="18403"/>
                      <a:pt x="37736" y="12635"/>
                    </a:cubicBezTo>
                    <a:cubicBezTo>
                      <a:pt x="34685" y="13755"/>
                      <a:pt x="32110" y="15912"/>
                      <a:pt x="30465" y="18713"/>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33" name="Freeform: Shape 132">
                <a:extLst>
                  <a:ext uri="{FF2B5EF4-FFF2-40B4-BE49-F238E27FC236}">
                    <a16:creationId xmlns:a16="http://schemas.microsoft.com/office/drawing/2014/main" id="{B36723A3-686B-4F99-966A-42B70D05A7B3}"/>
                  </a:ext>
                </a:extLst>
              </p:cNvPr>
              <p:cNvSpPr/>
              <p:nvPr/>
            </p:nvSpPr>
            <p:spPr>
              <a:xfrm>
                <a:off x="2865644" y="8468634"/>
                <a:ext cx="99034" cy="105635"/>
              </a:xfrm>
              <a:custGeom>
                <a:avLst/>
                <a:gdLst>
                  <a:gd name="connsiteX0" fmla="*/ 21321 w 99034"/>
                  <a:gd name="connsiteY0" fmla="*/ 20473 h 105635"/>
                  <a:gd name="connsiteX1" fmla="*/ 10117 w 99034"/>
                  <a:gd name="connsiteY1" fmla="*/ 31677 h 105635"/>
                  <a:gd name="connsiteX2" fmla="*/ 582 w 99034"/>
                  <a:gd name="connsiteY2" fmla="*/ 52298 h 105635"/>
                  <a:gd name="connsiteX3" fmla="*/ 20368 w 99034"/>
                  <a:gd name="connsiteY3" fmla="*/ 77328 h 105635"/>
                  <a:gd name="connsiteX4" fmla="*/ 34552 w 99034"/>
                  <a:gd name="connsiteY4" fmla="*/ 104265 h 105635"/>
                  <a:gd name="connsiteX5" fmla="*/ 46471 w 99034"/>
                  <a:gd name="connsiteY5" fmla="*/ 104980 h 105635"/>
                  <a:gd name="connsiteX6" fmla="*/ 56602 w 99034"/>
                  <a:gd name="connsiteY6" fmla="*/ 89843 h 105635"/>
                  <a:gd name="connsiteX7" fmla="*/ 83182 w 99034"/>
                  <a:gd name="connsiteY7" fmla="*/ 90558 h 105635"/>
                  <a:gd name="connsiteX8" fmla="*/ 85566 w 99034"/>
                  <a:gd name="connsiteY8" fmla="*/ 93657 h 105635"/>
                  <a:gd name="connsiteX9" fmla="*/ 92598 w 99034"/>
                  <a:gd name="connsiteY9" fmla="*/ 82453 h 105635"/>
                  <a:gd name="connsiteX10" fmla="*/ 90095 w 99034"/>
                  <a:gd name="connsiteY10" fmla="*/ 50629 h 105635"/>
                  <a:gd name="connsiteX11" fmla="*/ 94386 w 99034"/>
                  <a:gd name="connsiteY11" fmla="*/ 22261 h 105635"/>
                  <a:gd name="connsiteX12" fmla="*/ 99035 w 99034"/>
                  <a:gd name="connsiteY12" fmla="*/ 10342 h 105635"/>
                  <a:gd name="connsiteX13" fmla="*/ 75196 w 99034"/>
                  <a:gd name="connsiteY13" fmla="*/ 4978 h 105635"/>
                  <a:gd name="connsiteX14" fmla="*/ 44325 w 99034"/>
                  <a:gd name="connsiteY14" fmla="*/ 4978 h 105635"/>
                  <a:gd name="connsiteX15" fmla="*/ 26327 w 99034"/>
                  <a:gd name="connsiteY15" fmla="*/ 4978 h 105635"/>
                  <a:gd name="connsiteX16" fmla="*/ 23944 w 99034"/>
                  <a:gd name="connsiteY16" fmla="*/ 4978 h 105635"/>
                  <a:gd name="connsiteX17" fmla="*/ 21321 w 99034"/>
                  <a:gd name="connsiteY17" fmla="*/ 20473 h 10563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99034" h="105635">
                    <a:moveTo>
                      <a:pt x="21321" y="20473"/>
                    </a:moveTo>
                    <a:cubicBezTo>
                      <a:pt x="24778" y="27387"/>
                      <a:pt x="17030" y="30843"/>
                      <a:pt x="10117" y="31677"/>
                    </a:cubicBezTo>
                    <a:cubicBezTo>
                      <a:pt x="3204" y="32512"/>
                      <a:pt x="4873" y="48007"/>
                      <a:pt x="582" y="52298"/>
                    </a:cubicBezTo>
                    <a:cubicBezTo>
                      <a:pt x="-3709" y="56589"/>
                      <a:pt x="17030" y="67912"/>
                      <a:pt x="20368" y="77328"/>
                    </a:cubicBezTo>
                    <a:cubicBezTo>
                      <a:pt x="24587" y="86565"/>
                      <a:pt x="29319" y="95565"/>
                      <a:pt x="34552" y="104265"/>
                    </a:cubicBezTo>
                    <a:cubicBezTo>
                      <a:pt x="38342" y="105803"/>
                      <a:pt x="42526" y="106054"/>
                      <a:pt x="46471" y="104980"/>
                    </a:cubicBezTo>
                    <a:cubicBezTo>
                      <a:pt x="53027" y="101405"/>
                      <a:pt x="47186" y="89128"/>
                      <a:pt x="56602" y="89843"/>
                    </a:cubicBezTo>
                    <a:cubicBezTo>
                      <a:pt x="66019" y="90558"/>
                      <a:pt x="79606" y="84837"/>
                      <a:pt x="83182" y="90558"/>
                    </a:cubicBezTo>
                    <a:cubicBezTo>
                      <a:pt x="83874" y="91667"/>
                      <a:pt x="84672" y="92704"/>
                      <a:pt x="85566" y="93657"/>
                    </a:cubicBezTo>
                    <a:cubicBezTo>
                      <a:pt x="88546" y="89128"/>
                      <a:pt x="91764" y="84241"/>
                      <a:pt x="92598" y="82453"/>
                    </a:cubicBezTo>
                    <a:cubicBezTo>
                      <a:pt x="94613" y="71809"/>
                      <a:pt x="93755" y="60820"/>
                      <a:pt x="90095" y="50629"/>
                    </a:cubicBezTo>
                    <a:cubicBezTo>
                      <a:pt x="86174" y="41105"/>
                      <a:pt x="87831" y="30199"/>
                      <a:pt x="94386" y="22261"/>
                    </a:cubicBezTo>
                    <a:cubicBezTo>
                      <a:pt x="96544" y="18554"/>
                      <a:pt x="98117" y="14538"/>
                      <a:pt x="99035" y="10342"/>
                    </a:cubicBezTo>
                    <a:cubicBezTo>
                      <a:pt x="91621" y="6695"/>
                      <a:pt x="83456" y="4859"/>
                      <a:pt x="75196" y="4978"/>
                    </a:cubicBezTo>
                    <a:cubicBezTo>
                      <a:pt x="62443" y="6528"/>
                      <a:pt x="49093" y="12368"/>
                      <a:pt x="44325" y="4978"/>
                    </a:cubicBezTo>
                    <a:cubicBezTo>
                      <a:pt x="39558" y="-2412"/>
                      <a:pt x="32406" y="-862"/>
                      <a:pt x="26327" y="4978"/>
                    </a:cubicBezTo>
                    <a:cubicBezTo>
                      <a:pt x="25576" y="5324"/>
                      <a:pt x="24694" y="5324"/>
                      <a:pt x="23944" y="4978"/>
                    </a:cubicBezTo>
                    <a:cubicBezTo>
                      <a:pt x="21798" y="11295"/>
                      <a:pt x="19533" y="17017"/>
                      <a:pt x="21321" y="20473"/>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34" name="Freeform: Shape 133">
                <a:extLst>
                  <a:ext uri="{FF2B5EF4-FFF2-40B4-BE49-F238E27FC236}">
                    <a16:creationId xmlns:a16="http://schemas.microsoft.com/office/drawing/2014/main" id="{18EB1EBF-A520-4CE2-8290-CC5BBB2E792C}"/>
                  </a:ext>
                </a:extLst>
              </p:cNvPr>
              <p:cNvSpPr/>
              <p:nvPr/>
            </p:nvSpPr>
            <p:spPr>
              <a:xfrm>
                <a:off x="2786259" y="8413897"/>
                <a:ext cx="113579" cy="173045"/>
              </a:xfrm>
              <a:custGeom>
                <a:avLst/>
                <a:gdLst>
                  <a:gd name="connsiteX0" fmla="*/ 27522 w 113579"/>
                  <a:gd name="connsiteY0" fmla="*/ 11562 h 173045"/>
                  <a:gd name="connsiteX1" fmla="*/ 18821 w 113579"/>
                  <a:gd name="connsiteY1" fmla="*/ 27891 h 173045"/>
                  <a:gd name="connsiteX2" fmla="*/ 15484 w 113579"/>
                  <a:gd name="connsiteY2" fmla="*/ 40764 h 173045"/>
                  <a:gd name="connsiteX3" fmla="*/ 4280 w 113579"/>
                  <a:gd name="connsiteY3" fmla="*/ 51968 h 173045"/>
                  <a:gd name="connsiteX4" fmla="*/ 1658 w 113579"/>
                  <a:gd name="connsiteY4" fmla="*/ 64841 h 173045"/>
                  <a:gd name="connsiteX5" fmla="*/ 17391 w 113579"/>
                  <a:gd name="connsiteY5" fmla="*/ 84150 h 173045"/>
                  <a:gd name="connsiteX6" fmla="*/ 25973 w 113579"/>
                  <a:gd name="connsiteY6" fmla="*/ 79144 h 173045"/>
                  <a:gd name="connsiteX7" fmla="*/ 36104 w 113579"/>
                  <a:gd name="connsiteY7" fmla="*/ 99287 h 173045"/>
                  <a:gd name="connsiteX8" fmla="*/ 40538 w 113579"/>
                  <a:gd name="connsiteY8" fmla="*/ 116594 h 173045"/>
                  <a:gd name="connsiteX9" fmla="*/ 38250 w 113579"/>
                  <a:gd name="connsiteY9" fmla="*/ 119431 h 173045"/>
                  <a:gd name="connsiteX10" fmla="*/ 43256 w 113579"/>
                  <a:gd name="connsiteY10" fmla="*/ 161863 h 173045"/>
                  <a:gd name="connsiteX11" fmla="*/ 69120 w 113579"/>
                  <a:gd name="connsiteY11" fmla="*/ 170564 h 173045"/>
                  <a:gd name="connsiteX12" fmla="*/ 84973 w 113579"/>
                  <a:gd name="connsiteY12" fmla="*/ 164724 h 173045"/>
                  <a:gd name="connsiteX13" fmla="*/ 96892 w 113579"/>
                  <a:gd name="connsiteY13" fmla="*/ 159003 h 173045"/>
                  <a:gd name="connsiteX14" fmla="*/ 113579 w 113579"/>
                  <a:gd name="connsiteY14" fmla="*/ 159003 h 173045"/>
                  <a:gd name="connsiteX15" fmla="*/ 99395 w 113579"/>
                  <a:gd name="connsiteY15" fmla="*/ 132065 h 173045"/>
                  <a:gd name="connsiteX16" fmla="*/ 79609 w 113579"/>
                  <a:gd name="connsiteY16" fmla="*/ 107035 h 173045"/>
                  <a:gd name="connsiteX17" fmla="*/ 89145 w 113579"/>
                  <a:gd name="connsiteY17" fmla="*/ 86414 h 173045"/>
                  <a:gd name="connsiteX18" fmla="*/ 100349 w 113579"/>
                  <a:gd name="connsiteY18" fmla="*/ 75211 h 173045"/>
                  <a:gd name="connsiteX19" fmla="*/ 102971 w 113579"/>
                  <a:gd name="connsiteY19" fmla="*/ 59835 h 173045"/>
                  <a:gd name="connsiteX20" fmla="*/ 80921 w 113579"/>
                  <a:gd name="connsiteY20" fmla="*/ 40049 h 173045"/>
                  <a:gd name="connsiteX21" fmla="*/ 68763 w 113579"/>
                  <a:gd name="connsiteY21" fmla="*/ 28368 h 173045"/>
                  <a:gd name="connsiteX22" fmla="*/ 69001 w 113579"/>
                  <a:gd name="connsiteY22" fmla="*/ 25746 h 173045"/>
                  <a:gd name="connsiteX23" fmla="*/ 45163 w 113579"/>
                  <a:gd name="connsiteY23" fmla="*/ 5483 h 173045"/>
                  <a:gd name="connsiteX24" fmla="*/ 36462 w 113579"/>
                  <a:gd name="connsiteY24" fmla="*/ 0 h 173045"/>
                  <a:gd name="connsiteX25" fmla="*/ 27522 w 113579"/>
                  <a:gd name="connsiteY25" fmla="*/ 11562 h 17304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13579" h="173045">
                    <a:moveTo>
                      <a:pt x="27522" y="11562"/>
                    </a:moveTo>
                    <a:cubicBezTo>
                      <a:pt x="21443" y="14899"/>
                      <a:pt x="12862" y="24434"/>
                      <a:pt x="18821" y="27891"/>
                    </a:cubicBezTo>
                    <a:cubicBezTo>
                      <a:pt x="24781" y="31348"/>
                      <a:pt x="26688" y="39810"/>
                      <a:pt x="15484" y="40764"/>
                    </a:cubicBezTo>
                    <a:cubicBezTo>
                      <a:pt x="4280" y="41717"/>
                      <a:pt x="3565" y="46008"/>
                      <a:pt x="4280" y="51968"/>
                    </a:cubicBezTo>
                    <a:cubicBezTo>
                      <a:pt x="4995" y="57927"/>
                      <a:pt x="-3468" y="60550"/>
                      <a:pt x="1658" y="64841"/>
                    </a:cubicBezTo>
                    <a:cubicBezTo>
                      <a:pt x="7379" y="70872"/>
                      <a:pt x="12647" y="77320"/>
                      <a:pt x="17391" y="84150"/>
                    </a:cubicBezTo>
                    <a:cubicBezTo>
                      <a:pt x="18619" y="80586"/>
                      <a:pt x="22266" y="78464"/>
                      <a:pt x="25973" y="79144"/>
                    </a:cubicBezTo>
                    <a:cubicBezTo>
                      <a:pt x="36104" y="80574"/>
                      <a:pt x="28118" y="95712"/>
                      <a:pt x="36104" y="99287"/>
                    </a:cubicBezTo>
                    <a:cubicBezTo>
                      <a:pt x="42112" y="102839"/>
                      <a:pt x="44090" y="110587"/>
                      <a:pt x="40538" y="116594"/>
                    </a:cubicBezTo>
                    <a:cubicBezTo>
                      <a:pt x="39918" y="117643"/>
                      <a:pt x="39144" y="118597"/>
                      <a:pt x="38250" y="119431"/>
                    </a:cubicBezTo>
                    <a:cubicBezTo>
                      <a:pt x="32528" y="123722"/>
                      <a:pt x="30264" y="147441"/>
                      <a:pt x="43256" y="161863"/>
                    </a:cubicBezTo>
                    <a:cubicBezTo>
                      <a:pt x="56248" y="176286"/>
                      <a:pt x="66260" y="173783"/>
                      <a:pt x="69120" y="170564"/>
                    </a:cubicBezTo>
                    <a:cubicBezTo>
                      <a:pt x="71981" y="167346"/>
                      <a:pt x="82113" y="170564"/>
                      <a:pt x="84973" y="164724"/>
                    </a:cubicBezTo>
                    <a:cubicBezTo>
                      <a:pt x="87834" y="158884"/>
                      <a:pt x="91529" y="165439"/>
                      <a:pt x="96892" y="159003"/>
                    </a:cubicBezTo>
                    <a:cubicBezTo>
                      <a:pt x="100230" y="155308"/>
                      <a:pt x="107143" y="157215"/>
                      <a:pt x="113579" y="159003"/>
                    </a:cubicBezTo>
                    <a:cubicBezTo>
                      <a:pt x="108347" y="150302"/>
                      <a:pt x="103615" y="141303"/>
                      <a:pt x="99395" y="132065"/>
                    </a:cubicBezTo>
                    <a:cubicBezTo>
                      <a:pt x="96058" y="122649"/>
                      <a:pt x="75557" y="111445"/>
                      <a:pt x="79609" y="107035"/>
                    </a:cubicBezTo>
                    <a:cubicBezTo>
                      <a:pt x="83662" y="102625"/>
                      <a:pt x="82232" y="87249"/>
                      <a:pt x="89145" y="86414"/>
                    </a:cubicBezTo>
                    <a:cubicBezTo>
                      <a:pt x="96058" y="85580"/>
                      <a:pt x="103805" y="82124"/>
                      <a:pt x="100349" y="75211"/>
                    </a:cubicBezTo>
                    <a:cubicBezTo>
                      <a:pt x="98561" y="71754"/>
                      <a:pt x="100349" y="66033"/>
                      <a:pt x="102971" y="59835"/>
                    </a:cubicBezTo>
                    <a:cubicBezTo>
                      <a:pt x="96296" y="59835"/>
                      <a:pt x="86523" y="40049"/>
                      <a:pt x="80921" y="40049"/>
                    </a:cubicBezTo>
                    <a:cubicBezTo>
                      <a:pt x="74341" y="40180"/>
                      <a:pt x="68894" y="34959"/>
                      <a:pt x="68763" y="28368"/>
                    </a:cubicBezTo>
                    <a:cubicBezTo>
                      <a:pt x="68739" y="27486"/>
                      <a:pt x="68822" y="26616"/>
                      <a:pt x="69001" y="25746"/>
                    </a:cubicBezTo>
                    <a:cubicBezTo>
                      <a:pt x="70670" y="16687"/>
                      <a:pt x="54102" y="15614"/>
                      <a:pt x="45163" y="5483"/>
                    </a:cubicBezTo>
                    <a:cubicBezTo>
                      <a:pt x="42755" y="2968"/>
                      <a:pt x="39763" y="1097"/>
                      <a:pt x="36462" y="0"/>
                    </a:cubicBezTo>
                    <a:cubicBezTo>
                      <a:pt x="34400" y="4482"/>
                      <a:pt x="31336" y="8439"/>
                      <a:pt x="27522" y="11562"/>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35" name="Freeform: Shape 134">
                <a:extLst>
                  <a:ext uri="{FF2B5EF4-FFF2-40B4-BE49-F238E27FC236}">
                    <a16:creationId xmlns:a16="http://schemas.microsoft.com/office/drawing/2014/main" id="{E7B0FF39-1426-48EE-9699-1ED003E3A2A5}"/>
                  </a:ext>
                </a:extLst>
              </p:cNvPr>
              <p:cNvSpPr/>
              <p:nvPr/>
            </p:nvSpPr>
            <p:spPr>
              <a:xfrm>
                <a:off x="2951329" y="8478499"/>
                <a:ext cx="74853" cy="89455"/>
              </a:xfrm>
              <a:custGeom>
                <a:avLst/>
                <a:gdLst>
                  <a:gd name="connsiteX0" fmla="*/ 4529 w 74853"/>
                  <a:gd name="connsiteY0" fmla="*/ 40525 h 89455"/>
                  <a:gd name="connsiteX1" fmla="*/ 7032 w 74853"/>
                  <a:gd name="connsiteY1" fmla="*/ 72350 h 89455"/>
                  <a:gd name="connsiteX2" fmla="*/ 0 w 74853"/>
                  <a:gd name="connsiteY2" fmla="*/ 83554 h 89455"/>
                  <a:gd name="connsiteX3" fmla="*/ 21335 w 74853"/>
                  <a:gd name="connsiteY3" fmla="*/ 87725 h 89455"/>
                  <a:gd name="connsiteX4" fmla="*/ 46604 w 74853"/>
                  <a:gd name="connsiteY4" fmla="*/ 76879 h 89455"/>
                  <a:gd name="connsiteX5" fmla="*/ 74853 w 74853"/>
                  <a:gd name="connsiteY5" fmla="*/ 38738 h 89455"/>
                  <a:gd name="connsiteX6" fmla="*/ 74853 w 74853"/>
                  <a:gd name="connsiteY6" fmla="*/ 38738 h 89455"/>
                  <a:gd name="connsiteX7" fmla="*/ 33970 w 74853"/>
                  <a:gd name="connsiteY7" fmla="*/ 6794 h 89455"/>
                  <a:gd name="connsiteX8" fmla="*/ 13826 w 74853"/>
                  <a:gd name="connsiteY8" fmla="*/ 0 h 89455"/>
                  <a:gd name="connsiteX9" fmla="*/ 9178 w 74853"/>
                  <a:gd name="connsiteY9" fmla="*/ 11919 h 89455"/>
                  <a:gd name="connsiteX10" fmla="*/ 4529 w 74853"/>
                  <a:gd name="connsiteY10" fmla="*/ 40525 h 8945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4853" h="89455">
                    <a:moveTo>
                      <a:pt x="4529" y="40525"/>
                    </a:moveTo>
                    <a:cubicBezTo>
                      <a:pt x="8188" y="50716"/>
                      <a:pt x="9047" y="61706"/>
                      <a:pt x="7032" y="72350"/>
                    </a:cubicBezTo>
                    <a:cubicBezTo>
                      <a:pt x="6198" y="74138"/>
                      <a:pt x="2980" y="79025"/>
                      <a:pt x="0" y="83554"/>
                    </a:cubicBezTo>
                    <a:cubicBezTo>
                      <a:pt x="5459" y="89430"/>
                      <a:pt x="14077" y="91110"/>
                      <a:pt x="21335" y="87725"/>
                    </a:cubicBezTo>
                    <a:cubicBezTo>
                      <a:pt x="35043" y="83315"/>
                      <a:pt x="41479" y="92017"/>
                      <a:pt x="46604" y="76879"/>
                    </a:cubicBezTo>
                    <a:cubicBezTo>
                      <a:pt x="53482" y="62469"/>
                      <a:pt x="63077" y="49512"/>
                      <a:pt x="74853" y="38738"/>
                    </a:cubicBezTo>
                    <a:lnTo>
                      <a:pt x="74853" y="38738"/>
                    </a:lnTo>
                    <a:cubicBezTo>
                      <a:pt x="64841" y="34447"/>
                      <a:pt x="49346" y="10012"/>
                      <a:pt x="33970" y="6794"/>
                    </a:cubicBezTo>
                    <a:cubicBezTo>
                      <a:pt x="27069" y="5125"/>
                      <a:pt x="20334" y="2849"/>
                      <a:pt x="13826" y="0"/>
                    </a:cubicBezTo>
                    <a:cubicBezTo>
                      <a:pt x="12908" y="4195"/>
                      <a:pt x="11335" y="8212"/>
                      <a:pt x="9178" y="11919"/>
                    </a:cubicBezTo>
                    <a:cubicBezTo>
                      <a:pt x="2408" y="19834"/>
                      <a:pt x="620" y="30871"/>
                      <a:pt x="4529" y="40525"/>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36" name="Freeform: Shape 135">
                <a:extLst>
                  <a:ext uri="{FF2B5EF4-FFF2-40B4-BE49-F238E27FC236}">
                    <a16:creationId xmlns:a16="http://schemas.microsoft.com/office/drawing/2014/main" id="{05B8797F-28D7-49F4-95F4-E87B35D856AF}"/>
                  </a:ext>
                </a:extLst>
              </p:cNvPr>
              <p:cNvSpPr/>
              <p:nvPr/>
            </p:nvSpPr>
            <p:spPr>
              <a:xfrm>
                <a:off x="2224156" y="8048440"/>
                <a:ext cx="246963" cy="80204"/>
              </a:xfrm>
              <a:custGeom>
                <a:avLst/>
                <a:gdLst>
                  <a:gd name="connsiteX0" fmla="*/ 201177 w 246963"/>
                  <a:gd name="connsiteY0" fmla="*/ 49001 h 80204"/>
                  <a:gd name="connsiteX1" fmla="*/ 85322 w 246963"/>
                  <a:gd name="connsiteY1" fmla="*/ 2158 h 80204"/>
                  <a:gd name="connsiteX2" fmla="*/ 338 w 246963"/>
                  <a:gd name="connsiteY2" fmla="*/ 31956 h 80204"/>
                  <a:gd name="connsiteX3" fmla="*/ 41816 w 246963"/>
                  <a:gd name="connsiteY3" fmla="*/ 12766 h 80204"/>
                  <a:gd name="connsiteX4" fmla="*/ 65655 w 246963"/>
                  <a:gd name="connsiteY4" fmla="*/ 22421 h 80204"/>
                  <a:gd name="connsiteX5" fmla="*/ 106061 w 246963"/>
                  <a:gd name="connsiteY5" fmla="*/ 31956 h 80204"/>
                  <a:gd name="connsiteX6" fmla="*/ 157076 w 246963"/>
                  <a:gd name="connsiteY6" fmla="*/ 58536 h 80204"/>
                  <a:gd name="connsiteX7" fmla="*/ 168995 w 246963"/>
                  <a:gd name="connsiteY7" fmla="*/ 77607 h 80204"/>
                  <a:gd name="connsiteX8" fmla="*/ 246589 w 246963"/>
                  <a:gd name="connsiteY8" fmla="*/ 75462 h 80204"/>
                  <a:gd name="connsiteX9" fmla="*/ 201177 w 246963"/>
                  <a:gd name="connsiteY9" fmla="*/ 49001 h 8020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246963" h="80204">
                    <a:moveTo>
                      <a:pt x="201177" y="49001"/>
                    </a:moveTo>
                    <a:cubicBezTo>
                      <a:pt x="185205" y="49001"/>
                      <a:pt x="133118" y="13243"/>
                      <a:pt x="85322" y="2158"/>
                    </a:cubicBezTo>
                    <a:cubicBezTo>
                      <a:pt x="37526" y="-8926"/>
                      <a:pt x="-4192" y="25997"/>
                      <a:pt x="338" y="31956"/>
                    </a:cubicBezTo>
                    <a:cubicBezTo>
                      <a:pt x="6655" y="40419"/>
                      <a:pt x="30017" y="21348"/>
                      <a:pt x="41816" y="12766"/>
                    </a:cubicBezTo>
                    <a:cubicBezTo>
                      <a:pt x="53617" y="4185"/>
                      <a:pt x="64106" y="17057"/>
                      <a:pt x="65655" y="22421"/>
                    </a:cubicBezTo>
                    <a:cubicBezTo>
                      <a:pt x="67205" y="27785"/>
                      <a:pt x="81508" y="30884"/>
                      <a:pt x="106061" y="31956"/>
                    </a:cubicBezTo>
                    <a:cubicBezTo>
                      <a:pt x="130615" y="33029"/>
                      <a:pt x="133595" y="53173"/>
                      <a:pt x="157076" y="58536"/>
                    </a:cubicBezTo>
                    <a:cubicBezTo>
                      <a:pt x="180556" y="63900"/>
                      <a:pt x="157076" y="73435"/>
                      <a:pt x="168995" y="77607"/>
                    </a:cubicBezTo>
                    <a:cubicBezTo>
                      <a:pt x="180914" y="81779"/>
                      <a:pt x="242298" y="80825"/>
                      <a:pt x="246589" y="75462"/>
                    </a:cubicBezTo>
                    <a:cubicBezTo>
                      <a:pt x="250880" y="70098"/>
                      <a:pt x="217149" y="49001"/>
                      <a:pt x="201177" y="49001"/>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37" name="Freeform: Shape 136">
                <a:extLst>
                  <a:ext uri="{FF2B5EF4-FFF2-40B4-BE49-F238E27FC236}">
                    <a16:creationId xmlns:a16="http://schemas.microsoft.com/office/drawing/2014/main" id="{7FABD1B7-06CF-4955-8A45-37AA49CDCBF7}"/>
                  </a:ext>
                </a:extLst>
              </p:cNvPr>
              <p:cNvSpPr/>
              <p:nvPr/>
            </p:nvSpPr>
            <p:spPr>
              <a:xfrm>
                <a:off x="2370768" y="8166667"/>
                <a:ext cx="49546" cy="16325"/>
              </a:xfrm>
              <a:custGeom>
                <a:avLst/>
                <a:gdLst>
                  <a:gd name="connsiteX0" fmla="*/ 333 w 49546"/>
                  <a:gd name="connsiteY0" fmla="*/ 4078 h 16325"/>
                  <a:gd name="connsiteX1" fmla="*/ 49321 w 49546"/>
                  <a:gd name="connsiteY1" fmla="*/ 12540 h 16325"/>
                  <a:gd name="connsiteX2" fmla="*/ 333 w 49546"/>
                  <a:gd name="connsiteY2" fmla="*/ 4078 h 16325"/>
                </a:gdLst>
                <a:ahLst/>
                <a:cxnLst>
                  <a:cxn ang="0">
                    <a:pos x="connsiteX0" y="connsiteY0"/>
                  </a:cxn>
                  <a:cxn ang="0">
                    <a:pos x="connsiteX1" y="connsiteY1"/>
                  </a:cxn>
                  <a:cxn ang="0">
                    <a:pos x="connsiteX2" y="connsiteY2"/>
                  </a:cxn>
                </a:cxnLst>
                <a:rect l="l" t="t" r="r" b="b"/>
                <a:pathLst>
                  <a:path w="49546" h="16325">
                    <a:moveTo>
                      <a:pt x="333" y="4078"/>
                    </a:moveTo>
                    <a:cubicBezTo>
                      <a:pt x="4624" y="11468"/>
                      <a:pt x="45030" y="22076"/>
                      <a:pt x="49321" y="12540"/>
                    </a:cubicBezTo>
                    <a:cubicBezTo>
                      <a:pt x="53612" y="3005"/>
                      <a:pt x="-4912" y="-5219"/>
                      <a:pt x="333" y="4078"/>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38" name="Freeform: Shape 137">
                <a:extLst>
                  <a:ext uri="{FF2B5EF4-FFF2-40B4-BE49-F238E27FC236}">
                    <a16:creationId xmlns:a16="http://schemas.microsoft.com/office/drawing/2014/main" id="{29664C57-0048-483D-BBE8-EFBE2F7E8BF5}"/>
                  </a:ext>
                </a:extLst>
              </p:cNvPr>
              <p:cNvSpPr/>
              <p:nvPr/>
            </p:nvSpPr>
            <p:spPr>
              <a:xfrm>
                <a:off x="2643142" y="8163339"/>
                <a:ext cx="40727" cy="18181"/>
              </a:xfrm>
              <a:custGeom>
                <a:avLst/>
                <a:gdLst>
                  <a:gd name="connsiteX0" fmla="*/ 1147 w 40727"/>
                  <a:gd name="connsiteY0" fmla="*/ 10028 h 18181"/>
                  <a:gd name="connsiteX1" fmla="*/ 40481 w 40727"/>
                  <a:gd name="connsiteY1" fmla="*/ 10028 h 18181"/>
                  <a:gd name="connsiteX2" fmla="*/ 1147 w 40727"/>
                  <a:gd name="connsiteY2" fmla="*/ 10028 h 18181"/>
                </a:gdLst>
                <a:ahLst/>
                <a:cxnLst>
                  <a:cxn ang="0">
                    <a:pos x="connsiteX0" y="connsiteY0"/>
                  </a:cxn>
                  <a:cxn ang="0">
                    <a:pos x="connsiteX1" y="connsiteY1"/>
                  </a:cxn>
                  <a:cxn ang="0">
                    <a:pos x="connsiteX2" y="connsiteY2"/>
                  </a:cxn>
                </a:cxnLst>
                <a:rect l="l" t="t" r="r" b="b"/>
                <a:pathLst>
                  <a:path w="40727" h="18181">
                    <a:moveTo>
                      <a:pt x="1147" y="10028"/>
                    </a:moveTo>
                    <a:cubicBezTo>
                      <a:pt x="10683" y="24927"/>
                      <a:pt x="38097" y="15988"/>
                      <a:pt x="40481" y="10028"/>
                    </a:cubicBezTo>
                    <a:cubicBezTo>
                      <a:pt x="44772" y="-1176"/>
                      <a:pt x="-8388" y="-5348"/>
                      <a:pt x="1147" y="10028"/>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39" name="Freeform: Shape 138">
                <a:extLst>
                  <a:ext uri="{FF2B5EF4-FFF2-40B4-BE49-F238E27FC236}">
                    <a16:creationId xmlns:a16="http://schemas.microsoft.com/office/drawing/2014/main" id="{75AE8C6D-D017-404A-BA37-B08F9DF346AE}"/>
                  </a:ext>
                </a:extLst>
              </p:cNvPr>
              <p:cNvSpPr/>
              <p:nvPr/>
            </p:nvSpPr>
            <p:spPr>
              <a:xfrm>
                <a:off x="2793298" y="9978279"/>
                <a:ext cx="74563" cy="30944"/>
              </a:xfrm>
              <a:custGeom>
                <a:avLst/>
                <a:gdLst>
                  <a:gd name="connsiteX0" fmla="*/ 74239 w 74563"/>
                  <a:gd name="connsiteY0" fmla="*/ 12056 h 30944"/>
                  <a:gd name="connsiteX1" fmla="*/ 34905 w 74563"/>
                  <a:gd name="connsiteY1" fmla="*/ 30173 h 30944"/>
                  <a:gd name="connsiteX2" fmla="*/ 74239 w 74563"/>
                  <a:gd name="connsiteY2" fmla="*/ 12056 h 30944"/>
                  <a:gd name="connsiteX3" fmla="*/ 30614 w 74563"/>
                  <a:gd name="connsiteY3" fmla="*/ 137 h 30944"/>
                  <a:gd name="connsiteX4" fmla="*/ 2962 w 74563"/>
                  <a:gd name="connsiteY4" fmla="*/ 27789 h 30944"/>
                  <a:gd name="connsiteX5" fmla="*/ 30614 w 74563"/>
                  <a:gd name="connsiteY5" fmla="*/ 375 h 309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74563" h="30944">
                    <a:moveTo>
                      <a:pt x="74239" y="12056"/>
                    </a:moveTo>
                    <a:cubicBezTo>
                      <a:pt x="65657" y="-3916"/>
                      <a:pt x="26562" y="25882"/>
                      <a:pt x="34905" y="30173"/>
                    </a:cubicBezTo>
                    <a:cubicBezTo>
                      <a:pt x="43249" y="34464"/>
                      <a:pt x="78291" y="19803"/>
                      <a:pt x="74239" y="12056"/>
                    </a:cubicBezTo>
                    <a:close/>
                    <a:moveTo>
                      <a:pt x="30614" y="137"/>
                    </a:moveTo>
                    <a:cubicBezTo>
                      <a:pt x="18695" y="-2009"/>
                      <a:pt x="-9077" y="21711"/>
                      <a:pt x="2962" y="27789"/>
                    </a:cubicBezTo>
                    <a:cubicBezTo>
                      <a:pt x="15000" y="33868"/>
                      <a:pt x="42295" y="2521"/>
                      <a:pt x="30614" y="375"/>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40" name="Freeform: Shape 139">
                <a:extLst>
                  <a:ext uri="{FF2B5EF4-FFF2-40B4-BE49-F238E27FC236}">
                    <a16:creationId xmlns:a16="http://schemas.microsoft.com/office/drawing/2014/main" id="{598319B6-897F-4993-B651-10CFD6FE487E}"/>
                  </a:ext>
                </a:extLst>
              </p:cNvPr>
              <p:cNvSpPr/>
              <p:nvPr/>
            </p:nvSpPr>
            <p:spPr>
              <a:xfrm>
                <a:off x="2055703" y="8581958"/>
                <a:ext cx="391306" cy="154986"/>
              </a:xfrm>
              <a:custGeom>
                <a:avLst/>
                <a:gdLst>
                  <a:gd name="connsiteX0" fmla="*/ 381073 w 391306"/>
                  <a:gd name="connsiteY0" fmla="*/ 41002 h 154986"/>
                  <a:gd name="connsiteX1" fmla="*/ 363909 w 391306"/>
                  <a:gd name="connsiteY1" fmla="*/ 27653 h 154986"/>
                  <a:gd name="connsiteX2" fmla="*/ 345673 w 391306"/>
                  <a:gd name="connsiteY2" fmla="*/ 27653 h 154986"/>
                  <a:gd name="connsiteX3" fmla="*/ 330654 w 391306"/>
                  <a:gd name="connsiteY3" fmla="*/ 16568 h 154986"/>
                  <a:gd name="connsiteX4" fmla="*/ 301095 w 391306"/>
                  <a:gd name="connsiteY4" fmla="*/ 0 h 154986"/>
                  <a:gd name="connsiteX5" fmla="*/ 301095 w 391306"/>
                  <a:gd name="connsiteY5" fmla="*/ 3218 h 154986"/>
                  <a:gd name="connsiteX6" fmla="*/ 284646 w 391306"/>
                  <a:gd name="connsiteY6" fmla="*/ 11800 h 154986"/>
                  <a:gd name="connsiteX7" fmla="*/ 276660 w 391306"/>
                  <a:gd name="connsiteY7" fmla="*/ 29321 h 154986"/>
                  <a:gd name="connsiteX8" fmla="*/ 266052 w 391306"/>
                  <a:gd name="connsiteY8" fmla="*/ 43624 h 154986"/>
                  <a:gd name="connsiteX9" fmla="*/ 259616 w 391306"/>
                  <a:gd name="connsiteY9" fmla="*/ 56378 h 154986"/>
                  <a:gd name="connsiteX10" fmla="*/ 252679 w 391306"/>
                  <a:gd name="connsiteY10" fmla="*/ 69680 h 154986"/>
                  <a:gd name="connsiteX11" fmla="*/ 254371 w 391306"/>
                  <a:gd name="connsiteY11" fmla="*/ 72946 h 154986"/>
                  <a:gd name="connsiteX12" fmla="*/ 252702 w 391306"/>
                  <a:gd name="connsiteY12" fmla="*/ 88798 h 154986"/>
                  <a:gd name="connsiteX13" fmla="*/ 266529 w 391306"/>
                  <a:gd name="connsiteY13" fmla="*/ 100718 h 154986"/>
                  <a:gd name="connsiteX14" fmla="*/ 278448 w 391306"/>
                  <a:gd name="connsiteY14" fmla="*/ 103340 h 154986"/>
                  <a:gd name="connsiteX15" fmla="*/ 271571 w 391306"/>
                  <a:gd name="connsiteY15" fmla="*/ 117607 h 154986"/>
                  <a:gd name="connsiteX16" fmla="*/ 267840 w 391306"/>
                  <a:gd name="connsiteY16" fmla="*/ 118239 h 154986"/>
                  <a:gd name="connsiteX17" fmla="*/ 265933 w 391306"/>
                  <a:gd name="connsiteY17" fmla="*/ 118239 h 154986"/>
                  <a:gd name="connsiteX18" fmla="*/ 270581 w 391306"/>
                  <a:gd name="connsiteY18" fmla="*/ 130158 h 154986"/>
                  <a:gd name="connsiteX19" fmla="*/ 270581 w 391306"/>
                  <a:gd name="connsiteY19" fmla="*/ 142077 h 154986"/>
                  <a:gd name="connsiteX20" fmla="*/ 288818 w 391306"/>
                  <a:gd name="connsiteY20" fmla="*/ 146964 h 154986"/>
                  <a:gd name="connsiteX21" fmla="*/ 305981 w 391306"/>
                  <a:gd name="connsiteY21" fmla="*/ 145891 h 154986"/>
                  <a:gd name="connsiteX22" fmla="*/ 327555 w 391306"/>
                  <a:gd name="connsiteY22" fmla="*/ 107631 h 154986"/>
                  <a:gd name="connsiteX23" fmla="*/ 374636 w 391306"/>
                  <a:gd name="connsiteY23" fmla="*/ 82124 h 154986"/>
                  <a:gd name="connsiteX24" fmla="*/ 387986 w 391306"/>
                  <a:gd name="connsiteY24" fmla="*/ 58285 h 154986"/>
                  <a:gd name="connsiteX25" fmla="*/ 381073 w 391306"/>
                  <a:gd name="connsiteY25" fmla="*/ 41002 h 154986"/>
                  <a:gd name="connsiteX26" fmla="*/ 2994 w 391306"/>
                  <a:gd name="connsiteY26" fmla="*/ 34089 h 154986"/>
                  <a:gd name="connsiteX27" fmla="*/ 17774 w 391306"/>
                  <a:gd name="connsiteY27" fmla="*/ 58523 h 154986"/>
                  <a:gd name="connsiteX28" fmla="*/ 2994 w 391306"/>
                  <a:gd name="connsiteY28" fmla="*/ 34089 h 1549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Lst>
                <a:rect l="l" t="t" r="r" b="b"/>
                <a:pathLst>
                  <a:path w="391306" h="154986">
                    <a:moveTo>
                      <a:pt x="381073" y="41002"/>
                    </a:moveTo>
                    <a:cubicBezTo>
                      <a:pt x="372252" y="30990"/>
                      <a:pt x="366174" y="24911"/>
                      <a:pt x="363909" y="27653"/>
                    </a:cubicBezTo>
                    <a:cubicBezTo>
                      <a:pt x="358319" y="31097"/>
                      <a:pt x="351263" y="31097"/>
                      <a:pt x="345673" y="27653"/>
                    </a:cubicBezTo>
                    <a:cubicBezTo>
                      <a:pt x="338998" y="23838"/>
                      <a:pt x="335660" y="16568"/>
                      <a:pt x="330654" y="16568"/>
                    </a:cubicBezTo>
                    <a:cubicBezTo>
                      <a:pt x="319784" y="13099"/>
                      <a:pt x="309724" y="7462"/>
                      <a:pt x="301095" y="0"/>
                    </a:cubicBezTo>
                    <a:cubicBezTo>
                      <a:pt x="300975" y="1073"/>
                      <a:pt x="300975" y="2145"/>
                      <a:pt x="301095" y="3218"/>
                    </a:cubicBezTo>
                    <a:cubicBezTo>
                      <a:pt x="301095" y="8105"/>
                      <a:pt x="293705" y="11204"/>
                      <a:pt x="284646" y="11800"/>
                    </a:cubicBezTo>
                    <a:cubicBezTo>
                      <a:pt x="275587" y="12396"/>
                      <a:pt x="276660" y="22408"/>
                      <a:pt x="276660" y="29321"/>
                    </a:cubicBezTo>
                    <a:cubicBezTo>
                      <a:pt x="276660" y="36235"/>
                      <a:pt x="269151" y="36235"/>
                      <a:pt x="266052" y="43624"/>
                    </a:cubicBezTo>
                    <a:cubicBezTo>
                      <a:pt x="262953" y="51014"/>
                      <a:pt x="267125" y="52683"/>
                      <a:pt x="259616" y="56378"/>
                    </a:cubicBezTo>
                    <a:cubicBezTo>
                      <a:pt x="254026" y="58130"/>
                      <a:pt x="250915" y="64090"/>
                      <a:pt x="252679" y="69680"/>
                    </a:cubicBezTo>
                    <a:cubicBezTo>
                      <a:pt x="253048" y="70860"/>
                      <a:pt x="253620" y="71968"/>
                      <a:pt x="254371" y="72946"/>
                    </a:cubicBezTo>
                    <a:cubicBezTo>
                      <a:pt x="258543" y="79263"/>
                      <a:pt x="253775" y="84865"/>
                      <a:pt x="252702" y="88798"/>
                    </a:cubicBezTo>
                    <a:cubicBezTo>
                      <a:pt x="251630" y="92732"/>
                      <a:pt x="259139" y="94162"/>
                      <a:pt x="266529" y="100718"/>
                    </a:cubicBezTo>
                    <a:cubicBezTo>
                      <a:pt x="273919" y="107273"/>
                      <a:pt x="274992" y="98095"/>
                      <a:pt x="278448" y="103340"/>
                    </a:cubicBezTo>
                    <a:cubicBezTo>
                      <a:pt x="280486" y="109180"/>
                      <a:pt x="277411" y="115569"/>
                      <a:pt x="271571" y="117607"/>
                    </a:cubicBezTo>
                    <a:cubicBezTo>
                      <a:pt x="270367" y="118036"/>
                      <a:pt x="269103" y="118239"/>
                      <a:pt x="267840" y="118239"/>
                    </a:cubicBezTo>
                    <a:lnTo>
                      <a:pt x="265933" y="118239"/>
                    </a:lnTo>
                    <a:cubicBezTo>
                      <a:pt x="270343" y="122768"/>
                      <a:pt x="272608" y="127536"/>
                      <a:pt x="270581" y="130158"/>
                    </a:cubicBezTo>
                    <a:cubicBezTo>
                      <a:pt x="266648" y="135760"/>
                      <a:pt x="263311" y="135760"/>
                      <a:pt x="270581" y="142077"/>
                    </a:cubicBezTo>
                    <a:cubicBezTo>
                      <a:pt x="277852" y="148395"/>
                      <a:pt x="282501" y="138740"/>
                      <a:pt x="288818" y="146964"/>
                    </a:cubicBezTo>
                    <a:cubicBezTo>
                      <a:pt x="295135" y="155188"/>
                      <a:pt x="299903" y="160314"/>
                      <a:pt x="305981" y="145891"/>
                    </a:cubicBezTo>
                    <a:cubicBezTo>
                      <a:pt x="312060" y="131469"/>
                      <a:pt x="316470" y="110968"/>
                      <a:pt x="327555" y="107631"/>
                    </a:cubicBezTo>
                    <a:cubicBezTo>
                      <a:pt x="338640" y="104293"/>
                      <a:pt x="361406" y="99883"/>
                      <a:pt x="374636" y="82124"/>
                    </a:cubicBezTo>
                    <a:cubicBezTo>
                      <a:pt x="387867" y="64364"/>
                      <a:pt x="380954" y="63410"/>
                      <a:pt x="387986" y="58285"/>
                    </a:cubicBezTo>
                    <a:cubicBezTo>
                      <a:pt x="395018" y="53160"/>
                      <a:pt x="390012" y="50895"/>
                      <a:pt x="381073" y="41002"/>
                    </a:cubicBezTo>
                    <a:close/>
                    <a:moveTo>
                      <a:pt x="2994" y="34089"/>
                    </a:moveTo>
                    <a:cubicBezTo>
                      <a:pt x="-7733" y="50061"/>
                      <a:pt x="13483" y="65556"/>
                      <a:pt x="17774" y="58523"/>
                    </a:cubicBezTo>
                    <a:cubicBezTo>
                      <a:pt x="22065" y="51491"/>
                      <a:pt x="14199" y="18117"/>
                      <a:pt x="2994" y="34089"/>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41" name="Freeform: Shape 140">
                <a:extLst>
                  <a:ext uri="{FF2B5EF4-FFF2-40B4-BE49-F238E27FC236}">
                    <a16:creationId xmlns:a16="http://schemas.microsoft.com/office/drawing/2014/main" id="{6A5FBDBE-194D-4D84-A1B8-235E39742535}"/>
                  </a:ext>
                </a:extLst>
              </p:cNvPr>
              <p:cNvSpPr/>
              <p:nvPr/>
            </p:nvSpPr>
            <p:spPr>
              <a:xfrm>
                <a:off x="2509108" y="5868391"/>
                <a:ext cx="1469659" cy="1093001"/>
              </a:xfrm>
              <a:custGeom>
                <a:avLst/>
                <a:gdLst>
                  <a:gd name="connsiteX0" fmla="*/ 1386582 w 1469659"/>
                  <a:gd name="connsiteY0" fmla="*/ 99918 h 1093001"/>
                  <a:gd name="connsiteX1" fmla="*/ 1337713 w 1469659"/>
                  <a:gd name="connsiteY1" fmla="*/ 122564 h 1093001"/>
                  <a:gd name="connsiteX2" fmla="*/ 1288725 w 1469659"/>
                  <a:gd name="connsiteY2" fmla="*/ 125425 h 1093001"/>
                  <a:gd name="connsiteX3" fmla="*/ 1267509 w 1469659"/>
                  <a:gd name="connsiteY3" fmla="*/ 117677 h 1093001"/>
                  <a:gd name="connsiteX4" fmla="*/ 1220786 w 1469659"/>
                  <a:gd name="connsiteY4" fmla="*/ 148786 h 1093001"/>
                  <a:gd name="connsiteX5" fmla="*/ 1180380 w 1469659"/>
                  <a:gd name="connsiteY5" fmla="*/ 175009 h 1093001"/>
                  <a:gd name="connsiteX6" fmla="*/ 1220070 w 1469659"/>
                  <a:gd name="connsiteY6" fmla="*/ 125425 h 1093001"/>
                  <a:gd name="connsiteX7" fmla="*/ 1205171 w 1469659"/>
                  <a:gd name="connsiteY7" fmla="*/ 90740 h 1093001"/>
                  <a:gd name="connsiteX8" fmla="*/ 1174658 w 1469659"/>
                  <a:gd name="connsiteY8" fmla="*/ 109811 h 1093001"/>
                  <a:gd name="connsiteX9" fmla="*/ 1098137 w 1469659"/>
                  <a:gd name="connsiteY9" fmla="*/ 133649 h 1093001"/>
                  <a:gd name="connsiteX10" fmla="*/ 1147721 w 1469659"/>
                  <a:gd name="connsiteY10" fmla="*/ 102421 h 1093001"/>
                  <a:gd name="connsiteX11" fmla="*/ 1050698 w 1469659"/>
                  <a:gd name="connsiteY11" fmla="*/ 99560 h 1093001"/>
                  <a:gd name="connsiteX12" fmla="*/ 967263 w 1469659"/>
                  <a:gd name="connsiteY12" fmla="*/ 112314 h 1093001"/>
                  <a:gd name="connsiteX13" fmla="*/ 1059399 w 1469659"/>
                  <a:gd name="connsiteY13" fmla="*/ 88475 h 1093001"/>
                  <a:gd name="connsiteX14" fmla="*/ 1172036 w 1469659"/>
                  <a:gd name="connsiteY14" fmla="*/ 80728 h 1093001"/>
                  <a:gd name="connsiteX15" fmla="*/ 1238664 w 1469659"/>
                  <a:gd name="connsiteY15" fmla="*/ 62253 h 1093001"/>
                  <a:gd name="connsiteX16" fmla="*/ 1194087 w 1469659"/>
                  <a:gd name="connsiteY16" fmla="*/ 44493 h 1093001"/>
                  <a:gd name="connsiteX17" fmla="*/ 1161428 w 1469659"/>
                  <a:gd name="connsiteY17" fmla="*/ 34600 h 1093001"/>
                  <a:gd name="connsiteX18" fmla="*/ 1132345 w 1469659"/>
                  <a:gd name="connsiteY18" fmla="*/ 17556 h 1093001"/>
                  <a:gd name="connsiteX19" fmla="*/ 1065120 w 1469659"/>
                  <a:gd name="connsiteY19" fmla="*/ 9093 h 1093001"/>
                  <a:gd name="connsiteX20" fmla="*/ 992055 w 1469659"/>
                  <a:gd name="connsiteY20" fmla="*/ 630 h 1093001"/>
                  <a:gd name="connsiteX21" fmla="*/ 892172 w 1469659"/>
                  <a:gd name="connsiteY21" fmla="*/ 3491 h 1093001"/>
                  <a:gd name="connsiteX22" fmla="*/ 858202 w 1469659"/>
                  <a:gd name="connsiteY22" fmla="*/ 9093 h 1093001"/>
                  <a:gd name="connsiteX23" fmla="*/ 834364 w 1469659"/>
                  <a:gd name="connsiteY23" fmla="*/ 20416 h 1093001"/>
                  <a:gd name="connsiteX24" fmla="*/ 817320 w 1469659"/>
                  <a:gd name="connsiteY24" fmla="*/ 29713 h 1093001"/>
                  <a:gd name="connsiteX25" fmla="*/ 780489 w 1469659"/>
                  <a:gd name="connsiteY25" fmla="*/ 21847 h 1093001"/>
                  <a:gd name="connsiteX26" fmla="*/ 715290 w 1469659"/>
                  <a:gd name="connsiteY26" fmla="*/ 21847 h 1093001"/>
                  <a:gd name="connsiteX27" fmla="*/ 635909 w 1469659"/>
                  <a:gd name="connsiteY27" fmla="*/ 31024 h 1093001"/>
                  <a:gd name="connsiteX28" fmla="*/ 659747 w 1469659"/>
                  <a:gd name="connsiteY28" fmla="*/ 53075 h 1093001"/>
                  <a:gd name="connsiteX29" fmla="*/ 617195 w 1469659"/>
                  <a:gd name="connsiteY29" fmla="*/ 65829 h 1093001"/>
                  <a:gd name="connsiteX30" fmla="*/ 678222 w 1469659"/>
                  <a:gd name="connsiteY30" fmla="*/ 104089 h 1093001"/>
                  <a:gd name="connsiteX31" fmla="*/ 646993 w 1469659"/>
                  <a:gd name="connsiteY31" fmla="*/ 98368 h 1093001"/>
                  <a:gd name="connsiteX32" fmla="*/ 593834 w 1469659"/>
                  <a:gd name="connsiteY32" fmla="*/ 78582 h 1093001"/>
                  <a:gd name="connsiteX33" fmla="*/ 529351 w 1469659"/>
                  <a:gd name="connsiteY33" fmla="*/ 64398 h 1093001"/>
                  <a:gd name="connsiteX34" fmla="*/ 558434 w 1469659"/>
                  <a:gd name="connsiteY34" fmla="*/ 97653 h 1093001"/>
                  <a:gd name="connsiteX35" fmla="*/ 525179 w 1469659"/>
                  <a:gd name="connsiteY35" fmla="*/ 99083 h 1093001"/>
                  <a:gd name="connsiteX36" fmla="*/ 481197 w 1469659"/>
                  <a:gd name="connsiteY36" fmla="*/ 75245 h 1093001"/>
                  <a:gd name="connsiteX37" fmla="*/ 479051 w 1469659"/>
                  <a:gd name="connsiteY37" fmla="*/ 105758 h 1093001"/>
                  <a:gd name="connsiteX38" fmla="*/ 459265 w 1469659"/>
                  <a:gd name="connsiteY38" fmla="*/ 121968 h 1093001"/>
                  <a:gd name="connsiteX39" fmla="*/ 446512 w 1469659"/>
                  <a:gd name="connsiteY39" fmla="*/ 73099 h 1093001"/>
                  <a:gd name="connsiteX40" fmla="*/ 373447 w 1469659"/>
                  <a:gd name="connsiteY40" fmla="*/ 85019 h 1093001"/>
                  <a:gd name="connsiteX41" fmla="*/ 344483 w 1469659"/>
                  <a:gd name="connsiteY41" fmla="*/ 100633 h 1093001"/>
                  <a:gd name="connsiteX42" fmla="*/ 328869 w 1469659"/>
                  <a:gd name="connsiteY42" fmla="*/ 105639 h 1093001"/>
                  <a:gd name="connsiteX43" fmla="*/ 274994 w 1469659"/>
                  <a:gd name="connsiteY43" fmla="*/ 112671 h 1093001"/>
                  <a:gd name="connsiteX44" fmla="*/ 282145 w 1469659"/>
                  <a:gd name="connsiteY44" fmla="*/ 148429 h 1093001"/>
                  <a:gd name="connsiteX45" fmla="*/ 236018 w 1469659"/>
                  <a:gd name="connsiteY45" fmla="*/ 141397 h 1093001"/>
                  <a:gd name="connsiteX46" fmla="*/ 127672 w 1469659"/>
                  <a:gd name="connsiteY46" fmla="*/ 200158 h 1093001"/>
                  <a:gd name="connsiteX47" fmla="*/ 186434 w 1469659"/>
                  <a:gd name="connsiteY47" fmla="*/ 209455 h 1093001"/>
                  <a:gd name="connsiteX48" fmla="*/ 166648 w 1469659"/>
                  <a:gd name="connsiteY48" fmla="*/ 253318 h 1093001"/>
                  <a:gd name="connsiteX49" fmla="*/ 91438 w 1469659"/>
                  <a:gd name="connsiteY49" fmla="*/ 266787 h 1093001"/>
                  <a:gd name="connsiteX50" fmla="*/ 17 w 1469659"/>
                  <a:gd name="connsiteY50" fmla="*/ 302545 h 1093001"/>
                  <a:gd name="connsiteX51" fmla="*/ 14201 w 1469659"/>
                  <a:gd name="connsiteY51" fmla="*/ 320304 h 1093001"/>
                  <a:gd name="connsiteX52" fmla="*/ 53892 w 1469659"/>
                  <a:gd name="connsiteY52" fmla="*/ 331628 h 1093001"/>
                  <a:gd name="connsiteX53" fmla="*/ 119090 w 1469659"/>
                  <a:gd name="connsiteY53" fmla="*/ 336634 h 1093001"/>
                  <a:gd name="connsiteX54" fmla="*/ 156636 w 1469659"/>
                  <a:gd name="connsiteY54" fmla="*/ 350818 h 1093001"/>
                  <a:gd name="connsiteX55" fmla="*/ 92153 w 1469659"/>
                  <a:gd name="connsiteY55" fmla="*/ 354989 h 1093001"/>
                  <a:gd name="connsiteX56" fmla="*/ 33391 w 1469659"/>
                  <a:gd name="connsiteY56" fmla="*/ 366909 h 1093001"/>
                  <a:gd name="connsiteX57" fmla="*/ 76658 w 1469659"/>
                  <a:gd name="connsiteY57" fmla="*/ 378828 h 1093001"/>
                  <a:gd name="connsiteX58" fmla="*/ 77373 w 1469659"/>
                  <a:gd name="connsiteY58" fmla="*/ 397898 h 1093001"/>
                  <a:gd name="connsiteX59" fmla="*/ 105622 w 1469659"/>
                  <a:gd name="connsiteY59" fmla="*/ 413513 h 1093001"/>
                  <a:gd name="connsiteX60" fmla="*/ 144597 w 1469659"/>
                  <a:gd name="connsiteY60" fmla="*/ 417804 h 1093001"/>
                  <a:gd name="connsiteX61" fmla="*/ 168436 w 1469659"/>
                  <a:gd name="connsiteY61" fmla="*/ 414943 h 1093001"/>
                  <a:gd name="connsiteX62" fmla="*/ 200379 w 1469659"/>
                  <a:gd name="connsiteY62" fmla="*/ 409222 h 1093001"/>
                  <a:gd name="connsiteX63" fmla="*/ 229462 w 1469659"/>
                  <a:gd name="connsiteY63" fmla="*/ 403620 h 1093001"/>
                  <a:gd name="connsiteX64" fmla="*/ 306699 w 1469659"/>
                  <a:gd name="connsiteY64" fmla="*/ 424121 h 1093001"/>
                  <a:gd name="connsiteX65" fmla="*/ 344960 w 1469659"/>
                  <a:gd name="connsiteY65" fmla="*/ 448913 h 1093001"/>
                  <a:gd name="connsiteX66" fmla="*/ 378215 w 1469659"/>
                  <a:gd name="connsiteY66" fmla="*/ 480856 h 1093001"/>
                  <a:gd name="connsiteX67" fmla="*/ 401576 w 1469659"/>
                  <a:gd name="connsiteY67" fmla="*/ 517091 h 1093001"/>
                  <a:gd name="connsiteX68" fmla="*/ 418621 w 1469659"/>
                  <a:gd name="connsiteY68" fmla="*/ 543313 h 1093001"/>
                  <a:gd name="connsiteX69" fmla="*/ 430540 w 1469659"/>
                  <a:gd name="connsiteY69" fmla="*/ 568105 h 1093001"/>
                  <a:gd name="connsiteX70" fmla="*/ 418621 w 1469659"/>
                  <a:gd name="connsiteY70" fmla="*/ 597784 h 1093001"/>
                  <a:gd name="connsiteX71" fmla="*/ 429944 w 1469659"/>
                  <a:gd name="connsiteY71" fmla="*/ 630443 h 1093001"/>
                  <a:gd name="connsiteX72" fmla="*/ 465702 w 1469659"/>
                  <a:gd name="connsiteY72" fmla="*/ 614829 h 1093001"/>
                  <a:gd name="connsiteX73" fmla="*/ 474284 w 1469659"/>
                  <a:gd name="connsiteY73" fmla="*/ 638667 h 1093001"/>
                  <a:gd name="connsiteX74" fmla="*/ 520292 w 1469659"/>
                  <a:gd name="connsiteY74" fmla="*/ 660598 h 1093001"/>
                  <a:gd name="connsiteX75" fmla="*/ 510399 w 1469659"/>
                  <a:gd name="connsiteY75" fmla="*/ 670611 h 1093001"/>
                  <a:gd name="connsiteX76" fmla="*/ 446631 w 1469659"/>
                  <a:gd name="connsiteY76" fmla="*/ 665605 h 1093001"/>
                  <a:gd name="connsiteX77" fmla="*/ 511114 w 1469659"/>
                  <a:gd name="connsiteY77" fmla="*/ 695403 h 1093001"/>
                  <a:gd name="connsiteX78" fmla="*/ 532330 w 1469659"/>
                  <a:gd name="connsiteY78" fmla="*/ 720195 h 1093001"/>
                  <a:gd name="connsiteX79" fmla="*/ 527324 w 1469659"/>
                  <a:gd name="connsiteY79" fmla="*/ 753449 h 1093001"/>
                  <a:gd name="connsiteX80" fmla="*/ 496930 w 1469659"/>
                  <a:gd name="connsiteY80" fmla="*/ 754880 h 1093001"/>
                  <a:gd name="connsiteX81" fmla="*/ 477740 w 1469659"/>
                  <a:gd name="connsiteY81" fmla="*/ 771924 h 1093001"/>
                  <a:gd name="connsiteX82" fmla="*/ 457954 w 1469659"/>
                  <a:gd name="connsiteY82" fmla="*/ 807682 h 1093001"/>
                  <a:gd name="connsiteX83" fmla="*/ 481793 w 1469659"/>
                  <a:gd name="connsiteY83" fmla="*/ 828183 h 1093001"/>
                  <a:gd name="connsiteX84" fmla="*/ 463437 w 1469659"/>
                  <a:gd name="connsiteY84" fmla="*/ 849518 h 1093001"/>
                  <a:gd name="connsiteX85" fmla="*/ 496692 w 1469659"/>
                  <a:gd name="connsiteY85" fmla="*/ 884203 h 1093001"/>
                  <a:gd name="connsiteX86" fmla="*/ 500983 w 1469659"/>
                  <a:gd name="connsiteY86" fmla="*/ 925325 h 1093001"/>
                  <a:gd name="connsiteX87" fmla="*/ 515047 w 1469659"/>
                  <a:gd name="connsiteY87" fmla="*/ 938078 h 1093001"/>
                  <a:gd name="connsiteX88" fmla="*/ 526967 w 1469659"/>
                  <a:gd name="connsiteY88" fmla="*/ 961917 h 1093001"/>
                  <a:gd name="connsiteX89" fmla="*/ 545322 w 1469659"/>
                  <a:gd name="connsiteY89" fmla="*/ 982418 h 1093001"/>
                  <a:gd name="connsiteX90" fmla="*/ 556645 w 1469659"/>
                  <a:gd name="connsiteY90" fmla="*/ 1011501 h 1093001"/>
                  <a:gd name="connsiteX91" fmla="*/ 583583 w 1469659"/>
                  <a:gd name="connsiteY91" fmla="*/ 1039869 h 1093001"/>
                  <a:gd name="connsiteX92" fmla="*/ 610521 w 1469659"/>
                  <a:gd name="connsiteY92" fmla="*/ 1057628 h 1093001"/>
                  <a:gd name="connsiteX93" fmla="*/ 634359 w 1469659"/>
                  <a:gd name="connsiteY93" fmla="*/ 1064661 h 1093001"/>
                  <a:gd name="connsiteX94" fmla="*/ 662727 w 1469659"/>
                  <a:gd name="connsiteY94" fmla="*/ 1076580 h 1093001"/>
                  <a:gd name="connsiteX95" fmla="*/ 704563 w 1469659"/>
                  <a:gd name="connsiteY95" fmla="*/ 1092909 h 1093001"/>
                  <a:gd name="connsiteX96" fmla="*/ 722204 w 1469659"/>
                  <a:gd name="connsiteY96" fmla="*/ 1074434 h 1093001"/>
                  <a:gd name="connsiteX97" fmla="*/ 734123 w 1469659"/>
                  <a:gd name="connsiteY97" fmla="*/ 1036889 h 1093001"/>
                  <a:gd name="connsiteX98" fmla="*/ 732097 w 1469659"/>
                  <a:gd name="connsiteY98" fmla="*/ 999343 h 1093001"/>
                  <a:gd name="connsiteX99" fmla="*/ 744016 w 1469659"/>
                  <a:gd name="connsiteY99" fmla="*/ 987424 h 1093001"/>
                  <a:gd name="connsiteX100" fmla="*/ 762372 w 1469659"/>
                  <a:gd name="connsiteY100" fmla="*/ 971095 h 1093001"/>
                  <a:gd name="connsiteX101" fmla="*/ 772265 w 1469659"/>
                  <a:gd name="connsiteY101" fmla="*/ 952739 h 1093001"/>
                  <a:gd name="connsiteX102" fmla="*/ 772980 w 1469659"/>
                  <a:gd name="connsiteY102" fmla="*/ 935694 h 1093001"/>
                  <a:gd name="connsiteX103" fmla="*/ 782277 w 1469659"/>
                  <a:gd name="connsiteY103" fmla="*/ 923775 h 1093001"/>
                  <a:gd name="connsiteX104" fmla="*/ 777271 w 1469659"/>
                  <a:gd name="connsiteY104" fmla="*/ 906016 h 1093001"/>
                  <a:gd name="connsiteX105" fmla="*/ 780846 w 1469659"/>
                  <a:gd name="connsiteY105" fmla="*/ 896838 h 1093001"/>
                  <a:gd name="connsiteX106" fmla="*/ 794315 w 1469659"/>
                  <a:gd name="connsiteY106" fmla="*/ 890521 h 1093001"/>
                  <a:gd name="connsiteX107" fmla="*/ 816962 w 1469659"/>
                  <a:gd name="connsiteY107" fmla="*/ 876337 h 1093001"/>
                  <a:gd name="connsiteX108" fmla="*/ 836748 w 1469659"/>
                  <a:gd name="connsiteY108" fmla="*/ 855716 h 1093001"/>
                  <a:gd name="connsiteX109" fmla="*/ 848667 w 1469659"/>
                  <a:gd name="connsiteY109" fmla="*/ 855001 h 1093001"/>
                  <a:gd name="connsiteX110" fmla="*/ 853673 w 1469659"/>
                  <a:gd name="connsiteY110" fmla="*/ 867755 h 1093001"/>
                  <a:gd name="connsiteX111" fmla="*/ 898370 w 1469659"/>
                  <a:gd name="connsiteY111" fmla="*/ 858577 h 1093001"/>
                  <a:gd name="connsiteX112" fmla="*/ 951530 w 1469659"/>
                  <a:gd name="connsiteY112" fmla="*/ 812569 h 1093001"/>
                  <a:gd name="connsiteX113" fmla="*/ 981209 w 1469659"/>
                  <a:gd name="connsiteY113" fmla="*/ 782771 h 1093001"/>
                  <a:gd name="connsiteX114" fmla="*/ 1003856 w 1469659"/>
                  <a:gd name="connsiteY114" fmla="*/ 773593 h 1093001"/>
                  <a:gd name="connsiteX115" fmla="*/ 1027694 w 1469659"/>
                  <a:gd name="connsiteY115" fmla="*/ 767872 h 1093001"/>
                  <a:gd name="connsiteX116" fmla="*/ 1063452 w 1469659"/>
                  <a:gd name="connsiteY116" fmla="*/ 760124 h 1093001"/>
                  <a:gd name="connsiteX117" fmla="*/ 1149151 w 1469659"/>
                  <a:gd name="connsiteY117" fmla="*/ 736286 h 1093001"/>
                  <a:gd name="connsiteX118" fmla="*/ 1217210 w 1469659"/>
                  <a:gd name="connsiteY118" fmla="*/ 700528 h 1093001"/>
                  <a:gd name="connsiteX119" fmla="*/ 1226388 w 1469659"/>
                  <a:gd name="connsiteY119" fmla="*/ 688609 h 1093001"/>
                  <a:gd name="connsiteX120" fmla="*/ 1183836 w 1469659"/>
                  <a:gd name="connsiteY120" fmla="*/ 690754 h 1093001"/>
                  <a:gd name="connsiteX121" fmla="*/ 1130795 w 1469659"/>
                  <a:gd name="connsiteY121" fmla="*/ 684437 h 1093001"/>
                  <a:gd name="connsiteX122" fmla="*/ 1137828 w 1469659"/>
                  <a:gd name="connsiteY122" fmla="*/ 668823 h 1093001"/>
                  <a:gd name="connsiteX123" fmla="*/ 1142119 w 1469659"/>
                  <a:gd name="connsiteY123" fmla="*/ 646176 h 1093001"/>
                  <a:gd name="connsiteX124" fmla="*/ 1176088 w 1469659"/>
                  <a:gd name="connsiteY124" fmla="*/ 658095 h 1093001"/>
                  <a:gd name="connsiteX125" fmla="*/ 1228533 w 1469659"/>
                  <a:gd name="connsiteY125" fmla="*/ 675736 h 1093001"/>
                  <a:gd name="connsiteX126" fmla="*/ 1236996 w 1469659"/>
                  <a:gd name="connsiteY126" fmla="*/ 643912 h 1093001"/>
                  <a:gd name="connsiteX127" fmla="*/ 1174658 w 1469659"/>
                  <a:gd name="connsiteY127" fmla="*/ 588606 h 1093001"/>
                  <a:gd name="connsiteX128" fmla="*/ 1210416 w 1469659"/>
                  <a:gd name="connsiteY128" fmla="*/ 592897 h 1093001"/>
                  <a:gd name="connsiteX129" fmla="*/ 1233062 w 1469659"/>
                  <a:gd name="connsiteY129" fmla="*/ 568105 h 1093001"/>
                  <a:gd name="connsiteX130" fmla="*/ 1175612 w 1469659"/>
                  <a:gd name="connsiteY130" fmla="*/ 567390 h 1093001"/>
                  <a:gd name="connsiteX131" fmla="*/ 1165004 w 1469659"/>
                  <a:gd name="connsiteY131" fmla="*/ 551776 h 1093001"/>
                  <a:gd name="connsiteX132" fmla="*/ 1174181 w 1469659"/>
                  <a:gd name="connsiteY132" fmla="*/ 531871 h 1093001"/>
                  <a:gd name="connsiteX133" fmla="*/ 1227341 w 1469659"/>
                  <a:gd name="connsiteY133" fmla="*/ 547485 h 1093001"/>
                  <a:gd name="connsiteX134" fmla="*/ 1267747 w 1469659"/>
                  <a:gd name="connsiteY134" fmla="*/ 537592 h 1093001"/>
                  <a:gd name="connsiteX135" fmla="*/ 1235923 w 1469659"/>
                  <a:gd name="connsiteY135" fmla="*/ 507794 h 1093001"/>
                  <a:gd name="connsiteX136" fmla="*/ 1288964 w 1469659"/>
                  <a:gd name="connsiteY136" fmla="*/ 502907 h 1093001"/>
                  <a:gd name="connsiteX137" fmla="*/ 1295400 w 1469659"/>
                  <a:gd name="connsiteY137" fmla="*/ 486578 h 1093001"/>
                  <a:gd name="connsiteX138" fmla="*/ 1252133 w 1469659"/>
                  <a:gd name="connsiteY138" fmla="*/ 459640 h 1093001"/>
                  <a:gd name="connsiteX139" fmla="*/ 1293970 w 1469659"/>
                  <a:gd name="connsiteY139" fmla="*/ 452608 h 1093001"/>
                  <a:gd name="connsiteX140" fmla="*/ 1282646 w 1469659"/>
                  <a:gd name="connsiteY140" fmla="*/ 408626 h 1093001"/>
                  <a:gd name="connsiteX141" fmla="*/ 1240095 w 1469659"/>
                  <a:gd name="connsiteY141" fmla="*/ 398018 h 1093001"/>
                  <a:gd name="connsiteX142" fmla="*/ 1222454 w 1469659"/>
                  <a:gd name="connsiteY142" fmla="*/ 379543 h 1093001"/>
                  <a:gd name="connsiteX143" fmla="*/ 1254994 w 1469659"/>
                  <a:gd name="connsiteY143" fmla="*/ 375371 h 1093001"/>
                  <a:gd name="connsiteX144" fmla="*/ 1320192 w 1469659"/>
                  <a:gd name="connsiteY144" fmla="*/ 375371 h 1093001"/>
                  <a:gd name="connsiteX145" fmla="*/ 1305293 w 1469659"/>
                  <a:gd name="connsiteY145" fmla="*/ 349864 h 1093001"/>
                  <a:gd name="connsiteX146" fmla="*/ 1265602 w 1469659"/>
                  <a:gd name="connsiteY146" fmla="*/ 341282 h 1093001"/>
                  <a:gd name="connsiteX147" fmla="*/ 1298261 w 1469659"/>
                  <a:gd name="connsiteY147" fmla="*/ 334250 h 1093001"/>
                  <a:gd name="connsiteX148" fmla="*/ 1249988 w 1469659"/>
                  <a:gd name="connsiteY148" fmla="*/ 323642 h 1093001"/>
                  <a:gd name="connsiteX149" fmla="*/ 1230917 w 1469659"/>
                  <a:gd name="connsiteY149" fmla="*/ 324953 h 1093001"/>
                  <a:gd name="connsiteX150" fmla="*/ 1245816 w 1469659"/>
                  <a:gd name="connsiteY150" fmla="*/ 280375 h 1093001"/>
                  <a:gd name="connsiteX151" fmla="*/ 1288249 w 1469659"/>
                  <a:gd name="connsiteY151" fmla="*/ 247716 h 1093001"/>
                  <a:gd name="connsiteX152" fmla="*/ 1327940 w 1469659"/>
                  <a:gd name="connsiteY152" fmla="*/ 223878 h 1093001"/>
                  <a:gd name="connsiteX153" fmla="*/ 1311729 w 1469659"/>
                  <a:gd name="connsiteY153" fmla="*/ 204807 h 1093001"/>
                  <a:gd name="connsiteX154" fmla="*/ 1272039 w 1469659"/>
                  <a:gd name="connsiteY154" fmla="*/ 217560 h 1093001"/>
                  <a:gd name="connsiteX155" fmla="*/ 1304578 w 1469659"/>
                  <a:gd name="connsiteY155" fmla="*/ 197655 h 1093001"/>
                  <a:gd name="connsiteX156" fmla="*/ 1364174 w 1469659"/>
                  <a:gd name="connsiteY156" fmla="*/ 189193 h 1093001"/>
                  <a:gd name="connsiteX157" fmla="*/ 1320311 w 1469659"/>
                  <a:gd name="connsiteY157" fmla="*/ 178585 h 1093001"/>
                  <a:gd name="connsiteX158" fmla="*/ 1332231 w 1469659"/>
                  <a:gd name="connsiteY158" fmla="*/ 170837 h 1093001"/>
                  <a:gd name="connsiteX159" fmla="*/ 1384675 w 1469659"/>
                  <a:gd name="connsiteY159" fmla="*/ 160110 h 1093001"/>
                  <a:gd name="connsiteX160" fmla="*/ 1415785 w 1469659"/>
                  <a:gd name="connsiteY160" fmla="*/ 146641 h 1093001"/>
                  <a:gd name="connsiteX161" fmla="*/ 1469659 w 1469659"/>
                  <a:gd name="connsiteY161" fmla="*/ 121849 h 1093001"/>
                  <a:gd name="connsiteX162" fmla="*/ 1386582 w 1469659"/>
                  <a:gd name="connsiteY162" fmla="*/ 99918 h 1093001"/>
                  <a:gd name="connsiteX163" fmla="*/ 503605 w 1469659"/>
                  <a:gd name="connsiteY163" fmla="*/ 716500 h 1093001"/>
                  <a:gd name="connsiteX164" fmla="*/ 484534 w 1469659"/>
                  <a:gd name="connsiteY164" fmla="*/ 698859 h 1093001"/>
                  <a:gd name="connsiteX165" fmla="*/ 437811 w 1469659"/>
                  <a:gd name="connsiteY165" fmla="*/ 690277 h 1093001"/>
                  <a:gd name="connsiteX166" fmla="*/ 434235 w 1469659"/>
                  <a:gd name="connsiteY166" fmla="*/ 710898 h 1093001"/>
                  <a:gd name="connsiteX167" fmla="*/ 460457 w 1469659"/>
                  <a:gd name="connsiteY167" fmla="*/ 726393 h 1093001"/>
                  <a:gd name="connsiteX168" fmla="*/ 503605 w 1469659"/>
                  <a:gd name="connsiteY168" fmla="*/ 716500 h 10930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Lst>
                <a:rect l="l" t="t" r="r" b="b"/>
                <a:pathLst>
                  <a:path w="1469659" h="1093001">
                    <a:moveTo>
                      <a:pt x="1386582" y="99918"/>
                    </a:moveTo>
                    <a:cubicBezTo>
                      <a:pt x="1360360" y="99918"/>
                      <a:pt x="1338905" y="104209"/>
                      <a:pt x="1337713" y="122564"/>
                    </a:cubicBezTo>
                    <a:cubicBezTo>
                      <a:pt x="1336522" y="140920"/>
                      <a:pt x="1302909" y="119108"/>
                      <a:pt x="1288725" y="125425"/>
                    </a:cubicBezTo>
                    <a:cubicBezTo>
                      <a:pt x="1274541" y="131742"/>
                      <a:pt x="1281693" y="110526"/>
                      <a:pt x="1267509" y="117677"/>
                    </a:cubicBezTo>
                    <a:cubicBezTo>
                      <a:pt x="1253325" y="124829"/>
                      <a:pt x="1237711" y="141516"/>
                      <a:pt x="1220786" y="148786"/>
                    </a:cubicBezTo>
                    <a:cubicBezTo>
                      <a:pt x="1203860" y="156057"/>
                      <a:pt x="1190987" y="173578"/>
                      <a:pt x="1180380" y="175009"/>
                    </a:cubicBezTo>
                    <a:cubicBezTo>
                      <a:pt x="1169771" y="176439"/>
                      <a:pt x="1203026" y="142469"/>
                      <a:pt x="1220070" y="125425"/>
                    </a:cubicBezTo>
                    <a:cubicBezTo>
                      <a:pt x="1237115" y="108380"/>
                      <a:pt x="1227818" y="88594"/>
                      <a:pt x="1205171" y="90740"/>
                    </a:cubicBezTo>
                    <a:cubicBezTo>
                      <a:pt x="1182525" y="92885"/>
                      <a:pt x="1187412" y="107069"/>
                      <a:pt x="1174658" y="109811"/>
                    </a:cubicBezTo>
                    <a:cubicBezTo>
                      <a:pt x="1161905" y="112552"/>
                      <a:pt x="1100997" y="143184"/>
                      <a:pt x="1098137" y="133649"/>
                    </a:cubicBezTo>
                    <a:cubicBezTo>
                      <a:pt x="1095276" y="124114"/>
                      <a:pt x="1148436" y="108738"/>
                      <a:pt x="1147721" y="102421"/>
                    </a:cubicBezTo>
                    <a:cubicBezTo>
                      <a:pt x="1147005" y="96103"/>
                      <a:pt x="1080377" y="95269"/>
                      <a:pt x="1050698" y="99560"/>
                    </a:cubicBezTo>
                    <a:cubicBezTo>
                      <a:pt x="1021019" y="103851"/>
                      <a:pt x="968455" y="120895"/>
                      <a:pt x="967263" y="112314"/>
                    </a:cubicBezTo>
                    <a:cubicBezTo>
                      <a:pt x="966071" y="103732"/>
                      <a:pt x="1028290" y="91813"/>
                      <a:pt x="1059399" y="88475"/>
                    </a:cubicBezTo>
                    <a:cubicBezTo>
                      <a:pt x="1090508" y="85138"/>
                      <a:pt x="1147959" y="90621"/>
                      <a:pt x="1172036" y="80728"/>
                    </a:cubicBezTo>
                    <a:cubicBezTo>
                      <a:pt x="1196113" y="70835"/>
                      <a:pt x="1232347" y="70119"/>
                      <a:pt x="1238664" y="62253"/>
                    </a:cubicBezTo>
                    <a:cubicBezTo>
                      <a:pt x="1244982" y="54386"/>
                      <a:pt x="1211012" y="43897"/>
                      <a:pt x="1194087" y="44493"/>
                    </a:cubicBezTo>
                    <a:cubicBezTo>
                      <a:pt x="1177161" y="45089"/>
                      <a:pt x="1159998" y="43182"/>
                      <a:pt x="1161428" y="34600"/>
                    </a:cubicBezTo>
                    <a:cubicBezTo>
                      <a:pt x="1162858" y="26018"/>
                      <a:pt x="1135206" y="23992"/>
                      <a:pt x="1132345" y="17556"/>
                    </a:cubicBezTo>
                    <a:cubicBezTo>
                      <a:pt x="1129484" y="11119"/>
                      <a:pt x="1076444" y="16245"/>
                      <a:pt x="1065120" y="9093"/>
                    </a:cubicBezTo>
                    <a:cubicBezTo>
                      <a:pt x="1053797" y="1941"/>
                      <a:pt x="1020423" y="-1515"/>
                      <a:pt x="992055" y="630"/>
                    </a:cubicBezTo>
                    <a:cubicBezTo>
                      <a:pt x="963688" y="2776"/>
                      <a:pt x="905641" y="2061"/>
                      <a:pt x="892172" y="3491"/>
                    </a:cubicBezTo>
                    <a:cubicBezTo>
                      <a:pt x="881004" y="6228"/>
                      <a:pt x="869657" y="8101"/>
                      <a:pt x="858202" y="9093"/>
                    </a:cubicBezTo>
                    <a:cubicBezTo>
                      <a:pt x="846283" y="8378"/>
                      <a:pt x="827689" y="12669"/>
                      <a:pt x="834364" y="20416"/>
                    </a:cubicBezTo>
                    <a:cubicBezTo>
                      <a:pt x="847118" y="34600"/>
                      <a:pt x="815174" y="40321"/>
                      <a:pt x="817320" y="29713"/>
                    </a:cubicBezTo>
                    <a:cubicBezTo>
                      <a:pt x="819465" y="19105"/>
                      <a:pt x="789667" y="14099"/>
                      <a:pt x="780489" y="21847"/>
                    </a:cubicBezTo>
                    <a:cubicBezTo>
                      <a:pt x="771311" y="29594"/>
                      <a:pt x="722323" y="12669"/>
                      <a:pt x="715290" y="21847"/>
                    </a:cubicBezTo>
                    <a:cubicBezTo>
                      <a:pt x="708258" y="31024"/>
                      <a:pt x="652238" y="28283"/>
                      <a:pt x="635909" y="31024"/>
                    </a:cubicBezTo>
                    <a:cubicBezTo>
                      <a:pt x="619579" y="33766"/>
                      <a:pt x="661416" y="45923"/>
                      <a:pt x="659747" y="53075"/>
                    </a:cubicBezTo>
                    <a:cubicBezTo>
                      <a:pt x="658078" y="60227"/>
                      <a:pt x="606587" y="53075"/>
                      <a:pt x="617195" y="65829"/>
                    </a:cubicBezTo>
                    <a:cubicBezTo>
                      <a:pt x="627803" y="78582"/>
                      <a:pt x="661893" y="87760"/>
                      <a:pt x="678222" y="104089"/>
                    </a:cubicBezTo>
                    <a:cubicBezTo>
                      <a:pt x="694551" y="120419"/>
                      <a:pt x="665468" y="110407"/>
                      <a:pt x="646993" y="98368"/>
                    </a:cubicBezTo>
                    <a:cubicBezTo>
                      <a:pt x="628518" y="86330"/>
                      <a:pt x="605157" y="90621"/>
                      <a:pt x="593834" y="78582"/>
                    </a:cubicBezTo>
                    <a:cubicBezTo>
                      <a:pt x="582510" y="66544"/>
                      <a:pt x="539959" y="57366"/>
                      <a:pt x="529351" y="64398"/>
                    </a:cubicBezTo>
                    <a:cubicBezTo>
                      <a:pt x="516716" y="72861"/>
                      <a:pt x="558434" y="88237"/>
                      <a:pt x="558434" y="97653"/>
                    </a:cubicBezTo>
                    <a:cubicBezTo>
                      <a:pt x="558434" y="107069"/>
                      <a:pt x="530066" y="95507"/>
                      <a:pt x="525179" y="99083"/>
                    </a:cubicBezTo>
                    <a:cubicBezTo>
                      <a:pt x="520292" y="102659"/>
                      <a:pt x="495381" y="75245"/>
                      <a:pt x="481197" y="75245"/>
                    </a:cubicBezTo>
                    <a:cubicBezTo>
                      <a:pt x="467013" y="75245"/>
                      <a:pt x="479051" y="87998"/>
                      <a:pt x="479051" y="105758"/>
                    </a:cubicBezTo>
                    <a:cubicBezTo>
                      <a:pt x="479051" y="123518"/>
                      <a:pt x="451399" y="134126"/>
                      <a:pt x="459265" y="121968"/>
                    </a:cubicBezTo>
                    <a:cubicBezTo>
                      <a:pt x="467132" y="109811"/>
                      <a:pt x="461411" y="78821"/>
                      <a:pt x="446512" y="73099"/>
                    </a:cubicBezTo>
                    <a:cubicBezTo>
                      <a:pt x="431613" y="67378"/>
                      <a:pt x="393352" y="85019"/>
                      <a:pt x="373447" y="85019"/>
                    </a:cubicBezTo>
                    <a:cubicBezTo>
                      <a:pt x="353542" y="85019"/>
                      <a:pt x="327439" y="90740"/>
                      <a:pt x="344483" y="100633"/>
                    </a:cubicBezTo>
                    <a:cubicBezTo>
                      <a:pt x="361527" y="110526"/>
                      <a:pt x="343768" y="116247"/>
                      <a:pt x="328869" y="105639"/>
                    </a:cubicBezTo>
                    <a:cubicBezTo>
                      <a:pt x="313970" y="95031"/>
                      <a:pt x="265101" y="105639"/>
                      <a:pt x="274994" y="112671"/>
                    </a:cubicBezTo>
                    <a:cubicBezTo>
                      <a:pt x="284875" y="121779"/>
                      <a:pt x="287771" y="136220"/>
                      <a:pt x="282145" y="148429"/>
                    </a:cubicBezTo>
                    <a:cubicBezTo>
                      <a:pt x="275709" y="157011"/>
                      <a:pt x="255208" y="139966"/>
                      <a:pt x="236018" y="141397"/>
                    </a:cubicBezTo>
                    <a:cubicBezTo>
                      <a:pt x="216828" y="142827"/>
                      <a:pt x="121951" y="188120"/>
                      <a:pt x="127672" y="200158"/>
                    </a:cubicBezTo>
                    <a:cubicBezTo>
                      <a:pt x="133393" y="212197"/>
                      <a:pt x="173680" y="202304"/>
                      <a:pt x="186434" y="209455"/>
                    </a:cubicBezTo>
                    <a:cubicBezTo>
                      <a:pt x="199187" y="216607"/>
                      <a:pt x="182143" y="242710"/>
                      <a:pt x="166648" y="253318"/>
                    </a:cubicBezTo>
                    <a:cubicBezTo>
                      <a:pt x="151153" y="263926"/>
                      <a:pt x="92868" y="254033"/>
                      <a:pt x="91438" y="266787"/>
                    </a:cubicBezTo>
                    <a:cubicBezTo>
                      <a:pt x="90007" y="279540"/>
                      <a:pt x="17" y="281686"/>
                      <a:pt x="17" y="302545"/>
                    </a:cubicBezTo>
                    <a:cubicBezTo>
                      <a:pt x="-365" y="311178"/>
                      <a:pt x="5702" y="318763"/>
                      <a:pt x="14201" y="320304"/>
                    </a:cubicBezTo>
                    <a:cubicBezTo>
                      <a:pt x="26954" y="323046"/>
                      <a:pt x="42569" y="318874"/>
                      <a:pt x="53892" y="331628"/>
                    </a:cubicBezTo>
                    <a:cubicBezTo>
                      <a:pt x="65215" y="344381"/>
                      <a:pt x="97159" y="345096"/>
                      <a:pt x="119090" y="336634"/>
                    </a:cubicBezTo>
                    <a:cubicBezTo>
                      <a:pt x="141022" y="328171"/>
                      <a:pt x="157351" y="338064"/>
                      <a:pt x="156636" y="350818"/>
                    </a:cubicBezTo>
                    <a:cubicBezTo>
                      <a:pt x="155921" y="363571"/>
                      <a:pt x="107052" y="345811"/>
                      <a:pt x="92153" y="354989"/>
                    </a:cubicBezTo>
                    <a:cubicBezTo>
                      <a:pt x="77254" y="364167"/>
                      <a:pt x="31245" y="356420"/>
                      <a:pt x="33391" y="366909"/>
                    </a:cubicBezTo>
                    <a:cubicBezTo>
                      <a:pt x="35536" y="377397"/>
                      <a:pt x="58183" y="374775"/>
                      <a:pt x="76658" y="378828"/>
                    </a:cubicBezTo>
                    <a:cubicBezTo>
                      <a:pt x="95133" y="382880"/>
                      <a:pt x="77969" y="390747"/>
                      <a:pt x="77373" y="397898"/>
                    </a:cubicBezTo>
                    <a:cubicBezTo>
                      <a:pt x="76777" y="405050"/>
                      <a:pt x="87266" y="404335"/>
                      <a:pt x="105622" y="413513"/>
                    </a:cubicBezTo>
                    <a:cubicBezTo>
                      <a:pt x="123977" y="422691"/>
                      <a:pt x="154490" y="428412"/>
                      <a:pt x="144597" y="417804"/>
                    </a:cubicBezTo>
                    <a:cubicBezTo>
                      <a:pt x="134704" y="407195"/>
                      <a:pt x="163787" y="408507"/>
                      <a:pt x="168436" y="414943"/>
                    </a:cubicBezTo>
                    <a:cubicBezTo>
                      <a:pt x="173084" y="421379"/>
                      <a:pt x="186911" y="405765"/>
                      <a:pt x="200379" y="409222"/>
                    </a:cubicBezTo>
                    <a:cubicBezTo>
                      <a:pt x="213848" y="412678"/>
                      <a:pt x="218735" y="396468"/>
                      <a:pt x="229462" y="403620"/>
                    </a:cubicBezTo>
                    <a:cubicBezTo>
                      <a:pt x="240190" y="410771"/>
                      <a:pt x="289654" y="415539"/>
                      <a:pt x="306699" y="424121"/>
                    </a:cubicBezTo>
                    <a:cubicBezTo>
                      <a:pt x="323744" y="432703"/>
                      <a:pt x="346986" y="436040"/>
                      <a:pt x="344960" y="448913"/>
                    </a:cubicBezTo>
                    <a:cubicBezTo>
                      <a:pt x="342933" y="461786"/>
                      <a:pt x="359025" y="472751"/>
                      <a:pt x="378215" y="480856"/>
                    </a:cubicBezTo>
                    <a:cubicBezTo>
                      <a:pt x="392732" y="486953"/>
                      <a:pt x="402017" y="501348"/>
                      <a:pt x="401576" y="517091"/>
                    </a:cubicBezTo>
                    <a:cubicBezTo>
                      <a:pt x="400861" y="529010"/>
                      <a:pt x="422197" y="537592"/>
                      <a:pt x="418621" y="543313"/>
                    </a:cubicBezTo>
                    <a:cubicBezTo>
                      <a:pt x="415045" y="549034"/>
                      <a:pt x="417906" y="556663"/>
                      <a:pt x="430540" y="568105"/>
                    </a:cubicBezTo>
                    <a:cubicBezTo>
                      <a:pt x="443174" y="579548"/>
                      <a:pt x="410754" y="587891"/>
                      <a:pt x="418621" y="597784"/>
                    </a:cubicBezTo>
                    <a:cubicBezTo>
                      <a:pt x="426487" y="607677"/>
                      <a:pt x="407298" y="626867"/>
                      <a:pt x="429944" y="630443"/>
                    </a:cubicBezTo>
                    <a:cubicBezTo>
                      <a:pt x="452591" y="634019"/>
                      <a:pt x="449134" y="614829"/>
                      <a:pt x="465702" y="614829"/>
                    </a:cubicBezTo>
                    <a:cubicBezTo>
                      <a:pt x="482269" y="614829"/>
                      <a:pt x="464986" y="629728"/>
                      <a:pt x="474284" y="638667"/>
                    </a:cubicBezTo>
                    <a:cubicBezTo>
                      <a:pt x="483581" y="647606"/>
                      <a:pt x="502532" y="645819"/>
                      <a:pt x="520292" y="660598"/>
                    </a:cubicBezTo>
                    <a:cubicBezTo>
                      <a:pt x="538051" y="675378"/>
                      <a:pt x="526728" y="682649"/>
                      <a:pt x="510399" y="670611"/>
                    </a:cubicBezTo>
                    <a:cubicBezTo>
                      <a:pt x="494069" y="658572"/>
                      <a:pt x="446631" y="661314"/>
                      <a:pt x="446631" y="665605"/>
                    </a:cubicBezTo>
                    <a:cubicBezTo>
                      <a:pt x="446631" y="669895"/>
                      <a:pt x="499076" y="699574"/>
                      <a:pt x="511114" y="695403"/>
                    </a:cubicBezTo>
                    <a:cubicBezTo>
                      <a:pt x="523152" y="691231"/>
                      <a:pt x="539482" y="713043"/>
                      <a:pt x="532330" y="720195"/>
                    </a:cubicBezTo>
                    <a:cubicBezTo>
                      <a:pt x="525179" y="727346"/>
                      <a:pt x="528754" y="744987"/>
                      <a:pt x="527324" y="753449"/>
                    </a:cubicBezTo>
                    <a:cubicBezTo>
                      <a:pt x="525894" y="761912"/>
                      <a:pt x="508253" y="753449"/>
                      <a:pt x="496930" y="754880"/>
                    </a:cubicBezTo>
                    <a:cubicBezTo>
                      <a:pt x="485607" y="756310"/>
                      <a:pt x="477740" y="759886"/>
                      <a:pt x="477740" y="771924"/>
                    </a:cubicBezTo>
                    <a:cubicBezTo>
                      <a:pt x="477740" y="783963"/>
                      <a:pt x="460100" y="792425"/>
                      <a:pt x="457954" y="807682"/>
                    </a:cubicBezTo>
                    <a:cubicBezTo>
                      <a:pt x="455809" y="822939"/>
                      <a:pt x="472138" y="821866"/>
                      <a:pt x="481793" y="828183"/>
                    </a:cubicBezTo>
                    <a:cubicBezTo>
                      <a:pt x="491447" y="834500"/>
                      <a:pt x="464748" y="838910"/>
                      <a:pt x="463437" y="849518"/>
                    </a:cubicBezTo>
                    <a:cubicBezTo>
                      <a:pt x="462126" y="860126"/>
                      <a:pt x="487276" y="879316"/>
                      <a:pt x="496692" y="884203"/>
                    </a:cubicBezTo>
                    <a:cubicBezTo>
                      <a:pt x="506108" y="889090"/>
                      <a:pt x="497407" y="913286"/>
                      <a:pt x="500983" y="925325"/>
                    </a:cubicBezTo>
                    <a:cubicBezTo>
                      <a:pt x="504558" y="937363"/>
                      <a:pt x="516478" y="922464"/>
                      <a:pt x="515047" y="938078"/>
                    </a:cubicBezTo>
                    <a:cubicBezTo>
                      <a:pt x="513617" y="953692"/>
                      <a:pt x="526967" y="952977"/>
                      <a:pt x="526967" y="961917"/>
                    </a:cubicBezTo>
                    <a:cubicBezTo>
                      <a:pt x="526967" y="970856"/>
                      <a:pt x="549613" y="969664"/>
                      <a:pt x="545322" y="982418"/>
                    </a:cubicBezTo>
                    <a:cubicBezTo>
                      <a:pt x="541031" y="995171"/>
                      <a:pt x="551759" y="1004468"/>
                      <a:pt x="556645" y="1011501"/>
                    </a:cubicBezTo>
                    <a:cubicBezTo>
                      <a:pt x="561532" y="1018533"/>
                      <a:pt x="580484" y="1030691"/>
                      <a:pt x="583583" y="1039869"/>
                    </a:cubicBezTo>
                    <a:cubicBezTo>
                      <a:pt x="586682" y="1049046"/>
                      <a:pt x="597767" y="1061085"/>
                      <a:pt x="610521" y="1057628"/>
                    </a:cubicBezTo>
                    <a:cubicBezTo>
                      <a:pt x="623274" y="1054172"/>
                      <a:pt x="623989" y="1066091"/>
                      <a:pt x="634359" y="1064661"/>
                    </a:cubicBezTo>
                    <a:cubicBezTo>
                      <a:pt x="645277" y="1063171"/>
                      <a:pt x="656148" y="1067736"/>
                      <a:pt x="662727" y="1076580"/>
                    </a:cubicBezTo>
                    <a:cubicBezTo>
                      <a:pt x="665587" y="1084327"/>
                      <a:pt x="695981" y="1091479"/>
                      <a:pt x="704563" y="1092909"/>
                    </a:cubicBezTo>
                    <a:cubicBezTo>
                      <a:pt x="713145" y="1094340"/>
                      <a:pt x="714456" y="1078725"/>
                      <a:pt x="722204" y="1074434"/>
                    </a:cubicBezTo>
                    <a:cubicBezTo>
                      <a:pt x="729951" y="1070143"/>
                      <a:pt x="727210" y="1038677"/>
                      <a:pt x="734123" y="1036889"/>
                    </a:cubicBezTo>
                    <a:cubicBezTo>
                      <a:pt x="741036" y="1035101"/>
                      <a:pt x="739129" y="1002204"/>
                      <a:pt x="732097" y="999343"/>
                    </a:cubicBezTo>
                    <a:cubicBezTo>
                      <a:pt x="725064" y="996483"/>
                      <a:pt x="727806" y="985159"/>
                      <a:pt x="744016" y="987424"/>
                    </a:cubicBezTo>
                    <a:cubicBezTo>
                      <a:pt x="760226" y="989689"/>
                      <a:pt x="754624" y="973240"/>
                      <a:pt x="762372" y="971095"/>
                    </a:cubicBezTo>
                    <a:cubicBezTo>
                      <a:pt x="770119" y="968949"/>
                      <a:pt x="766663" y="954169"/>
                      <a:pt x="772265" y="952739"/>
                    </a:cubicBezTo>
                    <a:cubicBezTo>
                      <a:pt x="777867" y="951309"/>
                      <a:pt x="777271" y="940820"/>
                      <a:pt x="772980" y="935694"/>
                    </a:cubicBezTo>
                    <a:cubicBezTo>
                      <a:pt x="768689" y="930569"/>
                      <a:pt x="773695" y="925801"/>
                      <a:pt x="782277" y="923775"/>
                    </a:cubicBezTo>
                    <a:cubicBezTo>
                      <a:pt x="790859" y="921749"/>
                      <a:pt x="788594" y="910306"/>
                      <a:pt x="777271" y="906016"/>
                    </a:cubicBezTo>
                    <a:cubicBezTo>
                      <a:pt x="765947" y="901725"/>
                      <a:pt x="769523" y="889090"/>
                      <a:pt x="780846" y="896838"/>
                    </a:cubicBezTo>
                    <a:cubicBezTo>
                      <a:pt x="792170" y="904585"/>
                      <a:pt x="800632" y="898983"/>
                      <a:pt x="794315" y="890521"/>
                    </a:cubicBezTo>
                    <a:cubicBezTo>
                      <a:pt x="787998" y="882058"/>
                      <a:pt x="802063" y="877648"/>
                      <a:pt x="816962" y="876337"/>
                    </a:cubicBezTo>
                    <a:cubicBezTo>
                      <a:pt x="831861" y="875026"/>
                      <a:pt x="839608" y="867040"/>
                      <a:pt x="836748" y="855716"/>
                    </a:cubicBezTo>
                    <a:cubicBezTo>
                      <a:pt x="833887" y="844393"/>
                      <a:pt x="853792" y="845108"/>
                      <a:pt x="848667" y="855001"/>
                    </a:cubicBezTo>
                    <a:cubicBezTo>
                      <a:pt x="843542" y="864894"/>
                      <a:pt x="846641" y="874906"/>
                      <a:pt x="853673" y="867755"/>
                    </a:cubicBezTo>
                    <a:cubicBezTo>
                      <a:pt x="860705" y="860603"/>
                      <a:pt x="874293" y="865729"/>
                      <a:pt x="898370" y="858577"/>
                    </a:cubicBezTo>
                    <a:cubicBezTo>
                      <a:pt x="922447" y="851425"/>
                      <a:pt x="946047" y="831640"/>
                      <a:pt x="951530" y="812569"/>
                    </a:cubicBezTo>
                    <a:cubicBezTo>
                      <a:pt x="957013" y="793498"/>
                      <a:pt x="984785" y="795524"/>
                      <a:pt x="981209" y="782771"/>
                    </a:cubicBezTo>
                    <a:cubicBezTo>
                      <a:pt x="977633" y="770017"/>
                      <a:pt x="986215" y="765011"/>
                      <a:pt x="1003856" y="773593"/>
                    </a:cubicBezTo>
                    <a:cubicBezTo>
                      <a:pt x="1021496" y="782175"/>
                      <a:pt x="1007431" y="767872"/>
                      <a:pt x="1027694" y="767872"/>
                    </a:cubicBezTo>
                    <a:cubicBezTo>
                      <a:pt x="1047957" y="767872"/>
                      <a:pt x="1043904" y="760839"/>
                      <a:pt x="1063452" y="760124"/>
                    </a:cubicBezTo>
                    <a:cubicBezTo>
                      <a:pt x="1082999" y="759409"/>
                      <a:pt x="1132226" y="750827"/>
                      <a:pt x="1149151" y="736286"/>
                    </a:cubicBezTo>
                    <a:cubicBezTo>
                      <a:pt x="1166076" y="721744"/>
                      <a:pt x="1202311" y="710182"/>
                      <a:pt x="1217210" y="700528"/>
                    </a:cubicBezTo>
                    <a:cubicBezTo>
                      <a:pt x="1232109" y="690873"/>
                      <a:pt x="1235685" y="683603"/>
                      <a:pt x="1226388" y="688609"/>
                    </a:cubicBezTo>
                    <a:cubicBezTo>
                      <a:pt x="1212776" y="693737"/>
                      <a:pt x="1197901" y="694488"/>
                      <a:pt x="1183836" y="690754"/>
                    </a:cubicBezTo>
                    <a:cubicBezTo>
                      <a:pt x="1169771" y="687178"/>
                      <a:pt x="1147005" y="675140"/>
                      <a:pt x="1130795" y="684437"/>
                    </a:cubicBezTo>
                    <a:cubicBezTo>
                      <a:pt x="1114585" y="693734"/>
                      <a:pt x="1124359" y="670968"/>
                      <a:pt x="1137828" y="668823"/>
                    </a:cubicBezTo>
                    <a:cubicBezTo>
                      <a:pt x="1151297" y="666677"/>
                      <a:pt x="1145575" y="660241"/>
                      <a:pt x="1142119" y="646176"/>
                    </a:cubicBezTo>
                    <a:cubicBezTo>
                      <a:pt x="1138662" y="632112"/>
                      <a:pt x="1164765" y="641170"/>
                      <a:pt x="1176088" y="658095"/>
                    </a:cubicBezTo>
                    <a:cubicBezTo>
                      <a:pt x="1188020" y="674556"/>
                      <a:pt x="1209081" y="681639"/>
                      <a:pt x="1228533" y="675736"/>
                    </a:cubicBezTo>
                    <a:cubicBezTo>
                      <a:pt x="1247723" y="670134"/>
                      <a:pt x="1229249" y="654520"/>
                      <a:pt x="1236996" y="643912"/>
                    </a:cubicBezTo>
                    <a:cubicBezTo>
                      <a:pt x="1244743" y="633303"/>
                      <a:pt x="1178234" y="599930"/>
                      <a:pt x="1174658" y="588606"/>
                    </a:cubicBezTo>
                    <a:cubicBezTo>
                      <a:pt x="1171083" y="577283"/>
                      <a:pt x="1191703" y="585030"/>
                      <a:pt x="1210416" y="592897"/>
                    </a:cubicBezTo>
                    <a:cubicBezTo>
                      <a:pt x="1229129" y="600764"/>
                      <a:pt x="1233062" y="577998"/>
                      <a:pt x="1233062" y="568105"/>
                    </a:cubicBezTo>
                    <a:cubicBezTo>
                      <a:pt x="1233062" y="558212"/>
                      <a:pt x="1193371" y="557378"/>
                      <a:pt x="1175612" y="567390"/>
                    </a:cubicBezTo>
                    <a:cubicBezTo>
                      <a:pt x="1157852" y="577402"/>
                      <a:pt x="1140927" y="554636"/>
                      <a:pt x="1165004" y="551776"/>
                    </a:cubicBezTo>
                    <a:cubicBezTo>
                      <a:pt x="1189080" y="548915"/>
                      <a:pt x="1167149" y="539022"/>
                      <a:pt x="1174181" y="531871"/>
                    </a:cubicBezTo>
                    <a:cubicBezTo>
                      <a:pt x="1181214" y="524719"/>
                      <a:pt x="1211727" y="552491"/>
                      <a:pt x="1227341" y="547485"/>
                    </a:cubicBezTo>
                    <a:cubicBezTo>
                      <a:pt x="1242956" y="542479"/>
                      <a:pt x="1254279" y="548200"/>
                      <a:pt x="1267747" y="537592"/>
                    </a:cubicBezTo>
                    <a:cubicBezTo>
                      <a:pt x="1281216" y="526984"/>
                      <a:pt x="1243909" y="517091"/>
                      <a:pt x="1235923" y="507794"/>
                    </a:cubicBezTo>
                    <a:cubicBezTo>
                      <a:pt x="1227937" y="498497"/>
                      <a:pt x="1274780" y="502192"/>
                      <a:pt x="1288964" y="502907"/>
                    </a:cubicBezTo>
                    <a:cubicBezTo>
                      <a:pt x="1303148" y="503622"/>
                      <a:pt x="1306724" y="482287"/>
                      <a:pt x="1295400" y="486578"/>
                    </a:cubicBezTo>
                    <a:cubicBezTo>
                      <a:pt x="1284077" y="490869"/>
                      <a:pt x="1243671" y="472394"/>
                      <a:pt x="1252133" y="459640"/>
                    </a:cubicBezTo>
                    <a:cubicBezTo>
                      <a:pt x="1260596" y="446887"/>
                      <a:pt x="1275972" y="461786"/>
                      <a:pt x="1293970" y="452608"/>
                    </a:cubicBezTo>
                    <a:cubicBezTo>
                      <a:pt x="1311968" y="443430"/>
                      <a:pt x="1295400" y="408626"/>
                      <a:pt x="1282646" y="408626"/>
                    </a:cubicBezTo>
                    <a:cubicBezTo>
                      <a:pt x="1269893" y="408626"/>
                      <a:pt x="1240095" y="404335"/>
                      <a:pt x="1240095" y="398018"/>
                    </a:cubicBezTo>
                    <a:cubicBezTo>
                      <a:pt x="1240095" y="391701"/>
                      <a:pt x="1215303" y="386098"/>
                      <a:pt x="1222454" y="379543"/>
                    </a:cubicBezTo>
                    <a:cubicBezTo>
                      <a:pt x="1229606" y="372987"/>
                      <a:pt x="1238664" y="387410"/>
                      <a:pt x="1254994" y="375371"/>
                    </a:cubicBezTo>
                    <a:cubicBezTo>
                      <a:pt x="1271323" y="363333"/>
                      <a:pt x="1305293" y="378113"/>
                      <a:pt x="1320192" y="375371"/>
                    </a:cubicBezTo>
                    <a:cubicBezTo>
                      <a:pt x="1335091" y="372630"/>
                      <a:pt x="1313756" y="344858"/>
                      <a:pt x="1305293" y="349864"/>
                    </a:cubicBezTo>
                    <a:cubicBezTo>
                      <a:pt x="1296830" y="354870"/>
                      <a:pt x="1267747" y="356181"/>
                      <a:pt x="1265602" y="341282"/>
                    </a:cubicBezTo>
                    <a:cubicBezTo>
                      <a:pt x="1263457" y="326383"/>
                      <a:pt x="1293255" y="341282"/>
                      <a:pt x="1298261" y="334250"/>
                    </a:cubicBezTo>
                    <a:cubicBezTo>
                      <a:pt x="1303267" y="327217"/>
                      <a:pt x="1257139" y="308743"/>
                      <a:pt x="1249988" y="323642"/>
                    </a:cubicBezTo>
                    <a:cubicBezTo>
                      <a:pt x="1242836" y="338541"/>
                      <a:pt x="1217448" y="333535"/>
                      <a:pt x="1230917" y="324953"/>
                    </a:cubicBezTo>
                    <a:cubicBezTo>
                      <a:pt x="1244386" y="316371"/>
                      <a:pt x="1247246" y="292413"/>
                      <a:pt x="1245816" y="280375"/>
                    </a:cubicBezTo>
                    <a:cubicBezTo>
                      <a:pt x="1244386" y="268336"/>
                      <a:pt x="1293493" y="267621"/>
                      <a:pt x="1288249" y="247716"/>
                    </a:cubicBezTo>
                    <a:cubicBezTo>
                      <a:pt x="1283004" y="227811"/>
                      <a:pt x="1312087" y="223878"/>
                      <a:pt x="1327940" y="223878"/>
                    </a:cubicBezTo>
                    <a:cubicBezTo>
                      <a:pt x="1343792" y="223878"/>
                      <a:pt x="1327225" y="202661"/>
                      <a:pt x="1311729" y="204807"/>
                    </a:cubicBezTo>
                    <a:cubicBezTo>
                      <a:pt x="1296235" y="206952"/>
                      <a:pt x="1279786" y="224593"/>
                      <a:pt x="1272039" y="217560"/>
                    </a:cubicBezTo>
                    <a:cubicBezTo>
                      <a:pt x="1264291" y="210528"/>
                      <a:pt x="1290394" y="197655"/>
                      <a:pt x="1304578" y="197655"/>
                    </a:cubicBezTo>
                    <a:cubicBezTo>
                      <a:pt x="1318762" y="197655"/>
                      <a:pt x="1352255" y="196344"/>
                      <a:pt x="1364174" y="189193"/>
                    </a:cubicBezTo>
                    <a:cubicBezTo>
                      <a:pt x="1376093" y="182041"/>
                      <a:pt x="1342958" y="175724"/>
                      <a:pt x="1320311" y="178585"/>
                    </a:cubicBezTo>
                    <a:cubicBezTo>
                      <a:pt x="1297665" y="181445"/>
                      <a:pt x="1297665" y="171433"/>
                      <a:pt x="1332231" y="170837"/>
                    </a:cubicBezTo>
                    <a:cubicBezTo>
                      <a:pt x="1366796" y="170241"/>
                      <a:pt x="1360598" y="162970"/>
                      <a:pt x="1384675" y="160110"/>
                    </a:cubicBezTo>
                    <a:cubicBezTo>
                      <a:pt x="1408752" y="157249"/>
                      <a:pt x="1401005" y="147356"/>
                      <a:pt x="1415785" y="146641"/>
                    </a:cubicBezTo>
                    <a:cubicBezTo>
                      <a:pt x="1430564" y="145926"/>
                      <a:pt x="1469659" y="129716"/>
                      <a:pt x="1469659" y="121849"/>
                    </a:cubicBezTo>
                    <a:cubicBezTo>
                      <a:pt x="1469659" y="113982"/>
                      <a:pt x="1412805" y="99918"/>
                      <a:pt x="1386582" y="99918"/>
                    </a:cubicBezTo>
                    <a:close/>
                    <a:moveTo>
                      <a:pt x="503605" y="716500"/>
                    </a:moveTo>
                    <a:cubicBezTo>
                      <a:pt x="504320" y="704580"/>
                      <a:pt x="491686" y="712209"/>
                      <a:pt x="484534" y="698859"/>
                    </a:cubicBezTo>
                    <a:cubicBezTo>
                      <a:pt x="477383" y="685510"/>
                      <a:pt x="441267" y="679788"/>
                      <a:pt x="437811" y="690277"/>
                    </a:cubicBezTo>
                    <a:cubicBezTo>
                      <a:pt x="436380" y="694568"/>
                      <a:pt x="425057" y="700885"/>
                      <a:pt x="434235" y="710898"/>
                    </a:cubicBezTo>
                    <a:cubicBezTo>
                      <a:pt x="443413" y="720910"/>
                      <a:pt x="449849" y="716500"/>
                      <a:pt x="460457" y="726393"/>
                    </a:cubicBezTo>
                    <a:cubicBezTo>
                      <a:pt x="471065" y="736286"/>
                      <a:pt x="502413" y="727823"/>
                      <a:pt x="503605" y="716500"/>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42" name="Freeform: Shape 141">
                <a:extLst>
                  <a:ext uri="{FF2B5EF4-FFF2-40B4-BE49-F238E27FC236}">
                    <a16:creationId xmlns:a16="http://schemas.microsoft.com/office/drawing/2014/main" id="{150E3C81-6B88-47E7-BAD4-9BA05026B471}"/>
                  </a:ext>
                </a:extLst>
              </p:cNvPr>
              <p:cNvSpPr/>
              <p:nvPr/>
            </p:nvSpPr>
            <p:spPr>
              <a:xfrm>
                <a:off x="3349894" y="10072701"/>
                <a:ext cx="48840" cy="30055"/>
              </a:xfrm>
              <a:custGeom>
                <a:avLst/>
                <a:gdLst>
                  <a:gd name="connsiteX0" fmla="*/ 15 w 48840"/>
                  <a:gd name="connsiteY0" fmla="*/ 1188 h 30055"/>
                  <a:gd name="connsiteX1" fmla="*/ 20754 w 48840"/>
                  <a:gd name="connsiteY1" fmla="*/ 14776 h 30055"/>
                  <a:gd name="connsiteX2" fmla="*/ 47811 w 48840"/>
                  <a:gd name="connsiteY2" fmla="*/ 24073 h 30055"/>
                  <a:gd name="connsiteX3" fmla="*/ 15 w 48840"/>
                  <a:gd name="connsiteY3" fmla="*/ 1188 h 30055"/>
                </a:gdLst>
                <a:ahLst/>
                <a:cxnLst>
                  <a:cxn ang="0">
                    <a:pos x="connsiteX0" y="connsiteY0"/>
                  </a:cxn>
                  <a:cxn ang="0">
                    <a:pos x="connsiteX1" y="connsiteY1"/>
                  </a:cxn>
                  <a:cxn ang="0">
                    <a:pos x="connsiteX2" y="connsiteY2"/>
                  </a:cxn>
                  <a:cxn ang="0">
                    <a:pos x="connsiteX3" y="connsiteY3"/>
                  </a:cxn>
                </a:cxnLst>
                <a:rect l="l" t="t" r="r" b="b"/>
                <a:pathLst>
                  <a:path w="48840" h="30055">
                    <a:moveTo>
                      <a:pt x="15" y="1188"/>
                    </a:moveTo>
                    <a:cubicBezTo>
                      <a:pt x="2160" y="10604"/>
                      <a:pt x="11934" y="6433"/>
                      <a:pt x="20754" y="14776"/>
                    </a:cubicBezTo>
                    <a:cubicBezTo>
                      <a:pt x="29574" y="23119"/>
                      <a:pt x="38394" y="38614"/>
                      <a:pt x="47811" y="24073"/>
                    </a:cubicBezTo>
                    <a:cubicBezTo>
                      <a:pt x="57227" y="9531"/>
                      <a:pt x="-1058" y="-4176"/>
                      <a:pt x="15" y="1188"/>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43" name="Freeform: Shape 142">
                <a:extLst>
                  <a:ext uri="{FF2B5EF4-FFF2-40B4-BE49-F238E27FC236}">
                    <a16:creationId xmlns:a16="http://schemas.microsoft.com/office/drawing/2014/main" id="{8538B347-2A9A-421B-9D14-7C09AED9F4AB}"/>
                  </a:ext>
                </a:extLst>
              </p:cNvPr>
              <p:cNvSpPr/>
              <p:nvPr/>
            </p:nvSpPr>
            <p:spPr>
              <a:xfrm>
                <a:off x="4577776" y="7391437"/>
                <a:ext cx="80627" cy="44844"/>
              </a:xfrm>
              <a:custGeom>
                <a:avLst/>
                <a:gdLst>
                  <a:gd name="connsiteX0" fmla="*/ 172 w 80627"/>
                  <a:gd name="connsiteY0" fmla="*/ 39719 h 44844"/>
                  <a:gd name="connsiteX1" fmla="*/ 15429 w 80627"/>
                  <a:gd name="connsiteY1" fmla="*/ 37693 h 44844"/>
                  <a:gd name="connsiteX2" fmla="*/ 19720 w 80627"/>
                  <a:gd name="connsiteY2" fmla="*/ 44845 h 44844"/>
                  <a:gd name="connsiteX3" fmla="*/ 36526 w 80627"/>
                  <a:gd name="connsiteY3" fmla="*/ 41626 h 44844"/>
                  <a:gd name="connsiteX4" fmla="*/ 51425 w 80627"/>
                  <a:gd name="connsiteY4" fmla="*/ 41626 h 44844"/>
                  <a:gd name="connsiteX5" fmla="*/ 59888 w 80627"/>
                  <a:gd name="connsiteY5" fmla="*/ 31018 h 44844"/>
                  <a:gd name="connsiteX6" fmla="*/ 65728 w 80627"/>
                  <a:gd name="connsiteY6" fmla="*/ 19099 h 44844"/>
                  <a:gd name="connsiteX7" fmla="*/ 80627 w 80627"/>
                  <a:gd name="connsiteY7" fmla="*/ 9087 h 44844"/>
                  <a:gd name="connsiteX8" fmla="*/ 74787 w 80627"/>
                  <a:gd name="connsiteY8" fmla="*/ 28 h 44844"/>
                  <a:gd name="connsiteX9" fmla="*/ 58338 w 80627"/>
                  <a:gd name="connsiteY9" fmla="*/ 5273 h 44844"/>
                  <a:gd name="connsiteX10" fmla="*/ 37599 w 80627"/>
                  <a:gd name="connsiteY10" fmla="*/ 12782 h 44844"/>
                  <a:gd name="connsiteX11" fmla="*/ 11019 w 80627"/>
                  <a:gd name="connsiteY11" fmla="*/ 8014 h 44844"/>
                  <a:gd name="connsiteX12" fmla="*/ 1483 w 80627"/>
                  <a:gd name="connsiteY12" fmla="*/ 7180 h 44844"/>
                  <a:gd name="connsiteX13" fmla="*/ 172 w 80627"/>
                  <a:gd name="connsiteY13" fmla="*/ 39719 h 4484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Lst>
                <a:rect l="l" t="t" r="r" b="b"/>
                <a:pathLst>
                  <a:path w="80627" h="44844">
                    <a:moveTo>
                      <a:pt x="172" y="39719"/>
                    </a:moveTo>
                    <a:cubicBezTo>
                      <a:pt x="4928" y="37502"/>
                      <a:pt x="10256" y="36787"/>
                      <a:pt x="15429" y="37693"/>
                    </a:cubicBezTo>
                    <a:cubicBezTo>
                      <a:pt x="18290" y="38885"/>
                      <a:pt x="19124" y="41746"/>
                      <a:pt x="19720" y="44845"/>
                    </a:cubicBezTo>
                    <a:cubicBezTo>
                      <a:pt x="25394" y="44177"/>
                      <a:pt x="31007" y="43104"/>
                      <a:pt x="36526" y="41626"/>
                    </a:cubicBezTo>
                    <a:cubicBezTo>
                      <a:pt x="40817" y="40077"/>
                      <a:pt x="50352" y="45321"/>
                      <a:pt x="51425" y="41626"/>
                    </a:cubicBezTo>
                    <a:cubicBezTo>
                      <a:pt x="52498" y="37931"/>
                      <a:pt x="55716" y="31018"/>
                      <a:pt x="59888" y="31018"/>
                    </a:cubicBezTo>
                    <a:cubicBezTo>
                      <a:pt x="64059" y="31018"/>
                      <a:pt x="61556" y="19934"/>
                      <a:pt x="65728" y="19099"/>
                    </a:cubicBezTo>
                    <a:cubicBezTo>
                      <a:pt x="69900" y="18265"/>
                      <a:pt x="80627" y="9087"/>
                      <a:pt x="80627" y="9087"/>
                    </a:cubicBezTo>
                    <a:cubicBezTo>
                      <a:pt x="80627" y="9087"/>
                      <a:pt x="76456" y="505"/>
                      <a:pt x="74787" y="28"/>
                    </a:cubicBezTo>
                    <a:cubicBezTo>
                      <a:pt x="73118" y="-448"/>
                      <a:pt x="67874" y="5273"/>
                      <a:pt x="58338" y="5273"/>
                    </a:cubicBezTo>
                    <a:cubicBezTo>
                      <a:pt x="48803" y="5273"/>
                      <a:pt x="41890" y="12782"/>
                      <a:pt x="37599" y="12782"/>
                    </a:cubicBezTo>
                    <a:cubicBezTo>
                      <a:pt x="33308" y="12782"/>
                      <a:pt x="20077" y="8491"/>
                      <a:pt x="11019" y="8014"/>
                    </a:cubicBezTo>
                    <a:lnTo>
                      <a:pt x="1483" y="7180"/>
                    </a:lnTo>
                    <a:cubicBezTo>
                      <a:pt x="160" y="17967"/>
                      <a:pt x="-281" y="28861"/>
                      <a:pt x="172" y="39719"/>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44" name="Freeform: Shape 143">
                <a:extLst>
                  <a:ext uri="{FF2B5EF4-FFF2-40B4-BE49-F238E27FC236}">
                    <a16:creationId xmlns:a16="http://schemas.microsoft.com/office/drawing/2014/main" id="{F9A77660-E80F-4CA1-862F-0992151471C2}"/>
                  </a:ext>
                </a:extLst>
              </p:cNvPr>
              <p:cNvSpPr/>
              <p:nvPr/>
            </p:nvSpPr>
            <p:spPr>
              <a:xfrm>
                <a:off x="4743625" y="7543793"/>
                <a:ext cx="151028" cy="189754"/>
              </a:xfrm>
              <a:custGeom>
                <a:avLst/>
                <a:gdLst>
                  <a:gd name="connsiteX0" fmla="*/ 149944 w 151028"/>
                  <a:gd name="connsiteY0" fmla="*/ 0 h 189754"/>
                  <a:gd name="connsiteX1" fmla="*/ 138025 w 151028"/>
                  <a:gd name="connsiteY1" fmla="*/ 5483 h 189754"/>
                  <a:gd name="connsiteX2" fmla="*/ 128847 w 151028"/>
                  <a:gd name="connsiteY2" fmla="*/ 11204 h 189754"/>
                  <a:gd name="connsiteX3" fmla="*/ 103340 w 151028"/>
                  <a:gd name="connsiteY3" fmla="*/ 6913 h 189754"/>
                  <a:gd name="connsiteX4" fmla="*/ 71158 w 151028"/>
                  <a:gd name="connsiteY4" fmla="*/ 6913 h 189754"/>
                  <a:gd name="connsiteX5" fmla="*/ 71158 w 151028"/>
                  <a:gd name="connsiteY5" fmla="*/ 7986 h 189754"/>
                  <a:gd name="connsiteX6" fmla="*/ 48869 w 151028"/>
                  <a:gd name="connsiteY6" fmla="*/ 18237 h 189754"/>
                  <a:gd name="connsiteX7" fmla="*/ 37665 w 151028"/>
                  <a:gd name="connsiteY7" fmla="*/ 25150 h 189754"/>
                  <a:gd name="connsiteX8" fmla="*/ 21216 w 151028"/>
                  <a:gd name="connsiteY8" fmla="*/ 27295 h 189754"/>
                  <a:gd name="connsiteX9" fmla="*/ 12754 w 151028"/>
                  <a:gd name="connsiteY9" fmla="*/ 41122 h 189754"/>
                  <a:gd name="connsiteX10" fmla="*/ 6913 w 151028"/>
                  <a:gd name="connsiteY10" fmla="*/ 50061 h 189754"/>
                  <a:gd name="connsiteX11" fmla="*/ 0 w 151028"/>
                  <a:gd name="connsiteY11" fmla="*/ 63053 h 189754"/>
                  <a:gd name="connsiteX12" fmla="*/ 1073 w 151028"/>
                  <a:gd name="connsiteY12" fmla="*/ 63649 h 189754"/>
                  <a:gd name="connsiteX13" fmla="*/ 13826 w 151028"/>
                  <a:gd name="connsiteY13" fmla="*/ 84150 h 189754"/>
                  <a:gd name="connsiteX14" fmla="*/ 30751 w 151028"/>
                  <a:gd name="connsiteY14" fmla="*/ 89752 h 189754"/>
                  <a:gd name="connsiteX15" fmla="*/ 52445 w 151028"/>
                  <a:gd name="connsiteY15" fmla="*/ 97619 h 189754"/>
                  <a:gd name="connsiteX16" fmla="*/ 26818 w 151028"/>
                  <a:gd name="connsiteY16" fmla="*/ 99764 h 189754"/>
                  <a:gd name="connsiteX17" fmla="*/ 31824 w 151028"/>
                  <a:gd name="connsiteY17" fmla="*/ 119908 h 189754"/>
                  <a:gd name="connsiteX18" fmla="*/ 42135 w 151028"/>
                  <a:gd name="connsiteY18" fmla="*/ 136320 h 189754"/>
                  <a:gd name="connsiteX19" fmla="*/ 43743 w 151028"/>
                  <a:gd name="connsiteY19" fmla="*/ 136595 h 189754"/>
                  <a:gd name="connsiteX20" fmla="*/ 66032 w 151028"/>
                  <a:gd name="connsiteY20" fmla="*/ 147203 h 189754"/>
                  <a:gd name="connsiteX21" fmla="*/ 61861 w 151028"/>
                  <a:gd name="connsiteY21" fmla="*/ 123364 h 189754"/>
                  <a:gd name="connsiteX22" fmla="*/ 78428 w 151028"/>
                  <a:gd name="connsiteY22" fmla="*/ 122649 h 189754"/>
                  <a:gd name="connsiteX23" fmla="*/ 67463 w 151028"/>
                  <a:gd name="connsiteY23" fmla="*/ 113114 h 189754"/>
                  <a:gd name="connsiteX24" fmla="*/ 76045 w 151028"/>
                  <a:gd name="connsiteY24" fmla="*/ 108465 h 189754"/>
                  <a:gd name="connsiteX25" fmla="*/ 93328 w 151028"/>
                  <a:gd name="connsiteY25" fmla="*/ 106320 h 189754"/>
                  <a:gd name="connsiteX26" fmla="*/ 85580 w 151028"/>
                  <a:gd name="connsiteY26" fmla="*/ 86891 h 189754"/>
                  <a:gd name="connsiteX27" fmla="*/ 65675 w 151028"/>
                  <a:gd name="connsiteY27" fmla="*/ 87606 h 189754"/>
                  <a:gd name="connsiteX28" fmla="*/ 73542 w 151028"/>
                  <a:gd name="connsiteY28" fmla="*/ 74853 h 189754"/>
                  <a:gd name="connsiteX29" fmla="*/ 53994 w 151028"/>
                  <a:gd name="connsiteY29" fmla="*/ 47915 h 189754"/>
                  <a:gd name="connsiteX30" fmla="*/ 65913 w 151028"/>
                  <a:gd name="connsiteY30" fmla="*/ 41122 h 189754"/>
                  <a:gd name="connsiteX31" fmla="*/ 85103 w 151028"/>
                  <a:gd name="connsiteY31" fmla="*/ 43982 h 189754"/>
                  <a:gd name="connsiteX32" fmla="*/ 89633 w 151028"/>
                  <a:gd name="connsiteY32" fmla="*/ 25865 h 189754"/>
                  <a:gd name="connsiteX33" fmla="*/ 104174 w 151028"/>
                  <a:gd name="connsiteY33" fmla="*/ 30513 h 189754"/>
                  <a:gd name="connsiteX34" fmla="*/ 122291 w 151028"/>
                  <a:gd name="connsiteY34" fmla="*/ 21693 h 189754"/>
                  <a:gd name="connsiteX35" fmla="*/ 138502 w 151028"/>
                  <a:gd name="connsiteY35" fmla="*/ 29321 h 189754"/>
                  <a:gd name="connsiteX36" fmla="*/ 144104 w 151028"/>
                  <a:gd name="connsiteY36" fmla="*/ 21097 h 189754"/>
                  <a:gd name="connsiteX37" fmla="*/ 151017 w 151028"/>
                  <a:gd name="connsiteY37" fmla="*/ 10012 h 189754"/>
                  <a:gd name="connsiteX38" fmla="*/ 149944 w 151028"/>
                  <a:gd name="connsiteY38" fmla="*/ 0 h 189754"/>
                  <a:gd name="connsiteX39" fmla="*/ 129920 w 151028"/>
                  <a:gd name="connsiteY39" fmla="*/ 178789 h 189754"/>
                  <a:gd name="connsiteX40" fmla="*/ 92017 w 151028"/>
                  <a:gd name="connsiteY40" fmla="*/ 174498 h 189754"/>
                  <a:gd name="connsiteX41" fmla="*/ 77475 w 151028"/>
                  <a:gd name="connsiteY41" fmla="*/ 180457 h 189754"/>
                  <a:gd name="connsiteX42" fmla="*/ 112518 w 151028"/>
                  <a:gd name="connsiteY42" fmla="*/ 189754 h 189754"/>
                  <a:gd name="connsiteX43" fmla="*/ 144699 w 151028"/>
                  <a:gd name="connsiteY43" fmla="*/ 179742 h 189754"/>
                  <a:gd name="connsiteX44" fmla="*/ 129920 w 151028"/>
                  <a:gd name="connsiteY44" fmla="*/ 178789 h 18975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151028" h="189754">
                    <a:moveTo>
                      <a:pt x="149944" y="0"/>
                    </a:moveTo>
                    <a:cubicBezTo>
                      <a:pt x="144580" y="0"/>
                      <a:pt x="137190" y="2503"/>
                      <a:pt x="138025" y="5483"/>
                    </a:cubicBezTo>
                    <a:cubicBezTo>
                      <a:pt x="138859" y="8463"/>
                      <a:pt x="134449" y="11204"/>
                      <a:pt x="128847" y="11204"/>
                    </a:cubicBezTo>
                    <a:cubicBezTo>
                      <a:pt x="120205" y="10739"/>
                      <a:pt x="111648" y="9297"/>
                      <a:pt x="103340" y="6913"/>
                    </a:cubicBezTo>
                    <a:cubicBezTo>
                      <a:pt x="92660" y="5447"/>
                      <a:pt x="81837" y="5447"/>
                      <a:pt x="71158" y="6913"/>
                    </a:cubicBezTo>
                    <a:cubicBezTo>
                      <a:pt x="71206" y="7271"/>
                      <a:pt x="71206" y="7628"/>
                      <a:pt x="71158" y="7986"/>
                    </a:cubicBezTo>
                    <a:cubicBezTo>
                      <a:pt x="64888" y="13505"/>
                      <a:pt x="57141" y="17068"/>
                      <a:pt x="48869" y="18237"/>
                    </a:cubicBezTo>
                    <a:cubicBezTo>
                      <a:pt x="45651" y="16687"/>
                      <a:pt x="44101" y="23600"/>
                      <a:pt x="37665" y="25150"/>
                    </a:cubicBezTo>
                    <a:cubicBezTo>
                      <a:pt x="31228" y="26699"/>
                      <a:pt x="21693" y="25150"/>
                      <a:pt x="21216" y="27295"/>
                    </a:cubicBezTo>
                    <a:cubicBezTo>
                      <a:pt x="19321" y="32409"/>
                      <a:pt x="16449" y="37105"/>
                      <a:pt x="12754" y="41122"/>
                    </a:cubicBezTo>
                    <a:cubicBezTo>
                      <a:pt x="8939" y="44816"/>
                      <a:pt x="12157" y="49107"/>
                      <a:pt x="6913" y="50061"/>
                    </a:cubicBezTo>
                    <a:cubicBezTo>
                      <a:pt x="1669" y="51014"/>
                      <a:pt x="1907" y="57332"/>
                      <a:pt x="0" y="63053"/>
                    </a:cubicBezTo>
                    <a:cubicBezTo>
                      <a:pt x="0" y="63053"/>
                      <a:pt x="596" y="63053"/>
                      <a:pt x="1073" y="63649"/>
                    </a:cubicBezTo>
                    <a:cubicBezTo>
                      <a:pt x="9428" y="66867"/>
                      <a:pt x="14637" y="75234"/>
                      <a:pt x="13826" y="84150"/>
                    </a:cubicBezTo>
                    <a:cubicBezTo>
                      <a:pt x="12754" y="92970"/>
                      <a:pt x="25149" y="96069"/>
                      <a:pt x="30751" y="89752"/>
                    </a:cubicBezTo>
                    <a:cubicBezTo>
                      <a:pt x="36354" y="83435"/>
                      <a:pt x="52445" y="93328"/>
                      <a:pt x="52445" y="97619"/>
                    </a:cubicBezTo>
                    <a:cubicBezTo>
                      <a:pt x="52445" y="101910"/>
                      <a:pt x="36115" y="92970"/>
                      <a:pt x="26818" y="99764"/>
                    </a:cubicBezTo>
                    <a:cubicBezTo>
                      <a:pt x="17521" y="106558"/>
                      <a:pt x="33970" y="112875"/>
                      <a:pt x="31824" y="119908"/>
                    </a:cubicBezTo>
                    <a:cubicBezTo>
                      <a:pt x="30132" y="127286"/>
                      <a:pt x="34756" y="134640"/>
                      <a:pt x="42135" y="136320"/>
                    </a:cubicBezTo>
                    <a:cubicBezTo>
                      <a:pt x="42659" y="136452"/>
                      <a:pt x="43195" y="136535"/>
                      <a:pt x="43743" y="136595"/>
                    </a:cubicBezTo>
                    <a:cubicBezTo>
                      <a:pt x="51968" y="136595"/>
                      <a:pt x="61146" y="149706"/>
                      <a:pt x="66032" y="147203"/>
                    </a:cubicBezTo>
                    <a:cubicBezTo>
                      <a:pt x="70919" y="144700"/>
                      <a:pt x="60073" y="125986"/>
                      <a:pt x="61861" y="123364"/>
                    </a:cubicBezTo>
                    <a:cubicBezTo>
                      <a:pt x="63649" y="120742"/>
                      <a:pt x="73780" y="128370"/>
                      <a:pt x="78428" y="122649"/>
                    </a:cubicBezTo>
                    <a:cubicBezTo>
                      <a:pt x="83077" y="116928"/>
                      <a:pt x="74972" y="112756"/>
                      <a:pt x="67463" y="113114"/>
                    </a:cubicBezTo>
                    <a:cubicBezTo>
                      <a:pt x="59954" y="113471"/>
                      <a:pt x="67463" y="103102"/>
                      <a:pt x="76045" y="108465"/>
                    </a:cubicBezTo>
                    <a:cubicBezTo>
                      <a:pt x="84627" y="113829"/>
                      <a:pt x="89156" y="107035"/>
                      <a:pt x="93328" y="106320"/>
                    </a:cubicBezTo>
                    <a:cubicBezTo>
                      <a:pt x="97499" y="105604"/>
                      <a:pt x="98691" y="90467"/>
                      <a:pt x="85580" y="86891"/>
                    </a:cubicBezTo>
                    <a:cubicBezTo>
                      <a:pt x="72469" y="83316"/>
                      <a:pt x="74257" y="96427"/>
                      <a:pt x="65675" y="87606"/>
                    </a:cubicBezTo>
                    <a:cubicBezTo>
                      <a:pt x="57093" y="78786"/>
                      <a:pt x="73542" y="82243"/>
                      <a:pt x="73542" y="74853"/>
                    </a:cubicBezTo>
                    <a:cubicBezTo>
                      <a:pt x="73542" y="67463"/>
                      <a:pt x="60431" y="56736"/>
                      <a:pt x="53994" y="47915"/>
                    </a:cubicBezTo>
                    <a:cubicBezTo>
                      <a:pt x="47558" y="39095"/>
                      <a:pt x="62934" y="34804"/>
                      <a:pt x="65913" y="41122"/>
                    </a:cubicBezTo>
                    <a:cubicBezTo>
                      <a:pt x="68893" y="47439"/>
                      <a:pt x="79025" y="46485"/>
                      <a:pt x="85103" y="43982"/>
                    </a:cubicBezTo>
                    <a:cubicBezTo>
                      <a:pt x="91182" y="41479"/>
                      <a:pt x="78667" y="30156"/>
                      <a:pt x="89633" y="25865"/>
                    </a:cubicBezTo>
                    <a:cubicBezTo>
                      <a:pt x="100598" y="21574"/>
                      <a:pt x="100717" y="29083"/>
                      <a:pt x="104174" y="30513"/>
                    </a:cubicBezTo>
                    <a:cubicBezTo>
                      <a:pt x="107631" y="31944"/>
                      <a:pt x="110968" y="21693"/>
                      <a:pt x="122291" y="21693"/>
                    </a:cubicBezTo>
                    <a:cubicBezTo>
                      <a:pt x="128358" y="22504"/>
                      <a:pt x="134020" y="25162"/>
                      <a:pt x="138502" y="29321"/>
                    </a:cubicBezTo>
                    <a:cubicBezTo>
                      <a:pt x="141601" y="25984"/>
                      <a:pt x="144104" y="23958"/>
                      <a:pt x="144104" y="21097"/>
                    </a:cubicBezTo>
                    <a:cubicBezTo>
                      <a:pt x="144104" y="18237"/>
                      <a:pt x="151017" y="15853"/>
                      <a:pt x="151017" y="10012"/>
                    </a:cubicBezTo>
                    <a:cubicBezTo>
                      <a:pt x="151100" y="6639"/>
                      <a:pt x="150731" y="3278"/>
                      <a:pt x="149944" y="0"/>
                    </a:cubicBezTo>
                    <a:close/>
                    <a:moveTo>
                      <a:pt x="129920" y="178789"/>
                    </a:moveTo>
                    <a:cubicBezTo>
                      <a:pt x="124198" y="175570"/>
                      <a:pt x="98691" y="180815"/>
                      <a:pt x="92017" y="174498"/>
                    </a:cubicBezTo>
                    <a:cubicBezTo>
                      <a:pt x="85342" y="168180"/>
                      <a:pt x="71515" y="179504"/>
                      <a:pt x="77475" y="180457"/>
                    </a:cubicBezTo>
                    <a:cubicBezTo>
                      <a:pt x="88810" y="184724"/>
                      <a:pt x="100551" y="187835"/>
                      <a:pt x="112518" y="189754"/>
                    </a:cubicBezTo>
                    <a:cubicBezTo>
                      <a:pt x="126344" y="189754"/>
                      <a:pt x="145057" y="183318"/>
                      <a:pt x="144699" y="179742"/>
                    </a:cubicBezTo>
                    <a:cubicBezTo>
                      <a:pt x="144342" y="176166"/>
                      <a:pt x="135522" y="181888"/>
                      <a:pt x="129920" y="178789"/>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45" name="Freeform: Shape 144">
                <a:extLst>
                  <a:ext uri="{FF2B5EF4-FFF2-40B4-BE49-F238E27FC236}">
                    <a16:creationId xmlns:a16="http://schemas.microsoft.com/office/drawing/2014/main" id="{FDC5FDD9-EE3E-4598-B254-4580DE17EF35}"/>
                  </a:ext>
                </a:extLst>
              </p:cNvPr>
              <p:cNvSpPr/>
              <p:nvPr/>
            </p:nvSpPr>
            <p:spPr>
              <a:xfrm>
                <a:off x="5030652" y="7710794"/>
                <a:ext cx="55033" cy="31584"/>
              </a:xfrm>
              <a:custGeom>
                <a:avLst/>
                <a:gdLst>
                  <a:gd name="connsiteX0" fmla="*/ 37296 w 55033"/>
                  <a:gd name="connsiteY0" fmla="*/ 21561 h 31584"/>
                  <a:gd name="connsiteX1" fmla="*/ 50050 w 55033"/>
                  <a:gd name="connsiteY1" fmla="*/ 6305 h 31584"/>
                  <a:gd name="connsiteX2" fmla="*/ 50050 w 55033"/>
                  <a:gd name="connsiteY2" fmla="*/ 1656 h 31584"/>
                  <a:gd name="connsiteX3" fmla="*/ 16080 w 55033"/>
                  <a:gd name="connsiteY3" fmla="*/ 12026 h 31584"/>
                  <a:gd name="connsiteX4" fmla="*/ 5114 w 55033"/>
                  <a:gd name="connsiteY4" fmla="*/ 28951 h 31584"/>
                  <a:gd name="connsiteX5" fmla="*/ 37296 w 55033"/>
                  <a:gd name="connsiteY5" fmla="*/ 21561 h 3158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5033" h="31584">
                    <a:moveTo>
                      <a:pt x="37296" y="21561"/>
                    </a:moveTo>
                    <a:cubicBezTo>
                      <a:pt x="37296" y="17628"/>
                      <a:pt x="41945" y="9642"/>
                      <a:pt x="50050" y="6305"/>
                    </a:cubicBezTo>
                    <a:cubicBezTo>
                      <a:pt x="58155" y="2967"/>
                      <a:pt x="55056" y="-2873"/>
                      <a:pt x="50050" y="1656"/>
                    </a:cubicBezTo>
                    <a:cubicBezTo>
                      <a:pt x="40002" y="8402"/>
                      <a:pt x="28178" y="12014"/>
                      <a:pt x="16080" y="12026"/>
                    </a:cubicBezTo>
                    <a:cubicBezTo>
                      <a:pt x="108" y="12026"/>
                      <a:pt x="-4778" y="23230"/>
                      <a:pt x="5114" y="28951"/>
                    </a:cubicBezTo>
                    <a:cubicBezTo>
                      <a:pt x="17510" y="36579"/>
                      <a:pt x="38012" y="25614"/>
                      <a:pt x="37296" y="21561"/>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46" name="Freeform: Shape 145">
                <a:extLst>
                  <a:ext uri="{FF2B5EF4-FFF2-40B4-BE49-F238E27FC236}">
                    <a16:creationId xmlns:a16="http://schemas.microsoft.com/office/drawing/2014/main" id="{FB4F3953-4F14-4C96-910A-54B7D0E66DC7}"/>
                  </a:ext>
                </a:extLst>
              </p:cNvPr>
              <p:cNvSpPr/>
              <p:nvPr/>
            </p:nvSpPr>
            <p:spPr>
              <a:xfrm>
                <a:off x="3687679" y="6709705"/>
                <a:ext cx="252530" cy="123541"/>
              </a:xfrm>
              <a:custGeom>
                <a:avLst/>
                <a:gdLst>
                  <a:gd name="connsiteX0" fmla="*/ 214328 w 252530"/>
                  <a:gd name="connsiteY0" fmla="*/ 89851 h 123541"/>
                  <a:gd name="connsiteX1" fmla="*/ 233518 w 252530"/>
                  <a:gd name="connsiteY1" fmla="*/ 74713 h 123541"/>
                  <a:gd name="connsiteX2" fmla="*/ 251874 w 252530"/>
                  <a:gd name="connsiteY2" fmla="*/ 56954 h 123541"/>
                  <a:gd name="connsiteX3" fmla="*/ 241385 w 252530"/>
                  <a:gd name="connsiteY3" fmla="*/ 37525 h 123541"/>
                  <a:gd name="connsiteX4" fmla="*/ 239955 w 252530"/>
                  <a:gd name="connsiteY4" fmla="*/ 37168 h 123541"/>
                  <a:gd name="connsiteX5" fmla="*/ 226844 w 252530"/>
                  <a:gd name="connsiteY5" fmla="*/ 25249 h 123541"/>
                  <a:gd name="connsiteX6" fmla="*/ 222672 w 252530"/>
                  <a:gd name="connsiteY6" fmla="*/ 10349 h 123541"/>
                  <a:gd name="connsiteX7" fmla="*/ 206343 w 252530"/>
                  <a:gd name="connsiteY7" fmla="*/ 11422 h 123541"/>
                  <a:gd name="connsiteX8" fmla="*/ 183338 w 252530"/>
                  <a:gd name="connsiteY8" fmla="*/ 337 h 123541"/>
                  <a:gd name="connsiteX9" fmla="*/ 180478 w 252530"/>
                  <a:gd name="connsiteY9" fmla="*/ 14879 h 123541"/>
                  <a:gd name="connsiteX10" fmla="*/ 166294 w 252530"/>
                  <a:gd name="connsiteY10" fmla="*/ 15952 h 123541"/>
                  <a:gd name="connsiteX11" fmla="*/ 156758 w 252530"/>
                  <a:gd name="connsiteY11" fmla="*/ 15952 h 123541"/>
                  <a:gd name="connsiteX12" fmla="*/ 142932 w 252530"/>
                  <a:gd name="connsiteY12" fmla="*/ 18097 h 123541"/>
                  <a:gd name="connsiteX13" fmla="*/ 131013 w 252530"/>
                  <a:gd name="connsiteY13" fmla="*/ 13806 h 123541"/>
                  <a:gd name="connsiteX14" fmla="*/ 115041 w 252530"/>
                  <a:gd name="connsiteY14" fmla="*/ 24891 h 123541"/>
                  <a:gd name="connsiteX15" fmla="*/ 105506 w 252530"/>
                  <a:gd name="connsiteY15" fmla="*/ 19885 h 123541"/>
                  <a:gd name="connsiteX16" fmla="*/ 94540 w 252530"/>
                  <a:gd name="connsiteY16" fmla="*/ 27275 h 123541"/>
                  <a:gd name="connsiteX17" fmla="*/ 91322 w 252530"/>
                  <a:gd name="connsiteY17" fmla="*/ 38241 h 123541"/>
                  <a:gd name="connsiteX18" fmla="*/ 75707 w 252530"/>
                  <a:gd name="connsiteY18" fmla="*/ 45392 h 123541"/>
                  <a:gd name="connsiteX19" fmla="*/ 69390 w 252530"/>
                  <a:gd name="connsiteY19" fmla="*/ 26202 h 123541"/>
                  <a:gd name="connsiteX20" fmla="*/ 32798 w 252530"/>
                  <a:gd name="connsiteY20" fmla="*/ 2364 h 123541"/>
                  <a:gd name="connsiteX21" fmla="*/ 36374 w 252530"/>
                  <a:gd name="connsiteY21" fmla="*/ 15832 h 123541"/>
                  <a:gd name="connsiteX22" fmla="*/ 27554 w 252530"/>
                  <a:gd name="connsiteY22" fmla="*/ 15117 h 123541"/>
                  <a:gd name="connsiteX23" fmla="*/ 11940 w 252530"/>
                  <a:gd name="connsiteY23" fmla="*/ 21196 h 123541"/>
                  <a:gd name="connsiteX24" fmla="*/ 21 w 252530"/>
                  <a:gd name="connsiteY24" fmla="*/ 37049 h 123541"/>
                  <a:gd name="connsiteX25" fmla="*/ 23025 w 252530"/>
                  <a:gd name="connsiteY25" fmla="*/ 42770 h 123541"/>
                  <a:gd name="connsiteX26" fmla="*/ 52108 w 252530"/>
                  <a:gd name="connsiteY26" fmla="*/ 42770 h 123541"/>
                  <a:gd name="connsiteX27" fmla="*/ 47459 w 252530"/>
                  <a:gd name="connsiteY27" fmla="*/ 54689 h 123541"/>
                  <a:gd name="connsiteX28" fmla="*/ 35540 w 252530"/>
                  <a:gd name="connsiteY28" fmla="*/ 61483 h 123541"/>
                  <a:gd name="connsiteX29" fmla="*/ 8245 w 252530"/>
                  <a:gd name="connsiteY29" fmla="*/ 68873 h 123541"/>
                  <a:gd name="connsiteX30" fmla="*/ 43049 w 252530"/>
                  <a:gd name="connsiteY30" fmla="*/ 69588 h 123541"/>
                  <a:gd name="connsiteX31" fmla="*/ 51511 w 252530"/>
                  <a:gd name="connsiteY31" fmla="*/ 78408 h 123541"/>
                  <a:gd name="connsiteX32" fmla="*/ 58544 w 252530"/>
                  <a:gd name="connsiteY32" fmla="*/ 86633 h 123541"/>
                  <a:gd name="connsiteX33" fmla="*/ 50439 w 252530"/>
                  <a:gd name="connsiteY33" fmla="*/ 97598 h 123541"/>
                  <a:gd name="connsiteX34" fmla="*/ 38519 w 252530"/>
                  <a:gd name="connsiteY34" fmla="*/ 105346 h 123541"/>
                  <a:gd name="connsiteX35" fmla="*/ 69033 w 252530"/>
                  <a:gd name="connsiteY35" fmla="*/ 104273 h 123541"/>
                  <a:gd name="connsiteX36" fmla="*/ 112538 w 252530"/>
                  <a:gd name="connsiteY36" fmla="*/ 121675 h 123541"/>
                  <a:gd name="connsiteX37" fmla="*/ 154017 w 252530"/>
                  <a:gd name="connsiteY37" fmla="*/ 112140 h 123541"/>
                  <a:gd name="connsiteX38" fmla="*/ 183815 w 252530"/>
                  <a:gd name="connsiteY38" fmla="*/ 102128 h 123541"/>
                  <a:gd name="connsiteX39" fmla="*/ 214328 w 252530"/>
                  <a:gd name="connsiteY39" fmla="*/ 89851 h 12354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Lst>
                <a:rect l="l" t="t" r="r" b="b"/>
                <a:pathLst>
                  <a:path w="252530" h="123541">
                    <a:moveTo>
                      <a:pt x="214328" y="89851"/>
                    </a:moveTo>
                    <a:cubicBezTo>
                      <a:pt x="228155" y="89136"/>
                      <a:pt x="227797" y="73998"/>
                      <a:pt x="233518" y="74713"/>
                    </a:cubicBezTo>
                    <a:cubicBezTo>
                      <a:pt x="239239" y="75429"/>
                      <a:pt x="248298" y="63986"/>
                      <a:pt x="251874" y="56954"/>
                    </a:cubicBezTo>
                    <a:cubicBezTo>
                      <a:pt x="254341" y="48694"/>
                      <a:pt x="249645" y="39993"/>
                      <a:pt x="241385" y="37525"/>
                    </a:cubicBezTo>
                    <a:cubicBezTo>
                      <a:pt x="240908" y="37382"/>
                      <a:pt x="240431" y="37263"/>
                      <a:pt x="239955" y="37168"/>
                    </a:cubicBezTo>
                    <a:cubicBezTo>
                      <a:pt x="231492" y="37168"/>
                      <a:pt x="225055" y="30374"/>
                      <a:pt x="226844" y="25249"/>
                    </a:cubicBezTo>
                    <a:cubicBezTo>
                      <a:pt x="228631" y="20123"/>
                      <a:pt x="222314" y="13329"/>
                      <a:pt x="222672" y="10349"/>
                    </a:cubicBezTo>
                    <a:cubicBezTo>
                      <a:pt x="223029" y="7370"/>
                      <a:pt x="211945" y="10349"/>
                      <a:pt x="206343" y="11422"/>
                    </a:cubicBezTo>
                    <a:cubicBezTo>
                      <a:pt x="200740" y="12495"/>
                      <a:pt x="188583" y="-2404"/>
                      <a:pt x="183338" y="337"/>
                    </a:cubicBezTo>
                    <a:cubicBezTo>
                      <a:pt x="178094" y="3079"/>
                      <a:pt x="181908" y="10707"/>
                      <a:pt x="180478" y="14879"/>
                    </a:cubicBezTo>
                    <a:cubicBezTo>
                      <a:pt x="179047" y="19051"/>
                      <a:pt x="166294" y="10945"/>
                      <a:pt x="166294" y="15952"/>
                    </a:cubicBezTo>
                    <a:cubicBezTo>
                      <a:pt x="166294" y="20958"/>
                      <a:pt x="160930" y="21673"/>
                      <a:pt x="156758" y="15952"/>
                    </a:cubicBezTo>
                    <a:cubicBezTo>
                      <a:pt x="152587" y="10230"/>
                      <a:pt x="142575" y="13806"/>
                      <a:pt x="142932" y="18097"/>
                    </a:cubicBezTo>
                    <a:cubicBezTo>
                      <a:pt x="143290" y="22388"/>
                      <a:pt x="138641" y="18812"/>
                      <a:pt x="131013" y="13806"/>
                    </a:cubicBezTo>
                    <a:cubicBezTo>
                      <a:pt x="123384" y="8800"/>
                      <a:pt x="114326" y="19527"/>
                      <a:pt x="115041" y="24891"/>
                    </a:cubicBezTo>
                    <a:cubicBezTo>
                      <a:pt x="115756" y="30255"/>
                      <a:pt x="112181" y="31566"/>
                      <a:pt x="105506" y="19885"/>
                    </a:cubicBezTo>
                    <a:cubicBezTo>
                      <a:pt x="98831" y="8204"/>
                      <a:pt x="90964" y="20958"/>
                      <a:pt x="94540" y="27275"/>
                    </a:cubicBezTo>
                    <a:cubicBezTo>
                      <a:pt x="98116" y="33592"/>
                      <a:pt x="96566" y="41459"/>
                      <a:pt x="91322" y="38241"/>
                    </a:cubicBezTo>
                    <a:cubicBezTo>
                      <a:pt x="86077" y="35022"/>
                      <a:pt x="79403" y="40386"/>
                      <a:pt x="75707" y="45392"/>
                    </a:cubicBezTo>
                    <a:cubicBezTo>
                      <a:pt x="72012" y="50398"/>
                      <a:pt x="61166" y="30851"/>
                      <a:pt x="69390" y="26202"/>
                    </a:cubicBezTo>
                    <a:cubicBezTo>
                      <a:pt x="77615" y="21554"/>
                      <a:pt x="43526" y="2364"/>
                      <a:pt x="32798" y="2364"/>
                    </a:cubicBezTo>
                    <a:cubicBezTo>
                      <a:pt x="22071" y="2364"/>
                      <a:pt x="29342" y="10230"/>
                      <a:pt x="36374" y="15832"/>
                    </a:cubicBezTo>
                    <a:cubicBezTo>
                      <a:pt x="43406" y="21434"/>
                      <a:pt x="31368" y="20123"/>
                      <a:pt x="27554" y="15117"/>
                    </a:cubicBezTo>
                    <a:cubicBezTo>
                      <a:pt x="23740" y="10111"/>
                      <a:pt x="16230" y="14044"/>
                      <a:pt x="11940" y="21196"/>
                    </a:cubicBezTo>
                    <a:cubicBezTo>
                      <a:pt x="7649" y="28348"/>
                      <a:pt x="616" y="32162"/>
                      <a:pt x="21" y="37049"/>
                    </a:cubicBezTo>
                    <a:cubicBezTo>
                      <a:pt x="-576" y="41935"/>
                      <a:pt x="11940" y="47418"/>
                      <a:pt x="23025" y="42770"/>
                    </a:cubicBezTo>
                    <a:cubicBezTo>
                      <a:pt x="32047" y="37668"/>
                      <a:pt x="43084" y="37668"/>
                      <a:pt x="52108" y="42770"/>
                    </a:cubicBezTo>
                    <a:cubicBezTo>
                      <a:pt x="57710" y="48133"/>
                      <a:pt x="41857" y="50160"/>
                      <a:pt x="47459" y="54689"/>
                    </a:cubicBezTo>
                    <a:cubicBezTo>
                      <a:pt x="53061" y="59218"/>
                      <a:pt x="48532" y="62556"/>
                      <a:pt x="35540" y="61483"/>
                    </a:cubicBezTo>
                    <a:cubicBezTo>
                      <a:pt x="22548" y="60410"/>
                      <a:pt x="5861" y="64224"/>
                      <a:pt x="8245" y="68873"/>
                    </a:cubicBezTo>
                    <a:cubicBezTo>
                      <a:pt x="10628" y="73521"/>
                      <a:pt x="42691" y="64940"/>
                      <a:pt x="43049" y="69588"/>
                    </a:cubicBezTo>
                    <a:cubicBezTo>
                      <a:pt x="43406" y="74237"/>
                      <a:pt x="43049" y="81507"/>
                      <a:pt x="51511" y="78408"/>
                    </a:cubicBezTo>
                    <a:cubicBezTo>
                      <a:pt x="59974" y="75309"/>
                      <a:pt x="54372" y="84845"/>
                      <a:pt x="58544" y="86633"/>
                    </a:cubicBezTo>
                    <a:cubicBezTo>
                      <a:pt x="62715" y="88421"/>
                      <a:pt x="61762" y="96883"/>
                      <a:pt x="50439" y="97598"/>
                    </a:cubicBezTo>
                    <a:cubicBezTo>
                      <a:pt x="39116" y="98313"/>
                      <a:pt x="33632" y="100578"/>
                      <a:pt x="38519" y="105346"/>
                    </a:cubicBezTo>
                    <a:cubicBezTo>
                      <a:pt x="43406" y="110114"/>
                      <a:pt x="56994" y="107134"/>
                      <a:pt x="69033" y="104273"/>
                    </a:cubicBezTo>
                    <a:cubicBezTo>
                      <a:pt x="81071" y="101412"/>
                      <a:pt x="98354" y="116192"/>
                      <a:pt x="112538" y="121675"/>
                    </a:cubicBezTo>
                    <a:cubicBezTo>
                      <a:pt x="126722" y="127158"/>
                      <a:pt x="151156" y="119530"/>
                      <a:pt x="154017" y="112140"/>
                    </a:cubicBezTo>
                    <a:cubicBezTo>
                      <a:pt x="156878" y="104750"/>
                      <a:pt x="175948" y="107491"/>
                      <a:pt x="183815" y="102128"/>
                    </a:cubicBezTo>
                    <a:cubicBezTo>
                      <a:pt x="192707" y="95393"/>
                      <a:pt x="203243" y="91150"/>
                      <a:pt x="214328" y="89851"/>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47" name="Freeform: Shape 146">
                <a:extLst>
                  <a:ext uri="{FF2B5EF4-FFF2-40B4-BE49-F238E27FC236}">
                    <a16:creationId xmlns:a16="http://schemas.microsoft.com/office/drawing/2014/main" id="{12195330-D1D0-4A6D-B369-2F359E070D89}"/>
                  </a:ext>
                </a:extLst>
              </p:cNvPr>
              <p:cNvSpPr/>
              <p:nvPr/>
            </p:nvSpPr>
            <p:spPr>
              <a:xfrm>
                <a:off x="4462722" y="7039560"/>
                <a:ext cx="110812" cy="105976"/>
              </a:xfrm>
              <a:custGeom>
                <a:avLst/>
                <a:gdLst>
                  <a:gd name="connsiteX0" fmla="*/ 56464 w 110812"/>
                  <a:gd name="connsiteY0" fmla="*/ 38548 h 105976"/>
                  <a:gd name="connsiteX1" fmla="*/ 55749 w 110812"/>
                  <a:gd name="connsiteY1" fmla="*/ 21861 h 105976"/>
                  <a:gd name="connsiteX2" fmla="*/ 58253 w 110812"/>
                  <a:gd name="connsiteY2" fmla="*/ 1360 h 105976"/>
                  <a:gd name="connsiteX3" fmla="*/ 40850 w 110812"/>
                  <a:gd name="connsiteY3" fmla="*/ 10895 h 105976"/>
                  <a:gd name="connsiteX4" fmla="*/ 26666 w 110812"/>
                  <a:gd name="connsiteY4" fmla="*/ 18285 h 105976"/>
                  <a:gd name="connsiteX5" fmla="*/ 27739 w 110812"/>
                  <a:gd name="connsiteY5" fmla="*/ 28894 h 105976"/>
                  <a:gd name="connsiteX6" fmla="*/ 13913 w 110812"/>
                  <a:gd name="connsiteY6" fmla="*/ 21861 h 105976"/>
                  <a:gd name="connsiteX7" fmla="*/ 1994 w 110812"/>
                  <a:gd name="connsiteY7" fmla="*/ 39263 h 105976"/>
                  <a:gd name="connsiteX8" fmla="*/ 1994 w 110812"/>
                  <a:gd name="connsiteY8" fmla="*/ 66558 h 105976"/>
                  <a:gd name="connsiteX9" fmla="*/ 11291 w 110812"/>
                  <a:gd name="connsiteY9" fmla="*/ 87417 h 105976"/>
                  <a:gd name="connsiteX10" fmla="*/ 14866 w 110812"/>
                  <a:gd name="connsiteY10" fmla="*/ 98025 h 105976"/>
                  <a:gd name="connsiteX11" fmla="*/ 36798 w 110812"/>
                  <a:gd name="connsiteY11" fmla="*/ 100171 h 105976"/>
                  <a:gd name="connsiteX12" fmla="*/ 45618 w 110812"/>
                  <a:gd name="connsiteY12" fmla="*/ 100171 h 105976"/>
                  <a:gd name="connsiteX13" fmla="*/ 36083 w 110812"/>
                  <a:gd name="connsiteY13" fmla="*/ 87298 h 105976"/>
                  <a:gd name="connsiteX14" fmla="*/ 48002 w 110812"/>
                  <a:gd name="connsiteY14" fmla="*/ 89801 h 105976"/>
                  <a:gd name="connsiteX15" fmla="*/ 65046 w 110812"/>
                  <a:gd name="connsiteY15" fmla="*/ 89801 h 105976"/>
                  <a:gd name="connsiteX16" fmla="*/ 56464 w 110812"/>
                  <a:gd name="connsiteY16" fmla="*/ 74902 h 105976"/>
                  <a:gd name="connsiteX17" fmla="*/ 45499 w 110812"/>
                  <a:gd name="connsiteY17" fmla="*/ 73471 h 105976"/>
                  <a:gd name="connsiteX18" fmla="*/ 52293 w 110812"/>
                  <a:gd name="connsiteY18" fmla="*/ 58572 h 105976"/>
                  <a:gd name="connsiteX19" fmla="*/ 67430 w 110812"/>
                  <a:gd name="connsiteY19" fmla="*/ 50467 h 105976"/>
                  <a:gd name="connsiteX20" fmla="*/ 56464 w 110812"/>
                  <a:gd name="connsiteY20" fmla="*/ 38548 h 105976"/>
                  <a:gd name="connsiteX21" fmla="*/ 109982 w 110812"/>
                  <a:gd name="connsiteY21" fmla="*/ 60122 h 105976"/>
                  <a:gd name="connsiteX22" fmla="*/ 101877 w 110812"/>
                  <a:gd name="connsiteY22" fmla="*/ 65843 h 105976"/>
                  <a:gd name="connsiteX23" fmla="*/ 93652 w 110812"/>
                  <a:gd name="connsiteY23" fmla="*/ 60122 h 105976"/>
                  <a:gd name="connsiteX24" fmla="*/ 78157 w 110812"/>
                  <a:gd name="connsiteY24" fmla="*/ 66797 h 105976"/>
                  <a:gd name="connsiteX25" fmla="*/ 87335 w 110812"/>
                  <a:gd name="connsiteY25" fmla="*/ 88847 h 105976"/>
                  <a:gd name="connsiteX26" fmla="*/ 80541 w 110812"/>
                  <a:gd name="connsiteY26" fmla="*/ 95164 h 105976"/>
                  <a:gd name="connsiteX27" fmla="*/ 86978 w 110812"/>
                  <a:gd name="connsiteY27" fmla="*/ 105892 h 105976"/>
                  <a:gd name="connsiteX28" fmla="*/ 104261 w 110812"/>
                  <a:gd name="connsiteY28" fmla="*/ 85987 h 105976"/>
                  <a:gd name="connsiteX29" fmla="*/ 110220 w 110812"/>
                  <a:gd name="connsiteY29" fmla="*/ 60122 h 10597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Lst>
                <a:rect l="l" t="t" r="r" b="b"/>
                <a:pathLst>
                  <a:path w="110812" h="105976">
                    <a:moveTo>
                      <a:pt x="56464" y="38548"/>
                    </a:moveTo>
                    <a:cubicBezTo>
                      <a:pt x="52257" y="33876"/>
                      <a:pt x="51959" y="26879"/>
                      <a:pt x="55749" y="21861"/>
                    </a:cubicBezTo>
                    <a:cubicBezTo>
                      <a:pt x="60398" y="16057"/>
                      <a:pt x="61363" y="8118"/>
                      <a:pt x="58253" y="1360"/>
                    </a:cubicBezTo>
                    <a:cubicBezTo>
                      <a:pt x="54677" y="-2216"/>
                      <a:pt x="41923" y="1360"/>
                      <a:pt x="40850" y="10895"/>
                    </a:cubicBezTo>
                    <a:cubicBezTo>
                      <a:pt x="39777" y="20431"/>
                      <a:pt x="29527" y="16140"/>
                      <a:pt x="26666" y="18285"/>
                    </a:cubicBezTo>
                    <a:cubicBezTo>
                      <a:pt x="23806" y="20431"/>
                      <a:pt x="32388" y="24722"/>
                      <a:pt x="27739" y="28894"/>
                    </a:cubicBezTo>
                    <a:cubicBezTo>
                      <a:pt x="23091" y="33065"/>
                      <a:pt x="21422" y="22576"/>
                      <a:pt x="13913" y="21861"/>
                    </a:cubicBezTo>
                    <a:cubicBezTo>
                      <a:pt x="6404" y="21146"/>
                      <a:pt x="5808" y="33185"/>
                      <a:pt x="1994" y="39263"/>
                    </a:cubicBezTo>
                    <a:cubicBezTo>
                      <a:pt x="-665" y="48167"/>
                      <a:pt x="-665" y="57655"/>
                      <a:pt x="1994" y="66558"/>
                    </a:cubicBezTo>
                    <a:cubicBezTo>
                      <a:pt x="3424" y="75021"/>
                      <a:pt x="13913" y="80265"/>
                      <a:pt x="11291" y="87417"/>
                    </a:cubicBezTo>
                    <a:cubicBezTo>
                      <a:pt x="10099" y="90754"/>
                      <a:pt x="12482" y="94449"/>
                      <a:pt x="14866" y="98025"/>
                    </a:cubicBezTo>
                    <a:cubicBezTo>
                      <a:pt x="22233" y="97906"/>
                      <a:pt x="29586" y="98621"/>
                      <a:pt x="36798" y="100171"/>
                    </a:cubicBezTo>
                    <a:cubicBezTo>
                      <a:pt x="39718" y="100695"/>
                      <a:pt x="42698" y="100695"/>
                      <a:pt x="45618" y="100171"/>
                    </a:cubicBezTo>
                    <a:cubicBezTo>
                      <a:pt x="42519" y="95164"/>
                      <a:pt x="35487" y="90993"/>
                      <a:pt x="36083" y="87298"/>
                    </a:cubicBezTo>
                    <a:cubicBezTo>
                      <a:pt x="36678" y="83603"/>
                      <a:pt x="43472" y="85510"/>
                      <a:pt x="48002" y="89801"/>
                    </a:cubicBezTo>
                    <a:cubicBezTo>
                      <a:pt x="52531" y="94092"/>
                      <a:pt x="63974" y="94688"/>
                      <a:pt x="65046" y="89801"/>
                    </a:cubicBezTo>
                    <a:cubicBezTo>
                      <a:pt x="65642" y="86464"/>
                      <a:pt x="63258" y="71326"/>
                      <a:pt x="56464" y="74902"/>
                    </a:cubicBezTo>
                    <a:cubicBezTo>
                      <a:pt x="49671" y="78478"/>
                      <a:pt x="48002" y="77047"/>
                      <a:pt x="45499" y="73471"/>
                    </a:cubicBezTo>
                    <a:cubicBezTo>
                      <a:pt x="42996" y="69896"/>
                      <a:pt x="50505" y="64294"/>
                      <a:pt x="52293" y="58572"/>
                    </a:cubicBezTo>
                    <a:cubicBezTo>
                      <a:pt x="54081" y="52851"/>
                      <a:pt x="65642" y="54997"/>
                      <a:pt x="67430" y="50467"/>
                    </a:cubicBezTo>
                    <a:cubicBezTo>
                      <a:pt x="69218" y="45938"/>
                      <a:pt x="60040" y="40336"/>
                      <a:pt x="56464" y="38548"/>
                    </a:cubicBezTo>
                    <a:close/>
                    <a:moveTo>
                      <a:pt x="109982" y="60122"/>
                    </a:moveTo>
                    <a:cubicBezTo>
                      <a:pt x="107121" y="58334"/>
                      <a:pt x="104976" y="65128"/>
                      <a:pt x="101877" y="65843"/>
                    </a:cubicBezTo>
                    <a:cubicBezTo>
                      <a:pt x="98778" y="66558"/>
                      <a:pt x="95083" y="52374"/>
                      <a:pt x="93652" y="60122"/>
                    </a:cubicBezTo>
                    <a:cubicBezTo>
                      <a:pt x="92222" y="67870"/>
                      <a:pt x="85190" y="56904"/>
                      <a:pt x="78157" y="66797"/>
                    </a:cubicBezTo>
                    <a:cubicBezTo>
                      <a:pt x="71125" y="76690"/>
                      <a:pt x="82329" y="85629"/>
                      <a:pt x="87335" y="88847"/>
                    </a:cubicBezTo>
                    <a:cubicBezTo>
                      <a:pt x="92341" y="92066"/>
                      <a:pt x="87335" y="96595"/>
                      <a:pt x="80541" y="95164"/>
                    </a:cubicBezTo>
                    <a:cubicBezTo>
                      <a:pt x="73747" y="93734"/>
                      <a:pt x="78157" y="104461"/>
                      <a:pt x="86978" y="105892"/>
                    </a:cubicBezTo>
                    <a:cubicBezTo>
                      <a:pt x="95798" y="107322"/>
                      <a:pt x="105333" y="90278"/>
                      <a:pt x="104261" y="85987"/>
                    </a:cubicBezTo>
                    <a:cubicBezTo>
                      <a:pt x="103188" y="81696"/>
                      <a:pt x="113319" y="62267"/>
                      <a:pt x="110220" y="60122"/>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48" name="Freeform: Shape 147">
                <a:extLst>
                  <a:ext uri="{FF2B5EF4-FFF2-40B4-BE49-F238E27FC236}">
                    <a16:creationId xmlns:a16="http://schemas.microsoft.com/office/drawing/2014/main" id="{EFC3208A-6E8C-4840-A055-1D080CF0CFC8}"/>
                  </a:ext>
                </a:extLst>
              </p:cNvPr>
              <p:cNvSpPr/>
              <p:nvPr/>
            </p:nvSpPr>
            <p:spPr>
              <a:xfrm>
                <a:off x="4787232" y="6971021"/>
                <a:ext cx="144934" cy="71686"/>
              </a:xfrm>
              <a:custGeom>
                <a:avLst/>
                <a:gdLst>
                  <a:gd name="connsiteX0" fmla="*/ 138043 w 144934"/>
                  <a:gd name="connsiteY0" fmla="*/ 18289 h 71686"/>
                  <a:gd name="connsiteX1" fmla="*/ 142810 w 144934"/>
                  <a:gd name="connsiteY1" fmla="*/ 2555 h 71686"/>
                  <a:gd name="connsiteX2" fmla="*/ 137685 w 144934"/>
                  <a:gd name="connsiteY2" fmla="*/ 5058 h 71686"/>
                  <a:gd name="connsiteX3" fmla="*/ 92273 w 144934"/>
                  <a:gd name="connsiteY3" fmla="*/ 410 h 71686"/>
                  <a:gd name="connsiteX4" fmla="*/ 47695 w 144934"/>
                  <a:gd name="connsiteY4" fmla="*/ 9230 h 71686"/>
                  <a:gd name="connsiteX5" fmla="*/ 33153 w 144934"/>
                  <a:gd name="connsiteY5" fmla="*/ 23056 h 71686"/>
                  <a:gd name="connsiteX6" fmla="*/ 38040 w 144934"/>
                  <a:gd name="connsiteY6" fmla="*/ 38313 h 71686"/>
                  <a:gd name="connsiteX7" fmla="*/ 52224 w 144934"/>
                  <a:gd name="connsiteY7" fmla="*/ 46418 h 71686"/>
                  <a:gd name="connsiteX8" fmla="*/ 57230 w 144934"/>
                  <a:gd name="connsiteY8" fmla="*/ 56073 h 71686"/>
                  <a:gd name="connsiteX9" fmla="*/ 57230 w 144934"/>
                  <a:gd name="connsiteY9" fmla="*/ 56073 h 71686"/>
                  <a:gd name="connsiteX10" fmla="*/ 83095 w 144934"/>
                  <a:gd name="connsiteY10" fmla="*/ 56073 h 71686"/>
                  <a:gd name="connsiteX11" fmla="*/ 106933 w 144934"/>
                  <a:gd name="connsiteY11" fmla="*/ 70257 h 71686"/>
                  <a:gd name="connsiteX12" fmla="*/ 129818 w 144934"/>
                  <a:gd name="connsiteY12" fmla="*/ 71687 h 71686"/>
                  <a:gd name="connsiteX13" fmla="*/ 130653 w 144934"/>
                  <a:gd name="connsiteY13" fmla="*/ 65012 h 71686"/>
                  <a:gd name="connsiteX14" fmla="*/ 137089 w 144934"/>
                  <a:gd name="connsiteY14" fmla="*/ 57145 h 71686"/>
                  <a:gd name="connsiteX15" fmla="*/ 131725 w 144934"/>
                  <a:gd name="connsiteY15" fmla="*/ 44273 h 71686"/>
                  <a:gd name="connsiteX16" fmla="*/ 130176 w 144934"/>
                  <a:gd name="connsiteY16" fmla="*/ 30566 h 71686"/>
                  <a:gd name="connsiteX17" fmla="*/ 138043 w 144934"/>
                  <a:gd name="connsiteY17" fmla="*/ 18289 h 71686"/>
                  <a:gd name="connsiteX18" fmla="*/ 12175 w 144934"/>
                  <a:gd name="connsiteY18" fmla="*/ 35452 h 71686"/>
                  <a:gd name="connsiteX19" fmla="*/ 2640 w 144934"/>
                  <a:gd name="connsiteY19" fmla="*/ 56430 h 71686"/>
                  <a:gd name="connsiteX20" fmla="*/ 27432 w 144934"/>
                  <a:gd name="connsiteY20" fmla="*/ 40101 h 71686"/>
                  <a:gd name="connsiteX21" fmla="*/ 12175 w 144934"/>
                  <a:gd name="connsiteY21" fmla="*/ 35452 h 71686"/>
                  <a:gd name="connsiteX22" fmla="*/ 22784 w 144934"/>
                  <a:gd name="connsiteY22" fmla="*/ 25202 h 71686"/>
                  <a:gd name="connsiteX23" fmla="*/ 7646 w 144934"/>
                  <a:gd name="connsiteY23" fmla="*/ 26990 h 71686"/>
                  <a:gd name="connsiteX24" fmla="*/ 22128 w 144934"/>
                  <a:gd name="connsiteY24" fmla="*/ 26477 h 71686"/>
                  <a:gd name="connsiteX25" fmla="*/ 23141 w 144934"/>
                  <a:gd name="connsiteY25" fmla="*/ 25202 h 716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44934" h="71686">
                    <a:moveTo>
                      <a:pt x="138043" y="18289"/>
                    </a:moveTo>
                    <a:cubicBezTo>
                      <a:pt x="140903" y="11971"/>
                      <a:pt x="148651" y="10899"/>
                      <a:pt x="142810" y="2555"/>
                    </a:cubicBezTo>
                    <a:cubicBezTo>
                      <a:pt x="141309" y="3771"/>
                      <a:pt x="139556" y="4617"/>
                      <a:pt x="137685" y="5058"/>
                    </a:cubicBezTo>
                    <a:cubicBezTo>
                      <a:pt x="127315" y="7800"/>
                      <a:pt x="105026" y="-2093"/>
                      <a:pt x="92273" y="410"/>
                    </a:cubicBezTo>
                    <a:cubicBezTo>
                      <a:pt x="79519" y="2913"/>
                      <a:pt x="53654" y="2913"/>
                      <a:pt x="47695" y="9230"/>
                    </a:cubicBezTo>
                    <a:cubicBezTo>
                      <a:pt x="41735" y="15547"/>
                      <a:pt x="26359" y="17454"/>
                      <a:pt x="33153" y="23056"/>
                    </a:cubicBezTo>
                    <a:cubicBezTo>
                      <a:pt x="39947" y="28658"/>
                      <a:pt x="33153" y="31638"/>
                      <a:pt x="38040" y="38313"/>
                    </a:cubicBezTo>
                    <a:cubicBezTo>
                      <a:pt x="42927" y="44988"/>
                      <a:pt x="45549" y="47848"/>
                      <a:pt x="52224" y="46418"/>
                    </a:cubicBezTo>
                    <a:cubicBezTo>
                      <a:pt x="58899" y="44988"/>
                      <a:pt x="64143" y="48563"/>
                      <a:pt x="57230" y="56073"/>
                    </a:cubicBezTo>
                    <a:lnTo>
                      <a:pt x="57230" y="56073"/>
                    </a:lnTo>
                    <a:cubicBezTo>
                      <a:pt x="65800" y="54785"/>
                      <a:pt x="74525" y="54785"/>
                      <a:pt x="83095" y="56073"/>
                    </a:cubicBezTo>
                    <a:cubicBezTo>
                      <a:pt x="85955" y="58218"/>
                      <a:pt x="102881" y="71687"/>
                      <a:pt x="106933" y="70257"/>
                    </a:cubicBezTo>
                    <a:cubicBezTo>
                      <a:pt x="114586" y="69875"/>
                      <a:pt x="122273" y="70352"/>
                      <a:pt x="129818" y="71687"/>
                    </a:cubicBezTo>
                    <a:cubicBezTo>
                      <a:pt x="128579" y="69529"/>
                      <a:pt x="128924" y="66800"/>
                      <a:pt x="130653" y="65012"/>
                    </a:cubicBezTo>
                    <a:cubicBezTo>
                      <a:pt x="133871" y="62390"/>
                      <a:pt x="140784" y="62390"/>
                      <a:pt x="137089" y="57145"/>
                    </a:cubicBezTo>
                    <a:cubicBezTo>
                      <a:pt x="133752" y="53677"/>
                      <a:pt x="131833" y="49088"/>
                      <a:pt x="131725" y="44273"/>
                    </a:cubicBezTo>
                    <a:cubicBezTo>
                      <a:pt x="130796" y="39755"/>
                      <a:pt x="130271" y="35166"/>
                      <a:pt x="130176" y="30566"/>
                    </a:cubicBezTo>
                    <a:cubicBezTo>
                      <a:pt x="130533" y="26275"/>
                      <a:pt x="134824" y="25202"/>
                      <a:pt x="138043" y="18289"/>
                    </a:cubicBezTo>
                    <a:close/>
                    <a:moveTo>
                      <a:pt x="12175" y="35452"/>
                    </a:moveTo>
                    <a:cubicBezTo>
                      <a:pt x="-578" y="39028"/>
                      <a:pt x="-2485" y="56669"/>
                      <a:pt x="2640" y="56430"/>
                    </a:cubicBezTo>
                    <a:cubicBezTo>
                      <a:pt x="11985" y="52843"/>
                      <a:pt x="20447" y="47276"/>
                      <a:pt x="27432" y="40101"/>
                    </a:cubicBezTo>
                    <a:cubicBezTo>
                      <a:pt x="31723" y="36168"/>
                      <a:pt x="25287" y="31996"/>
                      <a:pt x="12175" y="35452"/>
                    </a:cubicBezTo>
                    <a:close/>
                    <a:moveTo>
                      <a:pt x="22784" y="25202"/>
                    </a:moveTo>
                    <a:cubicBezTo>
                      <a:pt x="25644" y="19838"/>
                      <a:pt x="2401" y="22222"/>
                      <a:pt x="7646" y="26990"/>
                    </a:cubicBezTo>
                    <a:cubicBezTo>
                      <a:pt x="11794" y="30852"/>
                      <a:pt x="18278" y="30613"/>
                      <a:pt x="22128" y="26477"/>
                    </a:cubicBezTo>
                    <a:cubicBezTo>
                      <a:pt x="22497" y="26072"/>
                      <a:pt x="22843" y="25655"/>
                      <a:pt x="23141" y="25202"/>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49" name="Freeform: Shape 148">
                <a:extLst>
                  <a:ext uri="{FF2B5EF4-FFF2-40B4-BE49-F238E27FC236}">
                    <a16:creationId xmlns:a16="http://schemas.microsoft.com/office/drawing/2014/main" id="{97CDDA1B-7459-459A-8F6B-ED709575CDD9}"/>
                  </a:ext>
                </a:extLst>
              </p:cNvPr>
              <p:cNvSpPr/>
              <p:nvPr/>
            </p:nvSpPr>
            <p:spPr>
              <a:xfrm>
                <a:off x="5063061" y="8496715"/>
                <a:ext cx="192853" cy="233518"/>
              </a:xfrm>
              <a:custGeom>
                <a:avLst/>
                <a:gdLst>
                  <a:gd name="connsiteX0" fmla="*/ 169969 w 192853"/>
                  <a:gd name="connsiteY0" fmla="*/ 53180 h 233518"/>
                  <a:gd name="connsiteX1" fmla="*/ 180934 w 192853"/>
                  <a:gd name="connsiteY1" fmla="*/ 36017 h 233518"/>
                  <a:gd name="connsiteX2" fmla="*/ 192853 w 192853"/>
                  <a:gd name="connsiteY2" fmla="*/ 19211 h 233518"/>
                  <a:gd name="connsiteX3" fmla="*/ 180934 w 192853"/>
                  <a:gd name="connsiteY3" fmla="*/ 22667 h 233518"/>
                  <a:gd name="connsiteX4" fmla="*/ 169015 w 192853"/>
                  <a:gd name="connsiteY4" fmla="*/ 17780 h 233518"/>
                  <a:gd name="connsiteX5" fmla="*/ 148275 w 192853"/>
                  <a:gd name="connsiteY5" fmla="*/ 22071 h 233518"/>
                  <a:gd name="connsiteX6" fmla="*/ 132304 w 192853"/>
                  <a:gd name="connsiteY6" fmla="*/ 34825 h 233518"/>
                  <a:gd name="connsiteX7" fmla="*/ 104770 w 192853"/>
                  <a:gd name="connsiteY7" fmla="*/ 30057 h 233518"/>
                  <a:gd name="connsiteX8" fmla="*/ 77118 w 192853"/>
                  <a:gd name="connsiteY8" fmla="*/ 14085 h 233518"/>
                  <a:gd name="connsiteX9" fmla="*/ 52683 w 192853"/>
                  <a:gd name="connsiteY9" fmla="*/ 9318 h 233518"/>
                  <a:gd name="connsiteX10" fmla="*/ 38857 w 192853"/>
                  <a:gd name="connsiteY10" fmla="*/ 2404 h 233518"/>
                  <a:gd name="connsiteX11" fmla="*/ 24435 w 192853"/>
                  <a:gd name="connsiteY11" fmla="*/ 855 h 233518"/>
                  <a:gd name="connsiteX12" fmla="*/ 5364 w 192853"/>
                  <a:gd name="connsiteY12" fmla="*/ 13608 h 233518"/>
                  <a:gd name="connsiteX13" fmla="*/ 2265 w 192853"/>
                  <a:gd name="connsiteY13" fmla="*/ 17542 h 233518"/>
                  <a:gd name="connsiteX14" fmla="*/ 13231 w 192853"/>
                  <a:gd name="connsiteY14" fmla="*/ 27435 h 233518"/>
                  <a:gd name="connsiteX15" fmla="*/ 15614 w 192853"/>
                  <a:gd name="connsiteY15" fmla="*/ 44598 h 233518"/>
                  <a:gd name="connsiteX16" fmla="*/ 25507 w 192853"/>
                  <a:gd name="connsiteY16" fmla="*/ 53180 h 233518"/>
                  <a:gd name="connsiteX17" fmla="*/ 24196 w 192853"/>
                  <a:gd name="connsiteY17" fmla="*/ 72847 h 233518"/>
                  <a:gd name="connsiteX18" fmla="*/ 8224 w 192853"/>
                  <a:gd name="connsiteY18" fmla="*/ 100976 h 233518"/>
                  <a:gd name="connsiteX19" fmla="*/ 1192 w 192853"/>
                  <a:gd name="connsiteY19" fmla="*/ 115876 h 233518"/>
                  <a:gd name="connsiteX20" fmla="*/ 17044 w 192853"/>
                  <a:gd name="connsiteY20" fmla="*/ 124696 h 233518"/>
                  <a:gd name="connsiteX21" fmla="*/ 0 w 192853"/>
                  <a:gd name="connsiteY21" fmla="*/ 140072 h 233518"/>
                  <a:gd name="connsiteX22" fmla="*/ 0 w 192853"/>
                  <a:gd name="connsiteY22" fmla="*/ 142455 h 233518"/>
                  <a:gd name="connsiteX23" fmla="*/ 90586 w 192853"/>
                  <a:gd name="connsiteY23" fmla="*/ 190132 h 233518"/>
                  <a:gd name="connsiteX24" fmla="*/ 89394 w 192853"/>
                  <a:gd name="connsiteY24" fmla="*/ 204912 h 233518"/>
                  <a:gd name="connsiteX25" fmla="*/ 129562 w 192853"/>
                  <a:gd name="connsiteY25" fmla="*/ 233518 h 233518"/>
                  <a:gd name="connsiteX26" fmla="*/ 153401 w 192853"/>
                  <a:gd name="connsiteY26" fmla="*/ 181312 h 233518"/>
                  <a:gd name="connsiteX27" fmla="*/ 168657 w 192853"/>
                  <a:gd name="connsiteY27" fmla="*/ 169393 h 233518"/>
                  <a:gd name="connsiteX28" fmla="*/ 181768 w 192853"/>
                  <a:gd name="connsiteY28" fmla="*/ 160930 h 233518"/>
                  <a:gd name="connsiteX29" fmla="*/ 183795 w 192853"/>
                  <a:gd name="connsiteY29" fmla="*/ 157950 h 233518"/>
                  <a:gd name="connsiteX30" fmla="*/ 171876 w 192853"/>
                  <a:gd name="connsiteY30" fmla="*/ 139118 h 2335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92853" h="233518">
                    <a:moveTo>
                      <a:pt x="169969" y="53180"/>
                    </a:moveTo>
                    <a:lnTo>
                      <a:pt x="180934" y="36017"/>
                    </a:lnTo>
                    <a:lnTo>
                      <a:pt x="192853" y="19211"/>
                    </a:lnTo>
                    <a:cubicBezTo>
                      <a:pt x="188777" y="19973"/>
                      <a:pt x="184784" y="21129"/>
                      <a:pt x="180934" y="22667"/>
                    </a:cubicBezTo>
                    <a:cubicBezTo>
                      <a:pt x="176298" y="24372"/>
                      <a:pt x="171124" y="22250"/>
                      <a:pt x="169015" y="17780"/>
                    </a:cubicBezTo>
                    <a:cubicBezTo>
                      <a:pt x="167466" y="14085"/>
                      <a:pt x="157096" y="17780"/>
                      <a:pt x="148275" y="22071"/>
                    </a:cubicBezTo>
                    <a:cubicBezTo>
                      <a:pt x="139455" y="26362"/>
                      <a:pt x="135522" y="36970"/>
                      <a:pt x="132304" y="34825"/>
                    </a:cubicBezTo>
                    <a:cubicBezTo>
                      <a:pt x="123376" y="32012"/>
                      <a:pt x="114115" y="30414"/>
                      <a:pt x="104770" y="30057"/>
                    </a:cubicBezTo>
                    <a:cubicBezTo>
                      <a:pt x="94591" y="26600"/>
                      <a:pt x="85199" y="21177"/>
                      <a:pt x="77118" y="14085"/>
                    </a:cubicBezTo>
                    <a:cubicBezTo>
                      <a:pt x="71754" y="9318"/>
                      <a:pt x="56378" y="11463"/>
                      <a:pt x="52683" y="9318"/>
                    </a:cubicBezTo>
                    <a:cubicBezTo>
                      <a:pt x="48988" y="7172"/>
                      <a:pt x="41479" y="5623"/>
                      <a:pt x="38857" y="2404"/>
                    </a:cubicBezTo>
                    <a:cubicBezTo>
                      <a:pt x="36235" y="-814"/>
                      <a:pt x="29798" y="-218"/>
                      <a:pt x="24435" y="855"/>
                    </a:cubicBezTo>
                    <a:cubicBezTo>
                      <a:pt x="19071" y="1927"/>
                      <a:pt x="6436" y="9318"/>
                      <a:pt x="5364" y="13608"/>
                    </a:cubicBezTo>
                    <a:cubicBezTo>
                      <a:pt x="4732" y="15194"/>
                      <a:pt x="3647" y="16552"/>
                      <a:pt x="2265" y="17542"/>
                    </a:cubicBezTo>
                    <a:lnTo>
                      <a:pt x="13231" y="27435"/>
                    </a:lnTo>
                    <a:lnTo>
                      <a:pt x="15614" y="44598"/>
                    </a:lnTo>
                    <a:lnTo>
                      <a:pt x="25507" y="53180"/>
                    </a:lnTo>
                    <a:cubicBezTo>
                      <a:pt x="25448" y="59760"/>
                      <a:pt x="25006" y="66327"/>
                      <a:pt x="24196" y="72847"/>
                    </a:cubicBezTo>
                    <a:cubicBezTo>
                      <a:pt x="21669" y="83563"/>
                      <a:pt x="16127" y="93324"/>
                      <a:pt x="8224" y="100976"/>
                    </a:cubicBezTo>
                    <a:cubicBezTo>
                      <a:pt x="5197" y="105589"/>
                      <a:pt x="2837" y="110607"/>
                      <a:pt x="1192" y="115876"/>
                    </a:cubicBezTo>
                    <a:cubicBezTo>
                      <a:pt x="10608" y="118259"/>
                      <a:pt x="17521" y="121835"/>
                      <a:pt x="17044" y="124696"/>
                    </a:cubicBezTo>
                    <a:cubicBezTo>
                      <a:pt x="15972" y="130536"/>
                      <a:pt x="0" y="127795"/>
                      <a:pt x="0" y="140072"/>
                    </a:cubicBezTo>
                    <a:cubicBezTo>
                      <a:pt x="60" y="140870"/>
                      <a:pt x="60" y="141657"/>
                      <a:pt x="0" y="142455"/>
                    </a:cubicBezTo>
                    <a:lnTo>
                      <a:pt x="90586" y="190132"/>
                    </a:lnTo>
                    <a:lnTo>
                      <a:pt x="89394" y="204912"/>
                    </a:lnTo>
                    <a:cubicBezTo>
                      <a:pt x="89394" y="204912"/>
                      <a:pt x="109657" y="219811"/>
                      <a:pt x="129562" y="233518"/>
                    </a:cubicBezTo>
                    <a:cubicBezTo>
                      <a:pt x="136475" y="215663"/>
                      <a:pt x="144438" y="198226"/>
                      <a:pt x="153401" y="181312"/>
                    </a:cubicBezTo>
                    <a:cubicBezTo>
                      <a:pt x="158645" y="173207"/>
                      <a:pt x="164009" y="174637"/>
                      <a:pt x="168657" y="169393"/>
                    </a:cubicBezTo>
                    <a:cubicBezTo>
                      <a:pt x="173306" y="164148"/>
                      <a:pt x="174617" y="172253"/>
                      <a:pt x="181768" y="160930"/>
                    </a:cubicBezTo>
                    <a:cubicBezTo>
                      <a:pt x="182376" y="159893"/>
                      <a:pt x="183056" y="158892"/>
                      <a:pt x="183795" y="157950"/>
                    </a:cubicBezTo>
                    <a:lnTo>
                      <a:pt x="171876" y="139118"/>
                    </a:ln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50" name="Freeform: Shape 149">
                <a:extLst>
                  <a:ext uri="{FF2B5EF4-FFF2-40B4-BE49-F238E27FC236}">
                    <a16:creationId xmlns:a16="http://schemas.microsoft.com/office/drawing/2014/main" id="{088546D0-96B8-47CE-AAB2-86B515B3C947}"/>
                  </a:ext>
                </a:extLst>
              </p:cNvPr>
              <p:cNvSpPr/>
              <p:nvPr/>
            </p:nvSpPr>
            <p:spPr>
              <a:xfrm>
                <a:off x="4957337" y="8514257"/>
                <a:ext cx="131111" cy="134879"/>
              </a:xfrm>
              <a:custGeom>
                <a:avLst/>
                <a:gdLst>
                  <a:gd name="connsiteX0" fmla="*/ 121100 w 131111"/>
                  <a:gd name="connsiteY0" fmla="*/ 27057 h 134879"/>
                  <a:gd name="connsiteX1" fmla="*/ 118716 w 131111"/>
                  <a:gd name="connsiteY1" fmla="*/ 9893 h 134879"/>
                  <a:gd name="connsiteX2" fmla="*/ 107750 w 131111"/>
                  <a:gd name="connsiteY2" fmla="*/ 0 h 134879"/>
                  <a:gd name="connsiteX3" fmla="*/ 99645 w 131111"/>
                  <a:gd name="connsiteY3" fmla="*/ 7747 h 134879"/>
                  <a:gd name="connsiteX4" fmla="*/ 84746 w 131111"/>
                  <a:gd name="connsiteY4" fmla="*/ 8820 h 134879"/>
                  <a:gd name="connsiteX5" fmla="*/ 67225 w 131111"/>
                  <a:gd name="connsiteY5" fmla="*/ 14661 h 134879"/>
                  <a:gd name="connsiteX6" fmla="*/ 52326 w 131111"/>
                  <a:gd name="connsiteY6" fmla="*/ 9297 h 134879"/>
                  <a:gd name="connsiteX7" fmla="*/ 34327 w 131111"/>
                  <a:gd name="connsiteY7" fmla="*/ 14661 h 134879"/>
                  <a:gd name="connsiteX8" fmla="*/ 32182 w 131111"/>
                  <a:gd name="connsiteY8" fmla="*/ 35400 h 134879"/>
                  <a:gd name="connsiteX9" fmla="*/ 40168 w 131111"/>
                  <a:gd name="connsiteY9" fmla="*/ 47319 h 134879"/>
                  <a:gd name="connsiteX10" fmla="*/ 33255 w 131111"/>
                  <a:gd name="connsiteY10" fmla="*/ 59239 h 134879"/>
                  <a:gd name="connsiteX11" fmla="*/ 23123 w 131111"/>
                  <a:gd name="connsiteY11" fmla="*/ 66152 h 134879"/>
                  <a:gd name="connsiteX12" fmla="*/ 14065 w 131111"/>
                  <a:gd name="connsiteY12" fmla="*/ 79501 h 134879"/>
                  <a:gd name="connsiteX13" fmla="*/ 8224 w 131111"/>
                  <a:gd name="connsiteY13" fmla="*/ 96427 h 134879"/>
                  <a:gd name="connsiteX14" fmla="*/ 4052 w 131111"/>
                  <a:gd name="connsiteY14" fmla="*/ 117166 h 134879"/>
                  <a:gd name="connsiteX15" fmla="*/ 0 w 131111"/>
                  <a:gd name="connsiteY15" fmla="*/ 134568 h 134879"/>
                  <a:gd name="connsiteX16" fmla="*/ 11919 w 131111"/>
                  <a:gd name="connsiteY16" fmla="*/ 132542 h 134879"/>
                  <a:gd name="connsiteX17" fmla="*/ 36354 w 131111"/>
                  <a:gd name="connsiteY17" fmla="*/ 125152 h 134879"/>
                  <a:gd name="connsiteX18" fmla="*/ 56616 w 131111"/>
                  <a:gd name="connsiteY18" fmla="*/ 123960 h 134879"/>
                  <a:gd name="connsiteX19" fmla="*/ 74853 w 131111"/>
                  <a:gd name="connsiteY19" fmla="*/ 97857 h 134879"/>
                  <a:gd name="connsiteX20" fmla="*/ 106796 w 131111"/>
                  <a:gd name="connsiteY20" fmla="*/ 98691 h 134879"/>
                  <a:gd name="connsiteX21" fmla="*/ 113829 w 131111"/>
                  <a:gd name="connsiteY21" fmla="*/ 83792 h 134879"/>
                  <a:gd name="connsiteX22" fmla="*/ 129801 w 131111"/>
                  <a:gd name="connsiteY22" fmla="*/ 55663 h 134879"/>
                  <a:gd name="connsiteX23" fmla="*/ 131112 w 131111"/>
                  <a:gd name="connsiteY23" fmla="*/ 35996 h 13487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131111" h="134879">
                    <a:moveTo>
                      <a:pt x="121100" y="27057"/>
                    </a:moveTo>
                    <a:lnTo>
                      <a:pt x="118716" y="9893"/>
                    </a:lnTo>
                    <a:lnTo>
                      <a:pt x="107750" y="0"/>
                    </a:lnTo>
                    <a:cubicBezTo>
                      <a:pt x="104532" y="2622"/>
                      <a:pt x="100003" y="5244"/>
                      <a:pt x="99645" y="7747"/>
                    </a:cubicBezTo>
                    <a:cubicBezTo>
                      <a:pt x="99287" y="10251"/>
                      <a:pt x="89037" y="10966"/>
                      <a:pt x="84746" y="8820"/>
                    </a:cubicBezTo>
                    <a:cubicBezTo>
                      <a:pt x="78322" y="7950"/>
                      <a:pt x="71849" y="10107"/>
                      <a:pt x="67225" y="14661"/>
                    </a:cubicBezTo>
                    <a:cubicBezTo>
                      <a:pt x="65079" y="17760"/>
                      <a:pt x="57689" y="8820"/>
                      <a:pt x="52326" y="9297"/>
                    </a:cubicBezTo>
                    <a:cubicBezTo>
                      <a:pt x="46199" y="10620"/>
                      <a:pt x="40180" y="12408"/>
                      <a:pt x="34327" y="14661"/>
                    </a:cubicBezTo>
                    <a:cubicBezTo>
                      <a:pt x="34327" y="14661"/>
                      <a:pt x="32182" y="29559"/>
                      <a:pt x="32182" y="35400"/>
                    </a:cubicBezTo>
                    <a:cubicBezTo>
                      <a:pt x="32182" y="41240"/>
                      <a:pt x="40168" y="42313"/>
                      <a:pt x="40168" y="47319"/>
                    </a:cubicBezTo>
                    <a:cubicBezTo>
                      <a:pt x="40168" y="52325"/>
                      <a:pt x="33731" y="56259"/>
                      <a:pt x="33255" y="59239"/>
                    </a:cubicBezTo>
                    <a:cubicBezTo>
                      <a:pt x="32778" y="62218"/>
                      <a:pt x="28487" y="64602"/>
                      <a:pt x="23123" y="66152"/>
                    </a:cubicBezTo>
                    <a:cubicBezTo>
                      <a:pt x="17760" y="67701"/>
                      <a:pt x="18356" y="76283"/>
                      <a:pt x="14065" y="79501"/>
                    </a:cubicBezTo>
                    <a:cubicBezTo>
                      <a:pt x="9774" y="82720"/>
                      <a:pt x="10966" y="90586"/>
                      <a:pt x="8224" y="96427"/>
                    </a:cubicBezTo>
                    <a:cubicBezTo>
                      <a:pt x="5483" y="102994"/>
                      <a:pt x="4065" y="110050"/>
                      <a:pt x="4052" y="117166"/>
                    </a:cubicBezTo>
                    <a:cubicBezTo>
                      <a:pt x="4494" y="123245"/>
                      <a:pt x="3075" y="129312"/>
                      <a:pt x="0" y="134568"/>
                    </a:cubicBezTo>
                    <a:cubicBezTo>
                      <a:pt x="4088" y="135355"/>
                      <a:pt x="8320" y="134640"/>
                      <a:pt x="11919" y="132542"/>
                    </a:cubicBezTo>
                    <a:cubicBezTo>
                      <a:pt x="19917" y="129598"/>
                      <a:pt x="28070" y="127130"/>
                      <a:pt x="36354" y="125152"/>
                    </a:cubicBezTo>
                    <a:lnTo>
                      <a:pt x="56616" y="123960"/>
                    </a:lnTo>
                    <a:cubicBezTo>
                      <a:pt x="61026" y="111445"/>
                      <a:pt x="67582" y="100122"/>
                      <a:pt x="74853" y="97857"/>
                    </a:cubicBezTo>
                    <a:cubicBezTo>
                      <a:pt x="85413" y="95580"/>
                      <a:pt x="96367" y="95866"/>
                      <a:pt x="106796" y="98691"/>
                    </a:cubicBezTo>
                    <a:cubicBezTo>
                      <a:pt x="108441" y="93423"/>
                      <a:pt x="110801" y="88405"/>
                      <a:pt x="113829" y="83792"/>
                    </a:cubicBezTo>
                    <a:cubicBezTo>
                      <a:pt x="121731" y="76140"/>
                      <a:pt x="127274" y="66378"/>
                      <a:pt x="129801" y="55663"/>
                    </a:cubicBezTo>
                    <a:cubicBezTo>
                      <a:pt x="130611" y="49143"/>
                      <a:pt x="131052" y="42575"/>
                      <a:pt x="131112" y="35996"/>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51" name="Freeform: Shape 150">
                <a:extLst>
                  <a:ext uri="{FF2B5EF4-FFF2-40B4-BE49-F238E27FC236}">
                    <a16:creationId xmlns:a16="http://schemas.microsoft.com/office/drawing/2014/main" id="{A624C469-59B8-4B9A-9472-4840FE019534}"/>
                  </a:ext>
                </a:extLst>
              </p:cNvPr>
              <p:cNvSpPr/>
              <p:nvPr/>
            </p:nvSpPr>
            <p:spPr>
              <a:xfrm>
                <a:off x="5602645" y="7434017"/>
                <a:ext cx="416753" cy="248039"/>
              </a:xfrm>
              <a:custGeom>
                <a:avLst/>
                <a:gdLst>
                  <a:gd name="connsiteX0" fmla="*/ 412525 w 416753"/>
                  <a:gd name="connsiteY0" fmla="*/ 138740 h 248039"/>
                  <a:gd name="connsiteX1" fmla="*/ 379509 w 416753"/>
                  <a:gd name="connsiteY1" fmla="*/ 123602 h 248039"/>
                  <a:gd name="connsiteX2" fmla="*/ 360557 w 416753"/>
                  <a:gd name="connsiteY2" fmla="*/ 124556 h 248039"/>
                  <a:gd name="connsiteX3" fmla="*/ 339019 w 416753"/>
                  <a:gd name="connsiteY3" fmla="*/ 117214 h 248039"/>
                  <a:gd name="connsiteX4" fmla="*/ 337791 w 416753"/>
                  <a:gd name="connsiteY4" fmla="*/ 117881 h 248039"/>
                  <a:gd name="connsiteX5" fmla="*/ 313238 w 416753"/>
                  <a:gd name="connsiteY5" fmla="*/ 136833 h 248039"/>
                  <a:gd name="connsiteX6" fmla="*/ 301914 w 416753"/>
                  <a:gd name="connsiteY6" fmla="*/ 140647 h 248039"/>
                  <a:gd name="connsiteX7" fmla="*/ 282009 w 416753"/>
                  <a:gd name="connsiteY7" fmla="*/ 128728 h 248039"/>
                  <a:gd name="connsiteX8" fmla="*/ 261150 w 416753"/>
                  <a:gd name="connsiteY8" fmla="*/ 123126 h 248039"/>
                  <a:gd name="connsiteX9" fmla="*/ 247920 w 416753"/>
                  <a:gd name="connsiteY9" fmla="*/ 98453 h 248039"/>
                  <a:gd name="connsiteX10" fmla="*/ 242199 w 416753"/>
                  <a:gd name="connsiteY10" fmla="*/ 75806 h 248039"/>
                  <a:gd name="connsiteX11" fmla="*/ 223366 w 416753"/>
                  <a:gd name="connsiteY11" fmla="*/ 61622 h 248039"/>
                  <a:gd name="connsiteX12" fmla="*/ 175093 w 416753"/>
                  <a:gd name="connsiteY12" fmla="*/ 59715 h 248039"/>
                  <a:gd name="connsiteX13" fmla="*/ 143865 w 416753"/>
                  <a:gd name="connsiteY13" fmla="*/ 61622 h 248039"/>
                  <a:gd name="connsiteX14" fmla="*/ 115855 w 416753"/>
                  <a:gd name="connsiteY14" fmla="*/ 30990 h 248039"/>
                  <a:gd name="connsiteX15" fmla="*/ 108703 w 416753"/>
                  <a:gd name="connsiteY15" fmla="*/ 41360 h 248039"/>
                  <a:gd name="connsiteX16" fmla="*/ 79739 w 416753"/>
                  <a:gd name="connsiteY16" fmla="*/ 36354 h 248039"/>
                  <a:gd name="connsiteX17" fmla="*/ 76879 w 416753"/>
                  <a:gd name="connsiteY17" fmla="*/ 2384 h 248039"/>
                  <a:gd name="connsiteX18" fmla="*/ 66986 w 416753"/>
                  <a:gd name="connsiteY18" fmla="*/ 37069 h 248039"/>
                  <a:gd name="connsiteX19" fmla="*/ 63529 w 416753"/>
                  <a:gd name="connsiteY19" fmla="*/ 0 h 248039"/>
                  <a:gd name="connsiteX20" fmla="*/ 2861 w 416753"/>
                  <a:gd name="connsiteY20" fmla="*/ 16210 h 248039"/>
                  <a:gd name="connsiteX21" fmla="*/ 0 w 416753"/>
                  <a:gd name="connsiteY21" fmla="*/ 122172 h 248039"/>
                  <a:gd name="connsiteX22" fmla="*/ 0 w 416753"/>
                  <a:gd name="connsiteY22" fmla="*/ 122172 h 248039"/>
                  <a:gd name="connsiteX23" fmla="*/ 16925 w 416753"/>
                  <a:gd name="connsiteY23" fmla="*/ 126106 h 248039"/>
                  <a:gd name="connsiteX24" fmla="*/ 25388 w 416753"/>
                  <a:gd name="connsiteY24" fmla="*/ 114782 h 248039"/>
                  <a:gd name="connsiteX25" fmla="*/ 42432 w 416753"/>
                  <a:gd name="connsiteY25" fmla="*/ 102029 h 248039"/>
                  <a:gd name="connsiteX26" fmla="*/ 50895 w 416753"/>
                  <a:gd name="connsiteY26" fmla="*/ 92851 h 248039"/>
                  <a:gd name="connsiteX27" fmla="*/ 60788 w 416753"/>
                  <a:gd name="connsiteY27" fmla="*/ 87845 h 248039"/>
                  <a:gd name="connsiteX28" fmla="*/ 77833 w 416753"/>
                  <a:gd name="connsiteY28" fmla="*/ 92136 h 248039"/>
                  <a:gd name="connsiteX29" fmla="*/ 96188 w 416753"/>
                  <a:gd name="connsiteY29" fmla="*/ 98453 h 248039"/>
                  <a:gd name="connsiteX30" fmla="*/ 104770 w 416753"/>
                  <a:gd name="connsiteY30" fmla="*/ 123960 h 248039"/>
                  <a:gd name="connsiteX31" fmla="*/ 140528 w 416753"/>
                  <a:gd name="connsiteY31" fmla="*/ 128251 h 248039"/>
                  <a:gd name="connsiteX32" fmla="*/ 150421 w 416753"/>
                  <a:gd name="connsiteY32" fmla="*/ 143865 h 248039"/>
                  <a:gd name="connsiteX33" fmla="*/ 161029 w 416753"/>
                  <a:gd name="connsiteY33" fmla="*/ 163651 h 248039"/>
                  <a:gd name="connsiteX34" fmla="*/ 184867 w 416753"/>
                  <a:gd name="connsiteY34" fmla="*/ 181411 h 248039"/>
                  <a:gd name="connsiteX35" fmla="*/ 212520 w 416753"/>
                  <a:gd name="connsiteY35" fmla="*/ 197740 h 248039"/>
                  <a:gd name="connsiteX36" fmla="*/ 237312 w 416753"/>
                  <a:gd name="connsiteY36" fmla="*/ 213950 h 248039"/>
                  <a:gd name="connsiteX37" fmla="*/ 258647 w 416753"/>
                  <a:gd name="connsiteY37" fmla="*/ 221102 h 248039"/>
                  <a:gd name="connsiteX38" fmla="*/ 260435 w 416753"/>
                  <a:gd name="connsiteY38" fmla="*/ 236835 h 248039"/>
                  <a:gd name="connsiteX39" fmla="*/ 262462 w 416753"/>
                  <a:gd name="connsiteY39" fmla="*/ 236835 h 248039"/>
                  <a:gd name="connsiteX40" fmla="*/ 282367 w 416753"/>
                  <a:gd name="connsiteY40" fmla="*/ 243510 h 248039"/>
                  <a:gd name="connsiteX41" fmla="*/ 291902 w 416753"/>
                  <a:gd name="connsiteY41" fmla="*/ 248039 h 248039"/>
                  <a:gd name="connsiteX42" fmla="*/ 301795 w 416753"/>
                  <a:gd name="connsiteY42" fmla="*/ 223009 h 248039"/>
                  <a:gd name="connsiteX43" fmla="*/ 299054 w 416753"/>
                  <a:gd name="connsiteY43" fmla="*/ 201673 h 248039"/>
                  <a:gd name="connsiteX44" fmla="*/ 284155 w 416753"/>
                  <a:gd name="connsiteY44" fmla="*/ 183318 h 248039"/>
                  <a:gd name="connsiteX45" fmla="*/ 306801 w 416753"/>
                  <a:gd name="connsiteY45" fmla="*/ 174736 h 248039"/>
                  <a:gd name="connsiteX46" fmla="*/ 314549 w 416753"/>
                  <a:gd name="connsiteY46" fmla="*/ 161267 h 248039"/>
                  <a:gd name="connsiteX47" fmla="*/ 326468 w 416753"/>
                  <a:gd name="connsiteY47" fmla="*/ 148633 h 248039"/>
                  <a:gd name="connsiteX48" fmla="*/ 344943 w 416753"/>
                  <a:gd name="connsiteY48" fmla="*/ 144342 h 248039"/>
                  <a:gd name="connsiteX49" fmla="*/ 361272 w 416753"/>
                  <a:gd name="connsiteY49" fmla="*/ 140766 h 248039"/>
                  <a:gd name="connsiteX50" fmla="*/ 352809 w 416753"/>
                  <a:gd name="connsiteY50" fmla="*/ 160433 h 248039"/>
                  <a:gd name="connsiteX51" fmla="*/ 380462 w 416753"/>
                  <a:gd name="connsiteY51" fmla="*/ 155546 h 248039"/>
                  <a:gd name="connsiteX52" fmla="*/ 403108 w 416753"/>
                  <a:gd name="connsiteY52" fmla="*/ 151732 h 248039"/>
                  <a:gd name="connsiteX53" fmla="*/ 412525 w 416753"/>
                  <a:gd name="connsiteY53" fmla="*/ 138740 h 24803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Lst>
                <a:rect l="l" t="t" r="r" b="b"/>
                <a:pathLst>
                  <a:path w="416753" h="248039">
                    <a:moveTo>
                      <a:pt x="412525" y="138740"/>
                    </a:moveTo>
                    <a:cubicBezTo>
                      <a:pt x="401201" y="129204"/>
                      <a:pt x="381296" y="117881"/>
                      <a:pt x="379509" y="123602"/>
                    </a:cubicBezTo>
                    <a:cubicBezTo>
                      <a:pt x="377720" y="129324"/>
                      <a:pt x="365205" y="130158"/>
                      <a:pt x="360557" y="124556"/>
                    </a:cubicBezTo>
                    <a:cubicBezTo>
                      <a:pt x="356636" y="116582"/>
                      <a:pt x="346993" y="113292"/>
                      <a:pt x="339019" y="117214"/>
                    </a:cubicBezTo>
                    <a:cubicBezTo>
                      <a:pt x="338602" y="117416"/>
                      <a:pt x="338196" y="117643"/>
                      <a:pt x="337791" y="117881"/>
                    </a:cubicBezTo>
                    <a:cubicBezTo>
                      <a:pt x="323607" y="123602"/>
                      <a:pt x="313953" y="131112"/>
                      <a:pt x="313238" y="136833"/>
                    </a:cubicBezTo>
                    <a:cubicBezTo>
                      <a:pt x="312522" y="142554"/>
                      <a:pt x="302749" y="148752"/>
                      <a:pt x="301914" y="140647"/>
                    </a:cubicBezTo>
                    <a:cubicBezTo>
                      <a:pt x="301080" y="132542"/>
                      <a:pt x="289995" y="130158"/>
                      <a:pt x="282009" y="128728"/>
                    </a:cubicBezTo>
                    <a:cubicBezTo>
                      <a:pt x="274023" y="127297"/>
                      <a:pt x="262104" y="130635"/>
                      <a:pt x="261150" y="123126"/>
                    </a:cubicBezTo>
                    <a:cubicBezTo>
                      <a:pt x="260197" y="115617"/>
                      <a:pt x="249231" y="107035"/>
                      <a:pt x="247920" y="98453"/>
                    </a:cubicBezTo>
                    <a:cubicBezTo>
                      <a:pt x="246609" y="89871"/>
                      <a:pt x="249827" y="77713"/>
                      <a:pt x="242199" y="75806"/>
                    </a:cubicBezTo>
                    <a:cubicBezTo>
                      <a:pt x="234571" y="73899"/>
                      <a:pt x="230279" y="61622"/>
                      <a:pt x="223366" y="61622"/>
                    </a:cubicBezTo>
                    <a:cubicBezTo>
                      <a:pt x="207252" y="61980"/>
                      <a:pt x="191125" y="61336"/>
                      <a:pt x="175093" y="59715"/>
                    </a:cubicBezTo>
                    <a:cubicBezTo>
                      <a:pt x="170326" y="57808"/>
                      <a:pt x="145772" y="67224"/>
                      <a:pt x="143865" y="61622"/>
                    </a:cubicBezTo>
                    <a:cubicBezTo>
                      <a:pt x="135963" y="50180"/>
                      <a:pt x="126546" y="39882"/>
                      <a:pt x="115855" y="30990"/>
                    </a:cubicBezTo>
                    <a:cubicBezTo>
                      <a:pt x="114770" y="35186"/>
                      <a:pt x="112231" y="38857"/>
                      <a:pt x="108703" y="41360"/>
                    </a:cubicBezTo>
                    <a:cubicBezTo>
                      <a:pt x="91063" y="54113"/>
                      <a:pt x="74018" y="51968"/>
                      <a:pt x="79739" y="36354"/>
                    </a:cubicBezTo>
                    <a:cubicBezTo>
                      <a:pt x="85461" y="20740"/>
                      <a:pt x="86057" y="2384"/>
                      <a:pt x="76879" y="2384"/>
                    </a:cubicBezTo>
                    <a:cubicBezTo>
                      <a:pt x="67701" y="2384"/>
                      <a:pt x="74018" y="34923"/>
                      <a:pt x="66986" y="37069"/>
                    </a:cubicBezTo>
                    <a:cubicBezTo>
                      <a:pt x="59954" y="39214"/>
                      <a:pt x="58285" y="13230"/>
                      <a:pt x="63529" y="0"/>
                    </a:cubicBezTo>
                    <a:lnTo>
                      <a:pt x="2861" y="16210"/>
                    </a:lnTo>
                    <a:lnTo>
                      <a:pt x="0" y="122172"/>
                    </a:lnTo>
                    <a:lnTo>
                      <a:pt x="0" y="122172"/>
                    </a:lnTo>
                    <a:cubicBezTo>
                      <a:pt x="5363" y="124485"/>
                      <a:pt x="11097" y="125819"/>
                      <a:pt x="16925" y="126106"/>
                    </a:cubicBezTo>
                    <a:cubicBezTo>
                      <a:pt x="26103" y="126821"/>
                      <a:pt x="25388" y="119788"/>
                      <a:pt x="25388" y="114782"/>
                    </a:cubicBezTo>
                    <a:cubicBezTo>
                      <a:pt x="27867" y="107404"/>
                      <a:pt x="34649" y="102315"/>
                      <a:pt x="42432" y="102029"/>
                    </a:cubicBezTo>
                    <a:cubicBezTo>
                      <a:pt x="49465" y="102744"/>
                      <a:pt x="48750" y="92851"/>
                      <a:pt x="50895" y="92851"/>
                    </a:cubicBezTo>
                    <a:cubicBezTo>
                      <a:pt x="54757" y="92696"/>
                      <a:pt x="58368" y="90872"/>
                      <a:pt x="60788" y="87845"/>
                    </a:cubicBezTo>
                    <a:cubicBezTo>
                      <a:pt x="62934" y="84269"/>
                      <a:pt x="74257" y="88560"/>
                      <a:pt x="77833" y="92136"/>
                    </a:cubicBezTo>
                    <a:cubicBezTo>
                      <a:pt x="83387" y="95616"/>
                      <a:pt x="89668" y="97785"/>
                      <a:pt x="96188" y="98453"/>
                    </a:cubicBezTo>
                    <a:cubicBezTo>
                      <a:pt x="102624" y="99883"/>
                      <a:pt x="104770" y="119788"/>
                      <a:pt x="104770" y="123960"/>
                    </a:cubicBezTo>
                    <a:cubicBezTo>
                      <a:pt x="104770" y="128132"/>
                      <a:pt x="135164" y="127536"/>
                      <a:pt x="140528" y="128251"/>
                    </a:cubicBezTo>
                    <a:cubicBezTo>
                      <a:pt x="145891" y="128966"/>
                      <a:pt x="145415" y="137429"/>
                      <a:pt x="150421" y="143865"/>
                    </a:cubicBezTo>
                    <a:cubicBezTo>
                      <a:pt x="154759" y="149992"/>
                      <a:pt x="158323" y="156643"/>
                      <a:pt x="161029" y="163651"/>
                    </a:cubicBezTo>
                    <a:cubicBezTo>
                      <a:pt x="163174" y="168657"/>
                      <a:pt x="180934" y="175570"/>
                      <a:pt x="184867" y="181411"/>
                    </a:cubicBezTo>
                    <a:cubicBezTo>
                      <a:pt x="192579" y="189075"/>
                      <a:pt x="202091" y="194689"/>
                      <a:pt x="212520" y="197740"/>
                    </a:cubicBezTo>
                    <a:cubicBezTo>
                      <a:pt x="222532" y="201316"/>
                      <a:pt x="231710" y="214665"/>
                      <a:pt x="237312" y="213950"/>
                    </a:cubicBezTo>
                    <a:cubicBezTo>
                      <a:pt x="244785" y="215095"/>
                      <a:pt x="251997" y="217514"/>
                      <a:pt x="258647" y="221102"/>
                    </a:cubicBezTo>
                    <a:lnTo>
                      <a:pt x="260435" y="236835"/>
                    </a:lnTo>
                    <a:lnTo>
                      <a:pt x="262462" y="236835"/>
                    </a:lnTo>
                    <a:cubicBezTo>
                      <a:pt x="271043" y="234094"/>
                      <a:pt x="275692" y="243510"/>
                      <a:pt x="282367" y="243510"/>
                    </a:cubicBezTo>
                    <a:cubicBezTo>
                      <a:pt x="285859" y="244225"/>
                      <a:pt x="289137" y="245787"/>
                      <a:pt x="291902" y="248039"/>
                    </a:cubicBezTo>
                    <a:cubicBezTo>
                      <a:pt x="290615" y="238540"/>
                      <a:pt x="294369" y="229064"/>
                      <a:pt x="301795" y="223009"/>
                    </a:cubicBezTo>
                    <a:cubicBezTo>
                      <a:pt x="308231" y="218003"/>
                      <a:pt x="297623" y="209540"/>
                      <a:pt x="299054" y="201673"/>
                    </a:cubicBezTo>
                    <a:cubicBezTo>
                      <a:pt x="300484" y="193807"/>
                      <a:pt x="282724" y="189754"/>
                      <a:pt x="284155" y="183318"/>
                    </a:cubicBezTo>
                    <a:cubicBezTo>
                      <a:pt x="285585" y="176881"/>
                      <a:pt x="300365" y="177597"/>
                      <a:pt x="306801" y="174736"/>
                    </a:cubicBezTo>
                    <a:cubicBezTo>
                      <a:pt x="313238" y="171875"/>
                      <a:pt x="308231" y="161267"/>
                      <a:pt x="314549" y="161267"/>
                    </a:cubicBezTo>
                    <a:cubicBezTo>
                      <a:pt x="320866" y="161267"/>
                      <a:pt x="323846" y="154950"/>
                      <a:pt x="326468" y="148633"/>
                    </a:cubicBezTo>
                    <a:cubicBezTo>
                      <a:pt x="329090" y="142316"/>
                      <a:pt x="339222" y="148633"/>
                      <a:pt x="344943" y="144342"/>
                    </a:cubicBezTo>
                    <a:cubicBezTo>
                      <a:pt x="350664" y="140051"/>
                      <a:pt x="359126" y="137190"/>
                      <a:pt x="361272" y="140766"/>
                    </a:cubicBezTo>
                    <a:cubicBezTo>
                      <a:pt x="363418" y="144342"/>
                      <a:pt x="355908" y="155427"/>
                      <a:pt x="352809" y="160433"/>
                    </a:cubicBezTo>
                    <a:cubicBezTo>
                      <a:pt x="362261" y="160743"/>
                      <a:pt x="371678" y="159074"/>
                      <a:pt x="380462" y="155546"/>
                    </a:cubicBezTo>
                    <a:cubicBezTo>
                      <a:pt x="384157" y="151732"/>
                      <a:pt x="398341" y="161148"/>
                      <a:pt x="403108" y="151732"/>
                    </a:cubicBezTo>
                    <a:cubicBezTo>
                      <a:pt x="407876" y="142316"/>
                      <a:pt x="424444" y="148156"/>
                      <a:pt x="412525" y="138740"/>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52" name="Freeform: Shape 151">
                <a:extLst>
                  <a:ext uri="{FF2B5EF4-FFF2-40B4-BE49-F238E27FC236}">
                    <a16:creationId xmlns:a16="http://schemas.microsoft.com/office/drawing/2014/main" id="{850A00C9-9443-4C17-9711-19A8A249A037}"/>
                  </a:ext>
                </a:extLst>
              </p:cNvPr>
              <p:cNvSpPr/>
              <p:nvPr/>
            </p:nvSpPr>
            <p:spPr>
              <a:xfrm>
                <a:off x="4390507" y="6048368"/>
                <a:ext cx="615699" cy="979089"/>
              </a:xfrm>
              <a:custGeom>
                <a:avLst/>
                <a:gdLst>
                  <a:gd name="connsiteX0" fmla="*/ 597106 w 615699"/>
                  <a:gd name="connsiteY0" fmla="*/ 523054 h 979089"/>
                  <a:gd name="connsiteX1" fmla="*/ 586497 w 615699"/>
                  <a:gd name="connsiteY1" fmla="*/ 521981 h 979089"/>
                  <a:gd name="connsiteX2" fmla="*/ 570883 w 615699"/>
                  <a:gd name="connsiteY2" fmla="*/ 510062 h 979089"/>
                  <a:gd name="connsiteX3" fmla="*/ 582802 w 615699"/>
                  <a:gd name="connsiteY3" fmla="*/ 511134 h 979089"/>
                  <a:gd name="connsiteX4" fmla="*/ 598774 w 615699"/>
                  <a:gd name="connsiteY4" fmla="*/ 506248 h 979089"/>
                  <a:gd name="connsiteX5" fmla="*/ 614984 w 615699"/>
                  <a:gd name="connsiteY5" fmla="*/ 499811 h 979089"/>
                  <a:gd name="connsiteX6" fmla="*/ 603065 w 615699"/>
                  <a:gd name="connsiteY6" fmla="*/ 487892 h 979089"/>
                  <a:gd name="connsiteX7" fmla="*/ 585067 w 615699"/>
                  <a:gd name="connsiteY7" fmla="*/ 481813 h 979089"/>
                  <a:gd name="connsiteX8" fmla="*/ 572313 w 615699"/>
                  <a:gd name="connsiteY8" fmla="*/ 475853 h 979089"/>
                  <a:gd name="connsiteX9" fmla="*/ 553481 w 615699"/>
                  <a:gd name="connsiteY9" fmla="*/ 488607 h 979089"/>
                  <a:gd name="connsiteX10" fmla="*/ 547760 w 615699"/>
                  <a:gd name="connsiteY10" fmla="*/ 490753 h 979089"/>
                  <a:gd name="connsiteX11" fmla="*/ 550621 w 615699"/>
                  <a:gd name="connsiteY11" fmla="*/ 477284 h 979089"/>
                  <a:gd name="connsiteX12" fmla="*/ 540727 w 615699"/>
                  <a:gd name="connsiteY12" fmla="*/ 463815 h 979089"/>
                  <a:gd name="connsiteX13" fmla="*/ 525828 w 615699"/>
                  <a:gd name="connsiteY13" fmla="*/ 477284 h 979089"/>
                  <a:gd name="connsiteX14" fmla="*/ 511644 w 615699"/>
                  <a:gd name="connsiteY14" fmla="*/ 495997 h 979089"/>
                  <a:gd name="connsiteX15" fmla="*/ 511644 w 615699"/>
                  <a:gd name="connsiteY15" fmla="*/ 475853 h 979089"/>
                  <a:gd name="connsiteX16" fmla="*/ 496388 w 615699"/>
                  <a:gd name="connsiteY16" fmla="*/ 483959 h 979089"/>
                  <a:gd name="connsiteX17" fmla="*/ 473384 w 615699"/>
                  <a:gd name="connsiteY17" fmla="*/ 506605 h 979089"/>
                  <a:gd name="connsiteX18" fmla="*/ 477675 w 615699"/>
                  <a:gd name="connsiteY18" fmla="*/ 491468 h 979089"/>
                  <a:gd name="connsiteX19" fmla="*/ 493289 w 615699"/>
                  <a:gd name="connsiteY19" fmla="*/ 472993 h 979089"/>
                  <a:gd name="connsiteX20" fmla="*/ 490428 w 615699"/>
                  <a:gd name="connsiteY20" fmla="*/ 463815 h 979089"/>
                  <a:gd name="connsiteX21" fmla="*/ 477317 w 615699"/>
                  <a:gd name="connsiteY21" fmla="*/ 474423 h 979089"/>
                  <a:gd name="connsiteX22" fmla="*/ 460273 w 615699"/>
                  <a:gd name="connsiteY22" fmla="*/ 472278 h 979089"/>
                  <a:gd name="connsiteX23" fmla="*/ 456101 w 615699"/>
                  <a:gd name="connsiteY23" fmla="*/ 481456 h 979089"/>
                  <a:gd name="connsiteX24" fmla="*/ 450737 w 615699"/>
                  <a:gd name="connsiteY24" fmla="*/ 485031 h 979089"/>
                  <a:gd name="connsiteX25" fmla="*/ 434050 w 615699"/>
                  <a:gd name="connsiteY25" fmla="*/ 490753 h 979089"/>
                  <a:gd name="connsiteX26" fmla="*/ 428448 w 615699"/>
                  <a:gd name="connsiteY26" fmla="*/ 499930 h 979089"/>
                  <a:gd name="connsiteX27" fmla="*/ 429140 w 615699"/>
                  <a:gd name="connsiteY27" fmla="*/ 511541 h 979089"/>
                  <a:gd name="connsiteX28" fmla="*/ 425945 w 615699"/>
                  <a:gd name="connsiteY28" fmla="*/ 513757 h 979089"/>
                  <a:gd name="connsiteX29" fmla="*/ 417125 w 615699"/>
                  <a:gd name="connsiteY29" fmla="*/ 498143 h 979089"/>
                  <a:gd name="connsiteX30" fmla="*/ 422012 w 615699"/>
                  <a:gd name="connsiteY30" fmla="*/ 488965 h 979089"/>
                  <a:gd name="connsiteX31" fmla="*/ 434766 w 615699"/>
                  <a:gd name="connsiteY31" fmla="*/ 477045 h 979089"/>
                  <a:gd name="connsiteX32" fmla="*/ 426303 w 615699"/>
                  <a:gd name="connsiteY32" fmla="*/ 479191 h 979089"/>
                  <a:gd name="connsiteX33" fmla="*/ 406755 w 615699"/>
                  <a:gd name="connsiteY33" fmla="*/ 483005 h 979089"/>
                  <a:gd name="connsiteX34" fmla="*/ 408186 w 615699"/>
                  <a:gd name="connsiteY34" fmla="*/ 498977 h 979089"/>
                  <a:gd name="connsiteX35" fmla="*/ 401511 w 615699"/>
                  <a:gd name="connsiteY35" fmla="*/ 503983 h 979089"/>
                  <a:gd name="connsiteX36" fmla="*/ 383393 w 615699"/>
                  <a:gd name="connsiteY36" fmla="*/ 503983 h 979089"/>
                  <a:gd name="connsiteX37" fmla="*/ 396862 w 615699"/>
                  <a:gd name="connsiteY37" fmla="*/ 515902 h 979089"/>
                  <a:gd name="connsiteX38" fmla="*/ 385539 w 615699"/>
                  <a:gd name="connsiteY38" fmla="*/ 514472 h 979089"/>
                  <a:gd name="connsiteX39" fmla="*/ 372785 w 615699"/>
                  <a:gd name="connsiteY39" fmla="*/ 506605 h 979089"/>
                  <a:gd name="connsiteX40" fmla="*/ 365038 w 615699"/>
                  <a:gd name="connsiteY40" fmla="*/ 511254 h 979089"/>
                  <a:gd name="connsiteX41" fmla="*/ 370640 w 615699"/>
                  <a:gd name="connsiteY41" fmla="*/ 526868 h 979089"/>
                  <a:gd name="connsiteX42" fmla="*/ 362535 w 615699"/>
                  <a:gd name="connsiteY42" fmla="*/ 521862 h 979089"/>
                  <a:gd name="connsiteX43" fmla="*/ 349066 w 615699"/>
                  <a:gd name="connsiteY43" fmla="*/ 520789 h 979089"/>
                  <a:gd name="connsiteX44" fmla="*/ 347278 w 615699"/>
                  <a:gd name="connsiteY44" fmla="*/ 506963 h 979089"/>
                  <a:gd name="connsiteX45" fmla="*/ 330591 w 615699"/>
                  <a:gd name="connsiteY45" fmla="*/ 508393 h 979089"/>
                  <a:gd name="connsiteX46" fmla="*/ 323916 w 615699"/>
                  <a:gd name="connsiteY46" fmla="*/ 515187 h 979089"/>
                  <a:gd name="connsiteX47" fmla="*/ 321771 w 615699"/>
                  <a:gd name="connsiteY47" fmla="*/ 526153 h 979089"/>
                  <a:gd name="connsiteX48" fmla="*/ 314024 w 615699"/>
                  <a:gd name="connsiteY48" fmla="*/ 531874 h 979089"/>
                  <a:gd name="connsiteX49" fmla="*/ 305442 w 615699"/>
                  <a:gd name="connsiteY49" fmla="*/ 532827 h 979089"/>
                  <a:gd name="connsiteX50" fmla="*/ 289231 w 615699"/>
                  <a:gd name="connsiteY50" fmla="*/ 534973 h 979089"/>
                  <a:gd name="connsiteX51" fmla="*/ 277312 w 615699"/>
                  <a:gd name="connsiteY51" fmla="*/ 551302 h 979089"/>
                  <a:gd name="connsiteX52" fmla="*/ 292450 w 615699"/>
                  <a:gd name="connsiteY52" fmla="*/ 550230 h 979089"/>
                  <a:gd name="connsiteX53" fmla="*/ 295668 w 615699"/>
                  <a:gd name="connsiteY53" fmla="*/ 558692 h 979089"/>
                  <a:gd name="connsiteX54" fmla="*/ 293522 w 615699"/>
                  <a:gd name="connsiteY54" fmla="*/ 565129 h 979089"/>
                  <a:gd name="connsiteX55" fmla="*/ 281603 w 615699"/>
                  <a:gd name="connsiteY55" fmla="*/ 566559 h 979089"/>
                  <a:gd name="connsiteX56" fmla="*/ 270995 w 615699"/>
                  <a:gd name="connsiteY56" fmla="*/ 560123 h 979089"/>
                  <a:gd name="connsiteX57" fmla="*/ 257884 w 615699"/>
                  <a:gd name="connsiteY57" fmla="*/ 566559 h 979089"/>
                  <a:gd name="connsiteX58" fmla="*/ 263605 w 615699"/>
                  <a:gd name="connsiteY58" fmla="*/ 546654 h 979089"/>
                  <a:gd name="connsiteX59" fmla="*/ 249421 w 615699"/>
                  <a:gd name="connsiteY59" fmla="*/ 558573 h 979089"/>
                  <a:gd name="connsiteX60" fmla="*/ 234165 w 615699"/>
                  <a:gd name="connsiteY60" fmla="*/ 570492 h 979089"/>
                  <a:gd name="connsiteX61" fmla="*/ 223914 w 615699"/>
                  <a:gd name="connsiteY61" fmla="*/ 583127 h 979089"/>
                  <a:gd name="connsiteX62" fmla="*/ 194474 w 615699"/>
                  <a:gd name="connsiteY62" fmla="*/ 599456 h 979089"/>
                  <a:gd name="connsiteX63" fmla="*/ 202579 w 615699"/>
                  <a:gd name="connsiteY63" fmla="*/ 600171 h 979089"/>
                  <a:gd name="connsiteX64" fmla="*/ 220338 w 615699"/>
                  <a:gd name="connsiteY64" fmla="*/ 591351 h 979089"/>
                  <a:gd name="connsiteX65" fmla="*/ 244177 w 615699"/>
                  <a:gd name="connsiteY65" fmla="*/ 582888 h 979089"/>
                  <a:gd name="connsiteX66" fmla="*/ 257765 w 615699"/>
                  <a:gd name="connsiteY66" fmla="*/ 581551 h 979089"/>
                  <a:gd name="connsiteX67" fmla="*/ 258361 w 615699"/>
                  <a:gd name="connsiteY67" fmla="*/ 580743 h 979089"/>
                  <a:gd name="connsiteX68" fmla="*/ 270971 w 615699"/>
                  <a:gd name="connsiteY68" fmla="*/ 577694 h 979089"/>
                  <a:gd name="connsiteX69" fmla="*/ 273260 w 615699"/>
                  <a:gd name="connsiteY69" fmla="*/ 579670 h 979089"/>
                  <a:gd name="connsiteX70" fmla="*/ 271114 w 615699"/>
                  <a:gd name="connsiteY70" fmla="*/ 592424 h 979089"/>
                  <a:gd name="connsiteX71" fmla="*/ 264440 w 615699"/>
                  <a:gd name="connsiteY71" fmla="*/ 596357 h 979089"/>
                  <a:gd name="connsiteX72" fmla="*/ 254785 w 615699"/>
                  <a:gd name="connsiteY72" fmla="*/ 591709 h 979089"/>
                  <a:gd name="connsiteX73" fmla="*/ 243462 w 615699"/>
                  <a:gd name="connsiteY73" fmla="*/ 601601 h 979089"/>
                  <a:gd name="connsiteX74" fmla="*/ 233926 w 615699"/>
                  <a:gd name="connsiteY74" fmla="*/ 619004 h 979089"/>
                  <a:gd name="connsiteX75" fmla="*/ 225106 w 615699"/>
                  <a:gd name="connsiteY75" fmla="*/ 626393 h 979089"/>
                  <a:gd name="connsiteX76" fmla="*/ 203055 w 615699"/>
                  <a:gd name="connsiteY76" fmla="*/ 656549 h 979089"/>
                  <a:gd name="connsiteX77" fmla="*/ 199241 w 615699"/>
                  <a:gd name="connsiteY77" fmla="*/ 674309 h 979089"/>
                  <a:gd name="connsiteX78" fmla="*/ 180409 w 615699"/>
                  <a:gd name="connsiteY78" fmla="*/ 677408 h 979089"/>
                  <a:gd name="connsiteX79" fmla="*/ 177310 w 615699"/>
                  <a:gd name="connsiteY79" fmla="*/ 699458 h 979089"/>
                  <a:gd name="connsiteX80" fmla="*/ 177310 w 615699"/>
                  <a:gd name="connsiteY80" fmla="*/ 715669 h 979089"/>
                  <a:gd name="connsiteX81" fmla="*/ 162411 w 615699"/>
                  <a:gd name="connsiteY81" fmla="*/ 717814 h 979089"/>
                  <a:gd name="connsiteX82" fmla="*/ 145724 w 615699"/>
                  <a:gd name="connsiteY82" fmla="*/ 723178 h 979089"/>
                  <a:gd name="connsiteX83" fmla="*/ 159192 w 615699"/>
                  <a:gd name="connsiteY83" fmla="*/ 737957 h 979089"/>
                  <a:gd name="connsiteX84" fmla="*/ 151803 w 615699"/>
                  <a:gd name="connsiteY84" fmla="*/ 741176 h 979089"/>
                  <a:gd name="connsiteX85" fmla="*/ 130467 w 615699"/>
                  <a:gd name="connsiteY85" fmla="*/ 749758 h 979089"/>
                  <a:gd name="connsiteX86" fmla="*/ 115568 w 615699"/>
                  <a:gd name="connsiteY86" fmla="*/ 764895 h 979089"/>
                  <a:gd name="connsiteX87" fmla="*/ 103649 w 615699"/>
                  <a:gd name="connsiteY87" fmla="*/ 783012 h 979089"/>
                  <a:gd name="connsiteX88" fmla="*/ 90538 w 615699"/>
                  <a:gd name="connsiteY88" fmla="*/ 772762 h 979089"/>
                  <a:gd name="connsiteX89" fmla="*/ 87677 w 615699"/>
                  <a:gd name="connsiteY89" fmla="*/ 786230 h 979089"/>
                  <a:gd name="connsiteX90" fmla="*/ 74566 w 615699"/>
                  <a:gd name="connsiteY90" fmla="*/ 794336 h 979089"/>
                  <a:gd name="connsiteX91" fmla="*/ 51562 w 615699"/>
                  <a:gd name="connsiteY91" fmla="*/ 802917 h 979089"/>
                  <a:gd name="connsiteX92" fmla="*/ 64315 w 615699"/>
                  <a:gd name="connsiteY92" fmla="*/ 812453 h 979089"/>
                  <a:gd name="connsiteX93" fmla="*/ 43814 w 615699"/>
                  <a:gd name="connsiteY93" fmla="*/ 812453 h 979089"/>
                  <a:gd name="connsiteX94" fmla="*/ 31061 w 615699"/>
                  <a:gd name="connsiteY94" fmla="*/ 820915 h 979089"/>
                  <a:gd name="connsiteX95" fmla="*/ 20095 w 615699"/>
                  <a:gd name="connsiteY95" fmla="*/ 831881 h 979089"/>
                  <a:gd name="connsiteX96" fmla="*/ 11156 w 615699"/>
                  <a:gd name="connsiteY96" fmla="*/ 834384 h 979089"/>
                  <a:gd name="connsiteX97" fmla="*/ 190 w 615699"/>
                  <a:gd name="connsiteY97" fmla="*/ 844992 h 979089"/>
                  <a:gd name="connsiteX98" fmla="*/ 9487 w 615699"/>
                  <a:gd name="connsiteY98" fmla="*/ 856912 h 979089"/>
                  <a:gd name="connsiteX99" fmla="*/ 6626 w 615699"/>
                  <a:gd name="connsiteY99" fmla="*/ 865851 h 979089"/>
                  <a:gd name="connsiteX100" fmla="*/ 4123 w 615699"/>
                  <a:gd name="connsiteY100" fmla="*/ 874671 h 979089"/>
                  <a:gd name="connsiteX101" fmla="*/ 4123 w 615699"/>
                  <a:gd name="connsiteY101" fmla="*/ 886590 h 979089"/>
                  <a:gd name="connsiteX102" fmla="*/ 2336 w 615699"/>
                  <a:gd name="connsiteY102" fmla="*/ 901132 h 979089"/>
                  <a:gd name="connsiteX103" fmla="*/ 14255 w 615699"/>
                  <a:gd name="connsiteY103" fmla="*/ 904946 h 979089"/>
                  <a:gd name="connsiteX104" fmla="*/ 31299 w 615699"/>
                  <a:gd name="connsiteY104" fmla="*/ 898629 h 979089"/>
                  <a:gd name="connsiteX105" fmla="*/ 35471 w 615699"/>
                  <a:gd name="connsiteY105" fmla="*/ 906019 h 979089"/>
                  <a:gd name="connsiteX106" fmla="*/ 23552 w 615699"/>
                  <a:gd name="connsiteY106" fmla="*/ 916031 h 979089"/>
                  <a:gd name="connsiteX107" fmla="*/ 14016 w 615699"/>
                  <a:gd name="connsiteY107" fmla="*/ 913528 h 979089"/>
                  <a:gd name="connsiteX108" fmla="*/ 5911 w 615699"/>
                  <a:gd name="connsiteY108" fmla="*/ 920560 h 979089"/>
                  <a:gd name="connsiteX109" fmla="*/ 4123 w 615699"/>
                  <a:gd name="connsiteY109" fmla="*/ 934744 h 979089"/>
                  <a:gd name="connsiteX110" fmla="*/ 17592 w 615699"/>
                  <a:gd name="connsiteY110" fmla="*/ 932956 h 979089"/>
                  <a:gd name="connsiteX111" fmla="*/ 26650 w 615699"/>
                  <a:gd name="connsiteY111" fmla="*/ 929762 h 979089"/>
                  <a:gd name="connsiteX112" fmla="*/ 30345 w 615699"/>
                  <a:gd name="connsiteY112" fmla="*/ 934387 h 979089"/>
                  <a:gd name="connsiteX113" fmla="*/ 24267 w 615699"/>
                  <a:gd name="connsiteY113" fmla="*/ 943922 h 979089"/>
                  <a:gd name="connsiteX114" fmla="*/ 14374 w 615699"/>
                  <a:gd name="connsiteY114" fmla="*/ 951431 h 979089"/>
                  <a:gd name="connsiteX115" fmla="*/ 39523 w 615699"/>
                  <a:gd name="connsiteY115" fmla="*/ 971217 h 979089"/>
                  <a:gd name="connsiteX116" fmla="*/ 67533 w 615699"/>
                  <a:gd name="connsiteY116" fmla="*/ 978726 h 979089"/>
                  <a:gd name="connsiteX117" fmla="*/ 112112 w 615699"/>
                  <a:gd name="connsiteY117" fmla="*/ 945710 h 979089"/>
                  <a:gd name="connsiteX118" fmla="*/ 128798 w 615699"/>
                  <a:gd name="connsiteY118" fmla="*/ 942253 h 979089"/>
                  <a:gd name="connsiteX119" fmla="*/ 134877 w 615699"/>
                  <a:gd name="connsiteY119" fmla="*/ 924851 h 979089"/>
                  <a:gd name="connsiteX120" fmla="*/ 144413 w 615699"/>
                  <a:gd name="connsiteY120" fmla="*/ 937962 h 979089"/>
                  <a:gd name="connsiteX121" fmla="*/ 150134 w 615699"/>
                  <a:gd name="connsiteY121" fmla="*/ 948809 h 979089"/>
                  <a:gd name="connsiteX122" fmla="*/ 157524 w 615699"/>
                  <a:gd name="connsiteY122" fmla="*/ 949882 h 979089"/>
                  <a:gd name="connsiteX123" fmla="*/ 163245 w 615699"/>
                  <a:gd name="connsiteY123" fmla="*/ 933910 h 979089"/>
                  <a:gd name="connsiteX124" fmla="*/ 166702 w 615699"/>
                  <a:gd name="connsiteY124" fmla="*/ 914601 h 979089"/>
                  <a:gd name="connsiteX125" fmla="*/ 182673 w 615699"/>
                  <a:gd name="connsiteY125" fmla="*/ 908879 h 979089"/>
                  <a:gd name="connsiteX126" fmla="*/ 181482 w 615699"/>
                  <a:gd name="connsiteY126" fmla="*/ 886114 h 979089"/>
                  <a:gd name="connsiteX127" fmla="*/ 180290 w 615699"/>
                  <a:gd name="connsiteY127" fmla="*/ 874194 h 979089"/>
                  <a:gd name="connsiteX128" fmla="*/ 189467 w 615699"/>
                  <a:gd name="connsiteY128" fmla="*/ 862275 h 979089"/>
                  <a:gd name="connsiteX129" fmla="*/ 173496 w 615699"/>
                  <a:gd name="connsiteY129" fmla="*/ 845111 h 979089"/>
                  <a:gd name="connsiteX130" fmla="*/ 174688 w 615699"/>
                  <a:gd name="connsiteY130" fmla="*/ 822346 h 979089"/>
                  <a:gd name="connsiteX131" fmla="*/ 174688 w 615699"/>
                  <a:gd name="connsiteY131" fmla="*/ 798507 h 979089"/>
                  <a:gd name="connsiteX132" fmla="*/ 176952 w 615699"/>
                  <a:gd name="connsiteY132" fmla="*/ 774669 h 979089"/>
                  <a:gd name="connsiteX133" fmla="*/ 200791 w 615699"/>
                  <a:gd name="connsiteY133" fmla="*/ 758816 h 979089"/>
                  <a:gd name="connsiteX134" fmla="*/ 216763 w 615699"/>
                  <a:gd name="connsiteY134" fmla="*/ 757624 h 979089"/>
                  <a:gd name="connsiteX135" fmla="*/ 216763 w 615699"/>
                  <a:gd name="connsiteY135" fmla="*/ 743917 h 979089"/>
                  <a:gd name="connsiteX136" fmla="*/ 211041 w 615699"/>
                  <a:gd name="connsiteY136" fmla="*/ 731998 h 979089"/>
                  <a:gd name="connsiteX137" fmla="*/ 227013 w 615699"/>
                  <a:gd name="connsiteY137" fmla="*/ 701365 h 979089"/>
                  <a:gd name="connsiteX138" fmla="*/ 228205 w 615699"/>
                  <a:gd name="connsiteY138" fmla="*/ 679672 h 979089"/>
                  <a:gd name="connsiteX139" fmla="*/ 246322 w 615699"/>
                  <a:gd name="connsiteY139" fmla="*/ 675143 h 979089"/>
                  <a:gd name="connsiteX140" fmla="*/ 250971 w 615699"/>
                  <a:gd name="connsiteY140" fmla="*/ 661436 h 979089"/>
                  <a:gd name="connsiteX141" fmla="*/ 263486 w 615699"/>
                  <a:gd name="connsiteY141" fmla="*/ 643200 h 979089"/>
                  <a:gd name="connsiteX142" fmla="*/ 269088 w 615699"/>
                  <a:gd name="connsiteY142" fmla="*/ 631280 h 979089"/>
                  <a:gd name="connsiteX143" fmla="*/ 276001 w 615699"/>
                  <a:gd name="connsiteY143" fmla="*/ 614236 h 979089"/>
                  <a:gd name="connsiteX144" fmla="*/ 294238 w 615699"/>
                  <a:gd name="connsiteY144" fmla="*/ 600529 h 979089"/>
                  <a:gd name="connsiteX145" fmla="*/ 312355 w 615699"/>
                  <a:gd name="connsiteY145" fmla="*/ 593735 h 979089"/>
                  <a:gd name="connsiteX146" fmla="*/ 318076 w 615699"/>
                  <a:gd name="connsiteY146" fmla="*/ 576690 h 979089"/>
                  <a:gd name="connsiteX147" fmla="*/ 343107 w 615699"/>
                  <a:gd name="connsiteY147" fmla="*/ 581220 h 979089"/>
                  <a:gd name="connsiteX148" fmla="*/ 359078 w 615699"/>
                  <a:gd name="connsiteY148" fmla="*/ 576690 h 979089"/>
                  <a:gd name="connsiteX149" fmla="*/ 372666 w 615699"/>
                  <a:gd name="connsiteY149" fmla="*/ 558454 h 979089"/>
                  <a:gd name="connsiteX150" fmla="*/ 375050 w 615699"/>
                  <a:gd name="connsiteY150" fmla="*/ 559884 h 979089"/>
                  <a:gd name="connsiteX151" fmla="*/ 390902 w 615699"/>
                  <a:gd name="connsiteY151" fmla="*/ 547965 h 979089"/>
                  <a:gd name="connsiteX152" fmla="*/ 417125 w 615699"/>
                  <a:gd name="connsiteY152" fmla="*/ 567274 h 979089"/>
                  <a:gd name="connsiteX153" fmla="*/ 443347 w 615699"/>
                  <a:gd name="connsiteY153" fmla="*/ 568466 h 979089"/>
                  <a:gd name="connsiteX154" fmla="*/ 461465 w 615699"/>
                  <a:gd name="connsiteY154" fmla="*/ 569658 h 979089"/>
                  <a:gd name="connsiteX155" fmla="*/ 475172 w 615699"/>
                  <a:gd name="connsiteY155" fmla="*/ 572995 h 979089"/>
                  <a:gd name="connsiteX156" fmla="*/ 485422 w 615699"/>
                  <a:gd name="connsiteY156" fmla="*/ 559407 h 979089"/>
                  <a:gd name="connsiteX157" fmla="*/ 489951 w 615699"/>
                  <a:gd name="connsiteY157" fmla="*/ 538906 h 979089"/>
                  <a:gd name="connsiteX158" fmla="*/ 504731 w 615699"/>
                  <a:gd name="connsiteY158" fmla="*/ 522934 h 979089"/>
                  <a:gd name="connsiteX159" fmla="*/ 528570 w 615699"/>
                  <a:gd name="connsiteY159" fmla="*/ 517213 h 979089"/>
                  <a:gd name="connsiteX160" fmla="*/ 547879 w 615699"/>
                  <a:gd name="connsiteY160" fmla="*/ 517213 h 979089"/>
                  <a:gd name="connsiteX161" fmla="*/ 572910 w 615699"/>
                  <a:gd name="connsiteY161" fmla="*/ 534377 h 979089"/>
                  <a:gd name="connsiteX162" fmla="*/ 572910 w 615699"/>
                  <a:gd name="connsiteY162" fmla="*/ 547726 h 979089"/>
                  <a:gd name="connsiteX163" fmla="*/ 583994 w 615699"/>
                  <a:gd name="connsiteY163" fmla="*/ 542244 h 979089"/>
                  <a:gd name="connsiteX164" fmla="*/ 603780 w 615699"/>
                  <a:gd name="connsiteY164" fmla="*/ 533066 h 979089"/>
                  <a:gd name="connsiteX165" fmla="*/ 615700 w 615699"/>
                  <a:gd name="connsiteY165" fmla="*/ 524484 h 979089"/>
                  <a:gd name="connsiteX166" fmla="*/ 597106 w 615699"/>
                  <a:gd name="connsiteY166" fmla="*/ 523054 h 979089"/>
                  <a:gd name="connsiteX167" fmla="*/ 168013 w 615699"/>
                  <a:gd name="connsiteY167" fmla="*/ 68812 h 979089"/>
                  <a:gd name="connsiteX168" fmla="*/ 154187 w 615699"/>
                  <a:gd name="connsiteY168" fmla="*/ 92650 h 979089"/>
                  <a:gd name="connsiteX169" fmla="*/ 178025 w 615699"/>
                  <a:gd name="connsiteY169" fmla="*/ 119230 h 979089"/>
                  <a:gd name="connsiteX170" fmla="*/ 212114 w 615699"/>
                  <a:gd name="connsiteY170" fmla="*/ 121256 h 979089"/>
                  <a:gd name="connsiteX171" fmla="*/ 225940 w 615699"/>
                  <a:gd name="connsiteY171" fmla="*/ 102662 h 979089"/>
                  <a:gd name="connsiteX172" fmla="*/ 237859 w 615699"/>
                  <a:gd name="connsiteY172" fmla="*/ 92054 h 979089"/>
                  <a:gd name="connsiteX173" fmla="*/ 239886 w 615699"/>
                  <a:gd name="connsiteY173" fmla="*/ 106476 h 979089"/>
                  <a:gd name="connsiteX174" fmla="*/ 260625 w 615699"/>
                  <a:gd name="connsiteY174" fmla="*/ 104331 h 979089"/>
                  <a:gd name="connsiteX175" fmla="*/ 270280 w 615699"/>
                  <a:gd name="connsiteY175" fmla="*/ 112317 h 979089"/>
                  <a:gd name="connsiteX176" fmla="*/ 241554 w 615699"/>
                  <a:gd name="connsiteY176" fmla="*/ 125547 h 979089"/>
                  <a:gd name="connsiteX177" fmla="*/ 203771 w 615699"/>
                  <a:gd name="connsiteY177" fmla="*/ 138301 h 979089"/>
                  <a:gd name="connsiteX178" fmla="*/ 225583 w 615699"/>
                  <a:gd name="connsiteY178" fmla="*/ 146763 h 979089"/>
                  <a:gd name="connsiteX179" fmla="*/ 273260 w 615699"/>
                  <a:gd name="connsiteY179" fmla="*/ 144737 h 979089"/>
                  <a:gd name="connsiteX180" fmla="*/ 251448 w 615699"/>
                  <a:gd name="connsiteY180" fmla="*/ 149982 h 979089"/>
                  <a:gd name="connsiteX181" fmla="*/ 230827 w 615699"/>
                  <a:gd name="connsiteY181" fmla="*/ 159040 h 979089"/>
                  <a:gd name="connsiteX182" fmla="*/ 206989 w 615699"/>
                  <a:gd name="connsiteY182" fmla="*/ 163808 h 979089"/>
                  <a:gd name="connsiteX183" fmla="*/ 230827 w 615699"/>
                  <a:gd name="connsiteY183" fmla="*/ 182998 h 979089"/>
                  <a:gd name="connsiteX184" fmla="*/ 254666 w 615699"/>
                  <a:gd name="connsiteY184" fmla="*/ 185620 h 979089"/>
                  <a:gd name="connsiteX185" fmla="*/ 242746 w 615699"/>
                  <a:gd name="connsiteY185" fmla="*/ 194679 h 979089"/>
                  <a:gd name="connsiteX186" fmla="*/ 262413 w 615699"/>
                  <a:gd name="connsiteY186" fmla="*/ 206598 h 979089"/>
                  <a:gd name="connsiteX187" fmla="*/ 278385 w 615699"/>
                  <a:gd name="connsiteY187" fmla="*/ 201830 h 979089"/>
                  <a:gd name="connsiteX188" fmla="*/ 306038 w 615699"/>
                  <a:gd name="connsiteY188" fmla="*/ 158802 h 979089"/>
                  <a:gd name="connsiteX189" fmla="*/ 315096 w 615699"/>
                  <a:gd name="connsiteY189" fmla="*/ 138539 h 979089"/>
                  <a:gd name="connsiteX190" fmla="*/ 326181 w 615699"/>
                  <a:gd name="connsiteY190" fmla="*/ 129481 h 979089"/>
                  <a:gd name="connsiteX191" fmla="*/ 334644 w 615699"/>
                  <a:gd name="connsiteY191" fmla="*/ 109337 h 979089"/>
                  <a:gd name="connsiteX192" fmla="*/ 363369 w 615699"/>
                  <a:gd name="connsiteY192" fmla="*/ 100874 h 979089"/>
                  <a:gd name="connsiteX193" fmla="*/ 368137 w 615699"/>
                  <a:gd name="connsiteY193" fmla="*/ 106119 h 979089"/>
                  <a:gd name="connsiteX194" fmla="*/ 371951 w 615699"/>
                  <a:gd name="connsiteY194" fmla="*/ 124236 h 979089"/>
                  <a:gd name="connsiteX195" fmla="*/ 380414 w 615699"/>
                  <a:gd name="connsiteY195" fmla="*/ 132699 h 979089"/>
                  <a:gd name="connsiteX196" fmla="*/ 376123 w 615699"/>
                  <a:gd name="connsiteY196" fmla="*/ 155584 h 979089"/>
                  <a:gd name="connsiteX197" fmla="*/ 399008 w 615699"/>
                  <a:gd name="connsiteY197" fmla="*/ 160351 h 979089"/>
                  <a:gd name="connsiteX198" fmla="*/ 412238 w 615699"/>
                  <a:gd name="connsiteY198" fmla="*/ 172271 h 979089"/>
                  <a:gd name="connsiteX199" fmla="*/ 442632 w 615699"/>
                  <a:gd name="connsiteY199" fmla="*/ 157967 h 979089"/>
                  <a:gd name="connsiteX200" fmla="*/ 463252 w 615699"/>
                  <a:gd name="connsiteY200" fmla="*/ 144141 h 979089"/>
                  <a:gd name="connsiteX201" fmla="*/ 446327 w 615699"/>
                  <a:gd name="connsiteY201" fmla="*/ 139850 h 979089"/>
                  <a:gd name="connsiteX202" fmla="*/ 426660 w 615699"/>
                  <a:gd name="connsiteY202" fmla="*/ 135083 h 979089"/>
                  <a:gd name="connsiteX203" fmla="*/ 422369 w 615699"/>
                  <a:gd name="connsiteY203" fmla="*/ 125547 h 979089"/>
                  <a:gd name="connsiteX204" fmla="*/ 403775 w 615699"/>
                  <a:gd name="connsiteY204" fmla="*/ 118634 h 979089"/>
                  <a:gd name="connsiteX205" fmla="*/ 390545 w 615699"/>
                  <a:gd name="connsiteY205" fmla="*/ 105404 h 979089"/>
                  <a:gd name="connsiteX206" fmla="*/ 385658 w 615699"/>
                  <a:gd name="connsiteY206" fmla="*/ 91577 h 979089"/>
                  <a:gd name="connsiteX207" fmla="*/ 368733 w 615699"/>
                  <a:gd name="connsiteY207" fmla="*/ 80969 h 979089"/>
                  <a:gd name="connsiteX208" fmla="*/ 356814 w 615699"/>
                  <a:gd name="connsiteY208" fmla="*/ 78228 h 979089"/>
                  <a:gd name="connsiteX209" fmla="*/ 349817 w 615699"/>
                  <a:gd name="connsiteY209" fmla="*/ 80103 h 979089"/>
                  <a:gd name="connsiteX210" fmla="*/ 347278 w 615699"/>
                  <a:gd name="connsiteY210" fmla="*/ 75129 h 979089"/>
                  <a:gd name="connsiteX211" fmla="*/ 324989 w 615699"/>
                  <a:gd name="connsiteY211" fmla="*/ 70838 h 979089"/>
                  <a:gd name="connsiteX212" fmla="*/ 315454 w 615699"/>
                  <a:gd name="connsiteY212" fmla="*/ 52244 h 979089"/>
                  <a:gd name="connsiteX213" fmla="*/ 295787 w 615699"/>
                  <a:gd name="connsiteY213" fmla="*/ 60707 h 979089"/>
                  <a:gd name="connsiteX214" fmla="*/ 302104 w 615699"/>
                  <a:gd name="connsiteY214" fmla="*/ 43662 h 979089"/>
                  <a:gd name="connsiteX215" fmla="*/ 277074 w 615699"/>
                  <a:gd name="connsiteY215" fmla="*/ 35199 h 979089"/>
                  <a:gd name="connsiteX216" fmla="*/ 264320 w 615699"/>
                  <a:gd name="connsiteY216" fmla="*/ 23995 h 979089"/>
                  <a:gd name="connsiteX217" fmla="*/ 258480 w 615699"/>
                  <a:gd name="connsiteY217" fmla="*/ 35914 h 979089"/>
                  <a:gd name="connsiteX218" fmla="*/ 255381 w 615699"/>
                  <a:gd name="connsiteY218" fmla="*/ 46999 h 979089"/>
                  <a:gd name="connsiteX219" fmla="*/ 270280 w 615699"/>
                  <a:gd name="connsiteY219" fmla="*/ 82757 h 979089"/>
                  <a:gd name="connsiteX220" fmla="*/ 243700 w 615699"/>
                  <a:gd name="connsiteY220" fmla="*/ 52482 h 979089"/>
                  <a:gd name="connsiteX221" fmla="*/ 227132 w 615699"/>
                  <a:gd name="connsiteY221" fmla="*/ 40563 h 979089"/>
                  <a:gd name="connsiteX222" fmla="*/ 217597 w 615699"/>
                  <a:gd name="connsiteY222" fmla="*/ 59634 h 979089"/>
                  <a:gd name="connsiteX223" fmla="*/ 211280 w 615699"/>
                  <a:gd name="connsiteY223" fmla="*/ 63925 h 979089"/>
                  <a:gd name="connsiteX224" fmla="*/ 193162 w 615699"/>
                  <a:gd name="connsiteY224" fmla="*/ 49502 h 979089"/>
                  <a:gd name="connsiteX225" fmla="*/ 213425 w 615699"/>
                  <a:gd name="connsiteY225" fmla="*/ 42112 h 979089"/>
                  <a:gd name="connsiteX226" fmla="*/ 199599 w 615699"/>
                  <a:gd name="connsiteY226" fmla="*/ 37345 h 979089"/>
                  <a:gd name="connsiteX227" fmla="*/ 179336 w 615699"/>
                  <a:gd name="connsiteY227" fmla="*/ 40563 h 979089"/>
                  <a:gd name="connsiteX228" fmla="*/ 162411 w 615699"/>
                  <a:gd name="connsiteY228" fmla="*/ 38894 h 979089"/>
                  <a:gd name="connsiteX229" fmla="*/ 143221 w 615699"/>
                  <a:gd name="connsiteY229" fmla="*/ 47476 h 979089"/>
                  <a:gd name="connsiteX230" fmla="*/ 143221 w 615699"/>
                  <a:gd name="connsiteY230" fmla="*/ 71315 h 979089"/>
                  <a:gd name="connsiteX231" fmla="*/ 168609 w 615699"/>
                  <a:gd name="connsiteY231" fmla="*/ 68812 h 979089"/>
                  <a:gd name="connsiteX232" fmla="*/ 146677 w 615699"/>
                  <a:gd name="connsiteY232" fmla="*/ 111959 h 979089"/>
                  <a:gd name="connsiteX233" fmla="*/ 163603 w 615699"/>
                  <a:gd name="connsiteY233" fmla="*/ 123878 h 979089"/>
                  <a:gd name="connsiteX234" fmla="*/ 147750 w 615699"/>
                  <a:gd name="connsiteY234" fmla="*/ 103139 h 979089"/>
                  <a:gd name="connsiteX235" fmla="*/ 131778 w 615699"/>
                  <a:gd name="connsiteY235" fmla="*/ 91220 h 979089"/>
                  <a:gd name="connsiteX236" fmla="*/ 146677 w 615699"/>
                  <a:gd name="connsiteY236" fmla="*/ 111959 h 979089"/>
                  <a:gd name="connsiteX237" fmla="*/ 315692 w 615699"/>
                  <a:gd name="connsiteY237" fmla="*/ 25783 h 979089"/>
                  <a:gd name="connsiteX238" fmla="*/ 312951 w 615699"/>
                  <a:gd name="connsiteY238" fmla="*/ 34842 h 979089"/>
                  <a:gd name="connsiteX239" fmla="*/ 400081 w 615699"/>
                  <a:gd name="connsiteY239" fmla="*/ 37464 h 979089"/>
                  <a:gd name="connsiteX240" fmla="*/ 350139 w 615699"/>
                  <a:gd name="connsiteY240" fmla="*/ 54509 h 979089"/>
                  <a:gd name="connsiteX241" fmla="*/ 406517 w 615699"/>
                  <a:gd name="connsiteY241" fmla="*/ 62018 h 979089"/>
                  <a:gd name="connsiteX242" fmla="*/ 435242 w 615699"/>
                  <a:gd name="connsiteY242" fmla="*/ 71553 h 979089"/>
                  <a:gd name="connsiteX243" fmla="*/ 462299 w 615699"/>
                  <a:gd name="connsiteY243" fmla="*/ 64640 h 979089"/>
                  <a:gd name="connsiteX244" fmla="*/ 493289 w 615699"/>
                  <a:gd name="connsiteY244" fmla="*/ 51052 h 979089"/>
                  <a:gd name="connsiteX245" fmla="*/ 526186 w 615699"/>
                  <a:gd name="connsiteY245" fmla="*/ 23995 h 979089"/>
                  <a:gd name="connsiteX246" fmla="*/ 478509 w 615699"/>
                  <a:gd name="connsiteY246" fmla="*/ 15533 h 979089"/>
                  <a:gd name="connsiteX247" fmla="*/ 442751 w 615699"/>
                  <a:gd name="connsiteY247" fmla="*/ 11718 h 979089"/>
                  <a:gd name="connsiteX248" fmla="*/ 429402 w 615699"/>
                  <a:gd name="connsiteY248" fmla="*/ 18155 h 979089"/>
                  <a:gd name="connsiteX249" fmla="*/ 415575 w 615699"/>
                  <a:gd name="connsiteY249" fmla="*/ 2779 h 979089"/>
                  <a:gd name="connsiteX250" fmla="*/ 411404 w 615699"/>
                  <a:gd name="connsiteY250" fmla="*/ 26617 h 979089"/>
                  <a:gd name="connsiteX251" fmla="*/ 392214 w 615699"/>
                  <a:gd name="connsiteY251" fmla="*/ 16009 h 979089"/>
                  <a:gd name="connsiteX252" fmla="*/ 372547 w 615699"/>
                  <a:gd name="connsiteY252" fmla="*/ 14937 h 979089"/>
                  <a:gd name="connsiteX253" fmla="*/ 346563 w 615699"/>
                  <a:gd name="connsiteY253" fmla="*/ 38 h 979089"/>
                  <a:gd name="connsiteX254" fmla="*/ 348112 w 615699"/>
                  <a:gd name="connsiteY254" fmla="*/ 10646 h 979089"/>
                  <a:gd name="connsiteX255" fmla="*/ 330591 w 615699"/>
                  <a:gd name="connsiteY255" fmla="*/ 5878 h 979089"/>
                  <a:gd name="connsiteX256" fmla="*/ 330591 w 615699"/>
                  <a:gd name="connsiteY256" fmla="*/ 19108 h 979089"/>
                  <a:gd name="connsiteX257" fmla="*/ 312593 w 615699"/>
                  <a:gd name="connsiteY257" fmla="*/ 6355 h 979089"/>
                  <a:gd name="connsiteX258" fmla="*/ 302462 w 615699"/>
                  <a:gd name="connsiteY258" fmla="*/ 15413 h 979089"/>
                  <a:gd name="connsiteX259" fmla="*/ 315811 w 615699"/>
                  <a:gd name="connsiteY259" fmla="*/ 25783 h 97908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 ang="0">
                    <a:pos x="connsiteX168" y="connsiteY168"/>
                  </a:cxn>
                  <a:cxn ang="0">
                    <a:pos x="connsiteX169" y="connsiteY169"/>
                  </a:cxn>
                  <a:cxn ang="0">
                    <a:pos x="connsiteX170" y="connsiteY170"/>
                  </a:cxn>
                  <a:cxn ang="0">
                    <a:pos x="connsiteX171" y="connsiteY171"/>
                  </a:cxn>
                  <a:cxn ang="0">
                    <a:pos x="connsiteX172" y="connsiteY172"/>
                  </a:cxn>
                  <a:cxn ang="0">
                    <a:pos x="connsiteX173" y="connsiteY173"/>
                  </a:cxn>
                  <a:cxn ang="0">
                    <a:pos x="connsiteX174" y="connsiteY174"/>
                  </a:cxn>
                  <a:cxn ang="0">
                    <a:pos x="connsiteX175" y="connsiteY175"/>
                  </a:cxn>
                  <a:cxn ang="0">
                    <a:pos x="connsiteX176" y="connsiteY176"/>
                  </a:cxn>
                  <a:cxn ang="0">
                    <a:pos x="connsiteX177" y="connsiteY177"/>
                  </a:cxn>
                  <a:cxn ang="0">
                    <a:pos x="connsiteX178" y="connsiteY178"/>
                  </a:cxn>
                  <a:cxn ang="0">
                    <a:pos x="connsiteX179" y="connsiteY179"/>
                  </a:cxn>
                  <a:cxn ang="0">
                    <a:pos x="connsiteX180" y="connsiteY180"/>
                  </a:cxn>
                  <a:cxn ang="0">
                    <a:pos x="connsiteX181" y="connsiteY181"/>
                  </a:cxn>
                  <a:cxn ang="0">
                    <a:pos x="connsiteX182" y="connsiteY182"/>
                  </a:cxn>
                  <a:cxn ang="0">
                    <a:pos x="connsiteX183" y="connsiteY183"/>
                  </a:cxn>
                  <a:cxn ang="0">
                    <a:pos x="connsiteX184" y="connsiteY184"/>
                  </a:cxn>
                  <a:cxn ang="0">
                    <a:pos x="connsiteX185" y="connsiteY185"/>
                  </a:cxn>
                  <a:cxn ang="0">
                    <a:pos x="connsiteX186" y="connsiteY186"/>
                  </a:cxn>
                  <a:cxn ang="0">
                    <a:pos x="connsiteX187" y="connsiteY187"/>
                  </a:cxn>
                  <a:cxn ang="0">
                    <a:pos x="connsiteX188" y="connsiteY188"/>
                  </a:cxn>
                  <a:cxn ang="0">
                    <a:pos x="connsiteX189" y="connsiteY189"/>
                  </a:cxn>
                  <a:cxn ang="0">
                    <a:pos x="connsiteX190" y="connsiteY190"/>
                  </a:cxn>
                  <a:cxn ang="0">
                    <a:pos x="connsiteX191" y="connsiteY191"/>
                  </a:cxn>
                  <a:cxn ang="0">
                    <a:pos x="connsiteX192" y="connsiteY192"/>
                  </a:cxn>
                  <a:cxn ang="0">
                    <a:pos x="connsiteX193" y="connsiteY193"/>
                  </a:cxn>
                  <a:cxn ang="0">
                    <a:pos x="connsiteX194" y="connsiteY194"/>
                  </a:cxn>
                  <a:cxn ang="0">
                    <a:pos x="connsiteX195" y="connsiteY195"/>
                  </a:cxn>
                  <a:cxn ang="0">
                    <a:pos x="connsiteX196" y="connsiteY196"/>
                  </a:cxn>
                  <a:cxn ang="0">
                    <a:pos x="connsiteX197" y="connsiteY197"/>
                  </a:cxn>
                  <a:cxn ang="0">
                    <a:pos x="connsiteX198" y="connsiteY198"/>
                  </a:cxn>
                  <a:cxn ang="0">
                    <a:pos x="connsiteX199" y="connsiteY199"/>
                  </a:cxn>
                  <a:cxn ang="0">
                    <a:pos x="connsiteX200" y="connsiteY200"/>
                  </a:cxn>
                  <a:cxn ang="0">
                    <a:pos x="connsiteX201" y="connsiteY201"/>
                  </a:cxn>
                  <a:cxn ang="0">
                    <a:pos x="connsiteX202" y="connsiteY202"/>
                  </a:cxn>
                  <a:cxn ang="0">
                    <a:pos x="connsiteX203" y="connsiteY203"/>
                  </a:cxn>
                  <a:cxn ang="0">
                    <a:pos x="connsiteX204" y="connsiteY204"/>
                  </a:cxn>
                  <a:cxn ang="0">
                    <a:pos x="connsiteX205" y="connsiteY205"/>
                  </a:cxn>
                  <a:cxn ang="0">
                    <a:pos x="connsiteX206" y="connsiteY206"/>
                  </a:cxn>
                  <a:cxn ang="0">
                    <a:pos x="connsiteX207" y="connsiteY207"/>
                  </a:cxn>
                  <a:cxn ang="0">
                    <a:pos x="connsiteX208" y="connsiteY208"/>
                  </a:cxn>
                  <a:cxn ang="0">
                    <a:pos x="connsiteX209" y="connsiteY209"/>
                  </a:cxn>
                  <a:cxn ang="0">
                    <a:pos x="connsiteX210" y="connsiteY210"/>
                  </a:cxn>
                  <a:cxn ang="0">
                    <a:pos x="connsiteX211" y="connsiteY211"/>
                  </a:cxn>
                  <a:cxn ang="0">
                    <a:pos x="connsiteX212" y="connsiteY212"/>
                  </a:cxn>
                  <a:cxn ang="0">
                    <a:pos x="connsiteX213" y="connsiteY213"/>
                  </a:cxn>
                  <a:cxn ang="0">
                    <a:pos x="connsiteX214" y="connsiteY214"/>
                  </a:cxn>
                  <a:cxn ang="0">
                    <a:pos x="connsiteX215" y="connsiteY215"/>
                  </a:cxn>
                  <a:cxn ang="0">
                    <a:pos x="connsiteX216" y="connsiteY216"/>
                  </a:cxn>
                  <a:cxn ang="0">
                    <a:pos x="connsiteX217" y="connsiteY217"/>
                  </a:cxn>
                  <a:cxn ang="0">
                    <a:pos x="connsiteX218" y="connsiteY218"/>
                  </a:cxn>
                  <a:cxn ang="0">
                    <a:pos x="connsiteX219" y="connsiteY219"/>
                  </a:cxn>
                  <a:cxn ang="0">
                    <a:pos x="connsiteX220" y="connsiteY220"/>
                  </a:cxn>
                  <a:cxn ang="0">
                    <a:pos x="connsiteX221" y="connsiteY221"/>
                  </a:cxn>
                  <a:cxn ang="0">
                    <a:pos x="connsiteX222" y="connsiteY222"/>
                  </a:cxn>
                  <a:cxn ang="0">
                    <a:pos x="connsiteX223" y="connsiteY223"/>
                  </a:cxn>
                  <a:cxn ang="0">
                    <a:pos x="connsiteX224" y="connsiteY224"/>
                  </a:cxn>
                  <a:cxn ang="0">
                    <a:pos x="connsiteX225" y="connsiteY225"/>
                  </a:cxn>
                  <a:cxn ang="0">
                    <a:pos x="connsiteX226" y="connsiteY226"/>
                  </a:cxn>
                  <a:cxn ang="0">
                    <a:pos x="connsiteX227" y="connsiteY227"/>
                  </a:cxn>
                  <a:cxn ang="0">
                    <a:pos x="connsiteX228" y="connsiteY228"/>
                  </a:cxn>
                  <a:cxn ang="0">
                    <a:pos x="connsiteX229" y="connsiteY229"/>
                  </a:cxn>
                  <a:cxn ang="0">
                    <a:pos x="connsiteX230" y="connsiteY230"/>
                  </a:cxn>
                  <a:cxn ang="0">
                    <a:pos x="connsiteX231" y="connsiteY231"/>
                  </a:cxn>
                  <a:cxn ang="0">
                    <a:pos x="connsiteX232" y="connsiteY232"/>
                  </a:cxn>
                  <a:cxn ang="0">
                    <a:pos x="connsiteX233" y="connsiteY233"/>
                  </a:cxn>
                  <a:cxn ang="0">
                    <a:pos x="connsiteX234" y="connsiteY234"/>
                  </a:cxn>
                  <a:cxn ang="0">
                    <a:pos x="connsiteX235" y="connsiteY235"/>
                  </a:cxn>
                  <a:cxn ang="0">
                    <a:pos x="connsiteX236" y="connsiteY236"/>
                  </a:cxn>
                  <a:cxn ang="0">
                    <a:pos x="connsiteX237" y="connsiteY237"/>
                  </a:cxn>
                  <a:cxn ang="0">
                    <a:pos x="connsiteX238" y="connsiteY238"/>
                  </a:cxn>
                  <a:cxn ang="0">
                    <a:pos x="connsiteX239" y="connsiteY239"/>
                  </a:cxn>
                  <a:cxn ang="0">
                    <a:pos x="connsiteX240" y="connsiteY240"/>
                  </a:cxn>
                  <a:cxn ang="0">
                    <a:pos x="connsiteX241" y="connsiteY241"/>
                  </a:cxn>
                  <a:cxn ang="0">
                    <a:pos x="connsiteX242" y="connsiteY242"/>
                  </a:cxn>
                  <a:cxn ang="0">
                    <a:pos x="connsiteX243" y="connsiteY243"/>
                  </a:cxn>
                  <a:cxn ang="0">
                    <a:pos x="connsiteX244" y="connsiteY244"/>
                  </a:cxn>
                  <a:cxn ang="0">
                    <a:pos x="connsiteX245" y="connsiteY245"/>
                  </a:cxn>
                  <a:cxn ang="0">
                    <a:pos x="connsiteX246" y="connsiteY246"/>
                  </a:cxn>
                  <a:cxn ang="0">
                    <a:pos x="connsiteX247" y="connsiteY247"/>
                  </a:cxn>
                  <a:cxn ang="0">
                    <a:pos x="connsiteX248" y="connsiteY248"/>
                  </a:cxn>
                  <a:cxn ang="0">
                    <a:pos x="connsiteX249" y="connsiteY249"/>
                  </a:cxn>
                  <a:cxn ang="0">
                    <a:pos x="connsiteX250" y="connsiteY250"/>
                  </a:cxn>
                  <a:cxn ang="0">
                    <a:pos x="connsiteX251" y="connsiteY251"/>
                  </a:cxn>
                  <a:cxn ang="0">
                    <a:pos x="connsiteX252" y="connsiteY252"/>
                  </a:cxn>
                  <a:cxn ang="0">
                    <a:pos x="connsiteX253" y="connsiteY253"/>
                  </a:cxn>
                  <a:cxn ang="0">
                    <a:pos x="connsiteX254" y="connsiteY254"/>
                  </a:cxn>
                  <a:cxn ang="0">
                    <a:pos x="connsiteX255" y="connsiteY255"/>
                  </a:cxn>
                  <a:cxn ang="0">
                    <a:pos x="connsiteX256" y="connsiteY256"/>
                  </a:cxn>
                  <a:cxn ang="0">
                    <a:pos x="connsiteX257" y="connsiteY257"/>
                  </a:cxn>
                  <a:cxn ang="0">
                    <a:pos x="connsiteX258" y="connsiteY258"/>
                  </a:cxn>
                  <a:cxn ang="0">
                    <a:pos x="connsiteX259" y="connsiteY259"/>
                  </a:cxn>
                </a:cxnLst>
                <a:rect l="l" t="t" r="r" b="b"/>
                <a:pathLst>
                  <a:path w="615699" h="979089">
                    <a:moveTo>
                      <a:pt x="597106" y="523054"/>
                    </a:moveTo>
                    <a:cubicBezTo>
                      <a:pt x="595675" y="528417"/>
                      <a:pt x="586140" y="527345"/>
                      <a:pt x="586497" y="521981"/>
                    </a:cubicBezTo>
                    <a:cubicBezTo>
                      <a:pt x="586855" y="516617"/>
                      <a:pt x="571598" y="512446"/>
                      <a:pt x="570883" y="510062"/>
                    </a:cubicBezTo>
                    <a:cubicBezTo>
                      <a:pt x="570168" y="507678"/>
                      <a:pt x="577200" y="507916"/>
                      <a:pt x="582802" y="511134"/>
                    </a:cubicBezTo>
                    <a:cubicBezTo>
                      <a:pt x="588404" y="514353"/>
                      <a:pt x="592338" y="512207"/>
                      <a:pt x="598774" y="506248"/>
                    </a:cubicBezTo>
                    <a:cubicBezTo>
                      <a:pt x="605211" y="500288"/>
                      <a:pt x="613912" y="505175"/>
                      <a:pt x="614984" y="499811"/>
                    </a:cubicBezTo>
                    <a:cubicBezTo>
                      <a:pt x="616057" y="494447"/>
                      <a:pt x="604734" y="490991"/>
                      <a:pt x="603065" y="487892"/>
                    </a:cubicBezTo>
                    <a:cubicBezTo>
                      <a:pt x="598453" y="482986"/>
                      <a:pt x="591706" y="480706"/>
                      <a:pt x="585067" y="481813"/>
                    </a:cubicBezTo>
                    <a:cubicBezTo>
                      <a:pt x="577200" y="483243"/>
                      <a:pt x="576843" y="480144"/>
                      <a:pt x="572313" y="475853"/>
                    </a:cubicBezTo>
                    <a:cubicBezTo>
                      <a:pt x="567784" y="471563"/>
                      <a:pt x="553481" y="478714"/>
                      <a:pt x="553481" y="488607"/>
                    </a:cubicBezTo>
                    <a:cubicBezTo>
                      <a:pt x="553481" y="498500"/>
                      <a:pt x="544661" y="495997"/>
                      <a:pt x="547760" y="490753"/>
                    </a:cubicBezTo>
                    <a:cubicBezTo>
                      <a:pt x="550859" y="485508"/>
                      <a:pt x="543588" y="478833"/>
                      <a:pt x="550621" y="477284"/>
                    </a:cubicBezTo>
                    <a:cubicBezTo>
                      <a:pt x="557653" y="475734"/>
                      <a:pt x="553839" y="465365"/>
                      <a:pt x="540727" y="463815"/>
                    </a:cubicBezTo>
                    <a:cubicBezTo>
                      <a:pt x="527616" y="462266"/>
                      <a:pt x="522729" y="473708"/>
                      <a:pt x="525828" y="477284"/>
                    </a:cubicBezTo>
                    <a:cubicBezTo>
                      <a:pt x="528928" y="480860"/>
                      <a:pt x="517008" y="495997"/>
                      <a:pt x="511644" y="495997"/>
                    </a:cubicBezTo>
                    <a:cubicBezTo>
                      <a:pt x="506281" y="495997"/>
                      <a:pt x="512360" y="482886"/>
                      <a:pt x="511644" y="475853"/>
                    </a:cubicBezTo>
                    <a:cubicBezTo>
                      <a:pt x="510929" y="468821"/>
                      <a:pt x="506400" y="472635"/>
                      <a:pt x="496388" y="483959"/>
                    </a:cubicBezTo>
                    <a:cubicBezTo>
                      <a:pt x="486376" y="495282"/>
                      <a:pt x="479105" y="505652"/>
                      <a:pt x="473384" y="506605"/>
                    </a:cubicBezTo>
                    <a:cubicBezTo>
                      <a:pt x="467662" y="507559"/>
                      <a:pt x="468497" y="496355"/>
                      <a:pt x="477675" y="491468"/>
                    </a:cubicBezTo>
                    <a:cubicBezTo>
                      <a:pt x="486853" y="486581"/>
                      <a:pt x="487210" y="472993"/>
                      <a:pt x="493289" y="472993"/>
                    </a:cubicBezTo>
                    <a:cubicBezTo>
                      <a:pt x="499368" y="472993"/>
                      <a:pt x="499248" y="465961"/>
                      <a:pt x="490428" y="463815"/>
                    </a:cubicBezTo>
                    <a:cubicBezTo>
                      <a:pt x="481608" y="461670"/>
                      <a:pt x="480178" y="471563"/>
                      <a:pt x="477317" y="474423"/>
                    </a:cubicBezTo>
                    <a:cubicBezTo>
                      <a:pt x="474456" y="477284"/>
                      <a:pt x="459915" y="469417"/>
                      <a:pt x="460273" y="472278"/>
                    </a:cubicBezTo>
                    <a:cubicBezTo>
                      <a:pt x="460630" y="475138"/>
                      <a:pt x="452525" y="476211"/>
                      <a:pt x="456101" y="481456"/>
                    </a:cubicBezTo>
                    <a:cubicBezTo>
                      <a:pt x="459677" y="486700"/>
                      <a:pt x="454313" y="491468"/>
                      <a:pt x="450737" y="485031"/>
                    </a:cubicBezTo>
                    <a:cubicBezTo>
                      <a:pt x="447161" y="478595"/>
                      <a:pt x="438818" y="483601"/>
                      <a:pt x="434050" y="490753"/>
                    </a:cubicBezTo>
                    <a:cubicBezTo>
                      <a:pt x="429282" y="497904"/>
                      <a:pt x="424157" y="497427"/>
                      <a:pt x="428448" y="499930"/>
                    </a:cubicBezTo>
                    <a:cubicBezTo>
                      <a:pt x="431845" y="502945"/>
                      <a:pt x="432155" y="508143"/>
                      <a:pt x="429140" y="511541"/>
                    </a:cubicBezTo>
                    <a:cubicBezTo>
                      <a:pt x="428269" y="512524"/>
                      <a:pt x="427173" y="513285"/>
                      <a:pt x="425945" y="513757"/>
                    </a:cubicBezTo>
                    <a:cubicBezTo>
                      <a:pt x="419509" y="515545"/>
                      <a:pt x="422012" y="496355"/>
                      <a:pt x="417125" y="498143"/>
                    </a:cubicBezTo>
                    <a:cubicBezTo>
                      <a:pt x="412238" y="499930"/>
                      <a:pt x="415337" y="488965"/>
                      <a:pt x="422012" y="488965"/>
                    </a:cubicBezTo>
                    <a:cubicBezTo>
                      <a:pt x="428245" y="487872"/>
                      <a:pt x="433252" y="483196"/>
                      <a:pt x="434766" y="477045"/>
                    </a:cubicBezTo>
                    <a:cubicBezTo>
                      <a:pt x="433574" y="472874"/>
                      <a:pt x="426303" y="473827"/>
                      <a:pt x="426303" y="479191"/>
                    </a:cubicBezTo>
                    <a:cubicBezTo>
                      <a:pt x="426303" y="484555"/>
                      <a:pt x="415695" y="483363"/>
                      <a:pt x="406755" y="483005"/>
                    </a:cubicBezTo>
                    <a:cubicBezTo>
                      <a:pt x="397816" y="482647"/>
                      <a:pt x="398292" y="493375"/>
                      <a:pt x="408186" y="498977"/>
                    </a:cubicBezTo>
                    <a:cubicBezTo>
                      <a:pt x="418078" y="504579"/>
                      <a:pt x="406517" y="508155"/>
                      <a:pt x="401511" y="503983"/>
                    </a:cubicBezTo>
                    <a:cubicBezTo>
                      <a:pt x="395944" y="500592"/>
                      <a:pt x="388960" y="500592"/>
                      <a:pt x="383393" y="503983"/>
                    </a:cubicBezTo>
                    <a:cubicBezTo>
                      <a:pt x="378149" y="506486"/>
                      <a:pt x="396147" y="512803"/>
                      <a:pt x="396862" y="515902"/>
                    </a:cubicBezTo>
                    <a:cubicBezTo>
                      <a:pt x="397577" y="519001"/>
                      <a:pt x="387684" y="511969"/>
                      <a:pt x="385539" y="514472"/>
                    </a:cubicBezTo>
                    <a:cubicBezTo>
                      <a:pt x="383393" y="516975"/>
                      <a:pt x="373620" y="512684"/>
                      <a:pt x="372785" y="506605"/>
                    </a:cubicBezTo>
                    <a:cubicBezTo>
                      <a:pt x="371951" y="500526"/>
                      <a:pt x="356099" y="509108"/>
                      <a:pt x="365038" y="511254"/>
                    </a:cubicBezTo>
                    <a:cubicBezTo>
                      <a:pt x="373977" y="513399"/>
                      <a:pt x="370640" y="519120"/>
                      <a:pt x="370640" y="526868"/>
                    </a:cubicBezTo>
                    <a:cubicBezTo>
                      <a:pt x="370640" y="534615"/>
                      <a:pt x="360389" y="528656"/>
                      <a:pt x="362535" y="521862"/>
                    </a:cubicBezTo>
                    <a:cubicBezTo>
                      <a:pt x="364680" y="515068"/>
                      <a:pt x="356099" y="516617"/>
                      <a:pt x="349066" y="520789"/>
                    </a:cubicBezTo>
                    <a:cubicBezTo>
                      <a:pt x="342034" y="524961"/>
                      <a:pt x="350139" y="513042"/>
                      <a:pt x="347278" y="506963"/>
                    </a:cubicBezTo>
                    <a:cubicBezTo>
                      <a:pt x="344418" y="500884"/>
                      <a:pt x="338100" y="506963"/>
                      <a:pt x="330591" y="508393"/>
                    </a:cubicBezTo>
                    <a:cubicBezTo>
                      <a:pt x="323082" y="509823"/>
                      <a:pt x="319268" y="510181"/>
                      <a:pt x="323916" y="515187"/>
                    </a:cubicBezTo>
                    <a:cubicBezTo>
                      <a:pt x="328565" y="520193"/>
                      <a:pt x="327850" y="527106"/>
                      <a:pt x="321771" y="526153"/>
                    </a:cubicBezTo>
                    <a:cubicBezTo>
                      <a:pt x="315692" y="525199"/>
                      <a:pt x="313308" y="526153"/>
                      <a:pt x="314024" y="531874"/>
                    </a:cubicBezTo>
                    <a:cubicBezTo>
                      <a:pt x="314739" y="537595"/>
                      <a:pt x="306157" y="537834"/>
                      <a:pt x="305442" y="532827"/>
                    </a:cubicBezTo>
                    <a:cubicBezTo>
                      <a:pt x="304727" y="527821"/>
                      <a:pt x="292688" y="529371"/>
                      <a:pt x="289231" y="534973"/>
                    </a:cubicBezTo>
                    <a:cubicBezTo>
                      <a:pt x="285775" y="540575"/>
                      <a:pt x="275763" y="544985"/>
                      <a:pt x="277312" y="551302"/>
                    </a:cubicBezTo>
                    <a:cubicBezTo>
                      <a:pt x="278862" y="557619"/>
                      <a:pt x="286133" y="548084"/>
                      <a:pt x="292450" y="550230"/>
                    </a:cubicBezTo>
                    <a:cubicBezTo>
                      <a:pt x="298767" y="552375"/>
                      <a:pt x="292450" y="555593"/>
                      <a:pt x="295668" y="558692"/>
                    </a:cubicBezTo>
                    <a:cubicBezTo>
                      <a:pt x="298886" y="561791"/>
                      <a:pt x="298528" y="569777"/>
                      <a:pt x="293522" y="565129"/>
                    </a:cubicBezTo>
                    <a:cubicBezTo>
                      <a:pt x="288516" y="560480"/>
                      <a:pt x="282199" y="559050"/>
                      <a:pt x="281603" y="566559"/>
                    </a:cubicBezTo>
                    <a:cubicBezTo>
                      <a:pt x="281007" y="574068"/>
                      <a:pt x="275286" y="565486"/>
                      <a:pt x="270995" y="560123"/>
                    </a:cubicBezTo>
                    <a:cubicBezTo>
                      <a:pt x="266704" y="554759"/>
                      <a:pt x="262532" y="570135"/>
                      <a:pt x="257884" y="566559"/>
                    </a:cubicBezTo>
                    <a:cubicBezTo>
                      <a:pt x="253235" y="562983"/>
                      <a:pt x="267062" y="552017"/>
                      <a:pt x="263605" y="546654"/>
                    </a:cubicBezTo>
                    <a:cubicBezTo>
                      <a:pt x="260148" y="541290"/>
                      <a:pt x="257526" y="549872"/>
                      <a:pt x="249421" y="558573"/>
                    </a:cubicBezTo>
                    <a:cubicBezTo>
                      <a:pt x="241316" y="567274"/>
                      <a:pt x="230231" y="566440"/>
                      <a:pt x="234165" y="570492"/>
                    </a:cubicBezTo>
                    <a:cubicBezTo>
                      <a:pt x="238098" y="574545"/>
                      <a:pt x="226060" y="576452"/>
                      <a:pt x="223914" y="583127"/>
                    </a:cubicBezTo>
                    <a:cubicBezTo>
                      <a:pt x="221768" y="589801"/>
                      <a:pt x="205082" y="592424"/>
                      <a:pt x="194474" y="599456"/>
                    </a:cubicBezTo>
                    <a:cubicBezTo>
                      <a:pt x="183865" y="606488"/>
                      <a:pt x="196619" y="606965"/>
                      <a:pt x="202579" y="600171"/>
                    </a:cubicBezTo>
                    <a:cubicBezTo>
                      <a:pt x="208538" y="593377"/>
                      <a:pt x="210803" y="597430"/>
                      <a:pt x="220338" y="591351"/>
                    </a:cubicBezTo>
                    <a:cubicBezTo>
                      <a:pt x="229874" y="585272"/>
                      <a:pt x="240243" y="580385"/>
                      <a:pt x="244177" y="582888"/>
                    </a:cubicBezTo>
                    <a:cubicBezTo>
                      <a:pt x="248301" y="586271"/>
                      <a:pt x="254380" y="585673"/>
                      <a:pt x="257765" y="581551"/>
                    </a:cubicBezTo>
                    <a:cubicBezTo>
                      <a:pt x="257979" y="581292"/>
                      <a:pt x="258182" y="581023"/>
                      <a:pt x="258361" y="580743"/>
                    </a:cubicBezTo>
                    <a:cubicBezTo>
                      <a:pt x="261007" y="576417"/>
                      <a:pt x="266657" y="575051"/>
                      <a:pt x="270971" y="577694"/>
                    </a:cubicBezTo>
                    <a:cubicBezTo>
                      <a:pt x="271841" y="578222"/>
                      <a:pt x="272616" y="578889"/>
                      <a:pt x="273260" y="579670"/>
                    </a:cubicBezTo>
                    <a:cubicBezTo>
                      <a:pt x="277908" y="583603"/>
                      <a:pt x="265512" y="586702"/>
                      <a:pt x="271114" y="592424"/>
                    </a:cubicBezTo>
                    <a:cubicBezTo>
                      <a:pt x="276716" y="598145"/>
                      <a:pt x="264440" y="601244"/>
                      <a:pt x="264440" y="596357"/>
                    </a:cubicBezTo>
                    <a:cubicBezTo>
                      <a:pt x="264440" y="591470"/>
                      <a:pt x="257288" y="587060"/>
                      <a:pt x="254785" y="591709"/>
                    </a:cubicBezTo>
                    <a:cubicBezTo>
                      <a:pt x="252282" y="596357"/>
                      <a:pt x="248110" y="601244"/>
                      <a:pt x="243462" y="601601"/>
                    </a:cubicBezTo>
                    <a:cubicBezTo>
                      <a:pt x="238813" y="601959"/>
                      <a:pt x="233926" y="610422"/>
                      <a:pt x="233926" y="619004"/>
                    </a:cubicBezTo>
                    <a:cubicBezTo>
                      <a:pt x="233926" y="627585"/>
                      <a:pt x="225821" y="619004"/>
                      <a:pt x="225106" y="626393"/>
                    </a:cubicBezTo>
                    <a:cubicBezTo>
                      <a:pt x="220481" y="638182"/>
                      <a:pt x="212877" y="648563"/>
                      <a:pt x="203055" y="656549"/>
                    </a:cubicBezTo>
                    <a:cubicBezTo>
                      <a:pt x="193162" y="666085"/>
                      <a:pt x="202459" y="668468"/>
                      <a:pt x="199241" y="674309"/>
                    </a:cubicBezTo>
                    <a:cubicBezTo>
                      <a:pt x="196023" y="680149"/>
                      <a:pt x="184342" y="674905"/>
                      <a:pt x="180409" y="677408"/>
                    </a:cubicBezTo>
                    <a:cubicBezTo>
                      <a:pt x="176475" y="679911"/>
                      <a:pt x="182554" y="694810"/>
                      <a:pt x="177310" y="699458"/>
                    </a:cubicBezTo>
                    <a:cubicBezTo>
                      <a:pt x="172065" y="704107"/>
                      <a:pt x="177310" y="710424"/>
                      <a:pt x="177310" y="715669"/>
                    </a:cubicBezTo>
                    <a:cubicBezTo>
                      <a:pt x="177310" y="720913"/>
                      <a:pt x="163484" y="712570"/>
                      <a:pt x="162411" y="717814"/>
                    </a:cubicBezTo>
                    <a:cubicBezTo>
                      <a:pt x="161338" y="723058"/>
                      <a:pt x="149300" y="721747"/>
                      <a:pt x="145724" y="723178"/>
                    </a:cubicBezTo>
                    <a:cubicBezTo>
                      <a:pt x="142148" y="724608"/>
                      <a:pt x="152756" y="733071"/>
                      <a:pt x="159192" y="737957"/>
                    </a:cubicBezTo>
                    <a:cubicBezTo>
                      <a:pt x="165629" y="742844"/>
                      <a:pt x="153114" y="746897"/>
                      <a:pt x="151803" y="741176"/>
                    </a:cubicBezTo>
                    <a:cubicBezTo>
                      <a:pt x="150492" y="735454"/>
                      <a:pt x="141433" y="744751"/>
                      <a:pt x="130467" y="749758"/>
                    </a:cubicBezTo>
                    <a:cubicBezTo>
                      <a:pt x="119501" y="754764"/>
                      <a:pt x="124150" y="764537"/>
                      <a:pt x="115568" y="764895"/>
                    </a:cubicBezTo>
                    <a:cubicBezTo>
                      <a:pt x="106986" y="765253"/>
                      <a:pt x="109609" y="778721"/>
                      <a:pt x="103649" y="783012"/>
                    </a:cubicBezTo>
                    <a:cubicBezTo>
                      <a:pt x="97689" y="787303"/>
                      <a:pt x="99477" y="773119"/>
                      <a:pt x="90538" y="772762"/>
                    </a:cubicBezTo>
                    <a:cubicBezTo>
                      <a:pt x="81598" y="772404"/>
                      <a:pt x="82432" y="778721"/>
                      <a:pt x="87677" y="786230"/>
                    </a:cubicBezTo>
                    <a:cubicBezTo>
                      <a:pt x="92921" y="793740"/>
                      <a:pt x="79572" y="788018"/>
                      <a:pt x="74566" y="794336"/>
                    </a:cubicBezTo>
                    <a:cubicBezTo>
                      <a:pt x="69560" y="800653"/>
                      <a:pt x="55495" y="797554"/>
                      <a:pt x="51562" y="802917"/>
                    </a:cubicBezTo>
                    <a:cubicBezTo>
                      <a:pt x="47628" y="808281"/>
                      <a:pt x="62170" y="808162"/>
                      <a:pt x="64315" y="812453"/>
                    </a:cubicBezTo>
                    <a:cubicBezTo>
                      <a:pt x="66461" y="816744"/>
                      <a:pt x="51562" y="814479"/>
                      <a:pt x="43814" y="812453"/>
                    </a:cubicBezTo>
                    <a:cubicBezTo>
                      <a:pt x="36067" y="810426"/>
                      <a:pt x="38093" y="822346"/>
                      <a:pt x="31061" y="820915"/>
                    </a:cubicBezTo>
                    <a:cubicBezTo>
                      <a:pt x="24028" y="819485"/>
                      <a:pt x="15089" y="826994"/>
                      <a:pt x="20095" y="831881"/>
                    </a:cubicBezTo>
                    <a:cubicBezTo>
                      <a:pt x="25101" y="836768"/>
                      <a:pt x="16162" y="837602"/>
                      <a:pt x="11156" y="834384"/>
                    </a:cubicBezTo>
                    <a:cubicBezTo>
                      <a:pt x="6149" y="831166"/>
                      <a:pt x="1978" y="839033"/>
                      <a:pt x="190" y="844992"/>
                    </a:cubicBezTo>
                    <a:cubicBezTo>
                      <a:pt x="-1598" y="850952"/>
                      <a:pt x="9844" y="854289"/>
                      <a:pt x="9487" y="856912"/>
                    </a:cubicBezTo>
                    <a:cubicBezTo>
                      <a:pt x="9129" y="859534"/>
                      <a:pt x="190" y="864421"/>
                      <a:pt x="6626" y="865851"/>
                    </a:cubicBezTo>
                    <a:cubicBezTo>
                      <a:pt x="13063" y="867281"/>
                      <a:pt x="8414" y="872883"/>
                      <a:pt x="4123" y="874671"/>
                    </a:cubicBezTo>
                    <a:cubicBezTo>
                      <a:pt x="-168" y="876459"/>
                      <a:pt x="-168" y="880631"/>
                      <a:pt x="4123" y="886590"/>
                    </a:cubicBezTo>
                    <a:cubicBezTo>
                      <a:pt x="8414" y="892550"/>
                      <a:pt x="-3267" y="893027"/>
                      <a:pt x="2336" y="901132"/>
                    </a:cubicBezTo>
                    <a:cubicBezTo>
                      <a:pt x="7937" y="909237"/>
                      <a:pt x="12228" y="898986"/>
                      <a:pt x="14255" y="904946"/>
                    </a:cubicBezTo>
                    <a:cubicBezTo>
                      <a:pt x="16281" y="910906"/>
                      <a:pt x="23432" y="905780"/>
                      <a:pt x="31299" y="898629"/>
                    </a:cubicBezTo>
                    <a:cubicBezTo>
                      <a:pt x="39166" y="891477"/>
                      <a:pt x="41907" y="906376"/>
                      <a:pt x="35471" y="906019"/>
                    </a:cubicBezTo>
                    <a:cubicBezTo>
                      <a:pt x="29034" y="905661"/>
                      <a:pt x="21764" y="909595"/>
                      <a:pt x="23552" y="916031"/>
                    </a:cubicBezTo>
                    <a:cubicBezTo>
                      <a:pt x="25340" y="922467"/>
                      <a:pt x="13659" y="921275"/>
                      <a:pt x="14016" y="913528"/>
                    </a:cubicBezTo>
                    <a:cubicBezTo>
                      <a:pt x="14374" y="905780"/>
                      <a:pt x="905" y="914958"/>
                      <a:pt x="5911" y="920560"/>
                    </a:cubicBezTo>
                    <a:cubicBezTo>
                      <a:pt x="10917" y="926162"/>
                      <a:pt x="4123" y="929500"/>
                      <a:pt x="4123" y="934744"/>
                    </a:cubicBezTo>
                    <a:cubicBezTo>
                      <a:pt x="4123" y="939989"/>
                      <a:pt x="13659" y="939035"/>
                      <a:pt x="17592" y="932956"/>
                    </a:cubicBezTo>
                    <a:cubicBezTo>
                      <a:pt x="19213" y="929571"/>
                      <a:pt x="23265" y="928141"/>
                      <a:pt x="26650" y="929762"/>
                    </a:cubicBezTo>
                    <a:cubicBezTo>
                      <a:pt x="28522" y="930656"/>
                      <a:pt x="29881" y="932360"/>
                      <a:pt x="30345" y="934387"/>
                    </a:cubicBezTo>
                    <a:cubicBezTo>
                      <a:pt x="32849" y="940465"/>
                      <a:pt x="24267" y="935817"/>
                      <a:pt x="24267" y="943922"/>
                    </a:cubicBezTo>
                    <a:cubicBezTo>
                      <a:pt x="24267" y="952027"/>
                      <a:pt x="19022" y="944995"/>
                      <a:pt x="14374" y="951431"/>
                    </a:cubicBezTo>
                    <a:cubicBezTo>
                      <a:pt x="9725" y="957867"/>
                      <a:pt x="32491" y="969548"/>
                      <a:pt x="39523" y="971217"/>
                    </a:cubicBezTo>
                    <a:cubicBezTo>
                      <a:pt x="46556" y="972886"/>
                      <a:pt x="53350" y="980871"/>
                      <a:pt x="67533" y="978726"/>
                    </a:cubicBezTo>
                    <a:cubicBezTo>
                      <a:pt x="81717" y="976581"/>
                      <a:pt x="108655" y="950358"/>
                      <a:pt x="112112" y="945710"/>
                    </a:cubicBezTo>
                    <a:cubicBezTo>
                      <a:pt x="115568" y="941061"/>
                      <a:pt x="124031" y="946425"/>
                      <a:pt x="128798" y="942253"/>
                    </a:cubicBezTo>
                    <a:cubicBezTo>
                      <a:pt x="133566" y="938081"/>
                      <a:pt x="130944" y="926997"/>
                      <a:pt x="134877" y="924851"/>
                    </a:cubicBezTo>
                    <a:cubicBezTo>
                      <a:pt x="138811" y="922706"/>
                      <a:pt x="140837" y="936770"/>
                      <a:pt x="144413" y="937962"/>
                    </a:cubicBezTo>
                    <a:cubicBezTo>
                      <a:pt x="147988" y="939154"/>
                      <a:pt x="149895" y="941776"/>
                      <a:pt x="150134" y="948809"/>
                    </a:cubicBezTo>
                    <a:cubicBezTo>
                      <a:pt x="152649" y="948272"/>
                      <a:pt x="155271" y="948654"/>
                      <a:pt x="157524" y="949882"/>
                    </a:cubicBezTo>
                    <a:cubicBezTo>
                      <a:pt x="162172" y="953338"/>
                      <a:pt x="163245" y="938558"/>
                      <a:pt x="163245" y="933910"/>
                    </a:cubicBezTo>
                    <a:cubicBezTo>
                      <a:pt x="163245" y="929261"/>
                      <a:pt x="167774" y="920322"/>
                      <a:pt x="166702" y="914601"/>
                    </a:cubicBezTo>
                    <a:cubicBezTo>
                      <a:pt x="165629" y="908879"/>
                      <a:pt x="180290" y="913409"/>
                      <a:pt x="182673" y="908879"/>
                    </a:cubicBezTo>
                    <a:cubicBezTo>
                      <a:pt x="185057" y="904350"/>
                      <a:pt x="186011" y="888378"/>
                      <a:pt x="181482" y="886114"/>
                    </a:cubicBezTo>
                    <a:cubicBezTo>
                      <a:pt x="176952" y="883849"/>
                      <a:pt x="175760" y="874194"/>
                      <a:pt x="180290" y="874194"/>
                    </a:cubicBezTo>
                    <a:cubicBezTo>
                      <a:pt x="184819" y="874194"/>
                      <a:pt x="190540" y="870738"/>
                      <a:pt x="189467" y="862275"/>
                    </a:cubicBezTo>
                    <a:cubicBezTo>
                      <a:pt x="188395" y="853812"/>
                      <a:pt x="174688" y="854289"/>
                      <a:pt x="173496" y="845111"/>
                    </a:cubicBezTo>
                    <a:cubicBezTo>
                      <a:pt x="172304" y="835934"/>
                      <a:pt x="180290" y="833192"/>
                      <a:pt x="174688" y="822346"/>
                    </a:cubicBezTo>
                    <a:cubicBezTo>
                      <a:pt x="169086" y="811499"/>
                      <a:pt x="176952" y="804109"/>
                      <a:pt x="174688" y="798507"/>
                    </a:cubicBezTo>
                    <a:cubicBezTo>
                      <a:pt x="171112" y="790736"/>
                      <a:pt x="171970" y="781630"/>
                      <a:pt x="176952" y="774669"/>
                    </a:cubicBezTo>
                    <a:cubicBezTo>
                      <a:pt x="181720" y="765706"/>
                      <a:pt x="190683" y="759746"/>
                      <a:pt x="200791" y="758816"/>
                    </a:cubicBezTo>
                    <a:cubicBezTo>
                      <a:pt x="205439" y="759889"/>
                      <a:pt x="213306" y="764418"/>
                      <a:pt x="216763" y="757624"/>
                    </a:cubicBezTo>
                    <a:cubicBezTo>
                      <a:pt x="220219" y="750830"/>
                      <a:pt x="220219" y="745109"/>
                      <a:pt x="216763" y="743917"/>
                    </a:cubicBezTo>
                    <a:cubicBezTo>
                      <a:pt x="213306" y="742725"/>
                      <a:pt x="204843" y="740580"/>
                      <a:pt x="211041" y="731998"/>
                    </a:cubicBezTo>
                    <a:cubicBezTo>
                      <a:pt x="218765" y="723225"/>
                      <a:pt x="224236" y="712713"/>
                      <a:pt x="227013" y="701365"/>
                    </a:cubicBezTo>
                    <a:cubicBezTo>
                      <a:pt x="228205" y="691115"/>
                      <a:pt x="224748" y="683129"/>
                      <a:pt x="228205" y="679672"/>
                    </a:cubicBezTo>
                    <a:cubicBezTo>
                      <a:pt x="231662" y="676216"/>
                      <a:pt x="239528" y="679672"/>
                      <a:pt x="246322" y="675143"/>
                    </a:cubicBezTo>
                    <a:cubicBezTo>
                      <a:pt x="253116" y="670614"/>
                      <a:pt x="247514" y="664893"/>
                      <a:pt x="250971" y="661436"/>
                    </a:cubicBezTo>
                    <a:cubicBezTo>
                      <a:pt x="254427" y="657979"/>
                      <a:pt x="258837" y="646656"/>
                      <a:pt x="263486" y="643200"/>
                    </a:cubicBezTo>
                    <a:cubicBezTo>
                      <a:pt x="268134" y="639743"/>
                      <a:pt x="272545" y="635214"/>
                      <a:pt x="269088" y="631280"/>
                    </a:cubicBezTo>
                    <a:cubicBezTo>
                      <a:pt x="265632" y="627347"/>
                      <a:pt x="276001" y="622222"/>
                      <a:pt x="276001" y="614236"/>
                    </a:cubicBezTo>
                    <a:cubicBezTo>
                      <a:pt x="276001" y="606250"/>
                      <a:pt x="287324" y="600529"/>
                      <a:pt x="294238" y="600529"/>
                    </a:cubicBezTo>
                    <a:cubicBezTo>
                      <a:pt x="301151" y="600529"/>
                      <a:pt x="312355" y="600529"/>
                      <a:pt x="312355" y="593735"/>
                    </a:cubicBezTo>
                    <a:cubicBezTo>
                      <a:pt x="312355" y="586941"/>
                      <a:pt x="307825" y="572161"/>
                      <a:pt x="318076" y="576690"/>
                    </a:cubicBezTo>
                    <a:cubicBezTo>
                      <a:pt x="328326" y="581220"/>
                      <a:pt x="336313" y="575498"/>
                      <a:pt x="343107" y="581220"/>
                    </a:cubicBezTo>
                    <a:cubicBezTo>
                      <a:pt x="349900" y="586941"/>
                      <a:pt x="359078" y="585749"/>
                      <a:pt x="359078" y="576690"/>
                    </a:cubicBezTo>
                    <a:cubicBezTo>
                      <a:pt x="359078" y="567632"/>
                      <a:pt x="362535" y="552852"/>
                      <a:pt x="372666" y="558454"/>
                    </a:cubicBezTo>
                    <a:lnTo>
                      <a:pt x="375050" y="559884"/>
                    </a:lnTo>
                    <a:cubicBezTo>
                      <a:pt x="377243" y="552929"/>
                      <a:pt x="383608" y="548138"/>
                      <a:pt x="390902" y="547965"/>
                    </a:cubicBezTo>
                    <a:cubicBezTo>
                      <a:pt x="400081" y="549157"/>
                      <a:pt x="405683" y="565009"/>
                      <a:pt x="417125" y="567274"/>
                    </a:cubicBezTo>
                    <a:cubicBezTo>
                      <a:pt x="428567" y="569539"/>
                      <a:pt x="439891" y="574187"/>
                      <a:pt x="443347" y="568466"/>
                    </a:cubicBezTo>
                    <a:cubicBezTo>
                      <a:pt x="446804" y="562745"/>
                      <a:pt x="454671" y="571923"/>
                      <a:pt x="461465" y="569658"/>
                    </a:cubicBezTo>
                    <a:cubicBezTo>
                      <a:pt x="468259" y="567393"/>
                      <a:pt x="468378" y="581577"/>
                      <a:pt x="475172" y="572995"/>
                    </a:cubicBezTo>
                    <a:cubicBezTo>
                      <a:pt x="481966" y="564413"/>
                      <a:pt x="473980" y="558215"/>
                      <a:pt x="485422" y="559407"/>
                    </a:cubicBezTo>
                    <a:cubicBezTo>
                      <a:pt x="496865" y="560599"/>
                      <a:pt x="489951" y="547488"/>
                      <a:pt x="489951" y="538906"/>
                    </a:cubicBezTo>
                    <a:cubicBezTo>
                      <a:pt x="489951" y="530324"/>
                      <a:pt x="504731" y="529729"/>
                      <a:pt x="504731" y="522934"/>
                    </a:cubicBezTo>
                    <a:cubicBezTo>
                      <a:pt x="504731" y="516140"/>
                      <a:pt x="525233" y="521743"/>
                      <a:pt x="528570" y="517213"/>
                    </a:cubicBezTo>
                    <a:cubicBezTo>
                      <a:pt x="531907" y="512684"/>
                      <a:pt x="543350" y="509227"/>
                      <a:pt x="547879" y="517213"/>
                    </a:cubicBezTo>
                    <a:cubicBezTo>
                      <a:pt x="552408" y="525199"/>
                      <a:pt x="571718" y="527464"/>
                      <a:pt x="572910" y="534377"/>
                    </a:cubicBezTo>
                    <a:cubicBezTo>
                      <a:pt x="573267" y="538819"/>
                      <a:pt x="573267" y="543284"/>
                      <a:pt x="572910" y="547726"/>
                    </a:cubicBezTo>
                    <a:cubicBezTo>
                      <a:pt x="575770" y="544546"/>
                      <a:pt x="579739" y="542585"/>
                      <a:pt x="583994" y="542244"/>
                    </a:cubicBezTo>
                    <a:cubicBezTo>
                      <a:pt x="591027" y="542244"/>
                      <a:pt x="597463" y="531636"/>
                      <a:pt x="603780" y="533066"/>
                    </a:cubicBezTo>
                    <a:cubicBezTo>
                      <a:pt x="610098" y="534496"/>
                      <a:pt x="614388" y="533066"/>
                      <a:pt x="615700" y="524484"/>
                    </a:cubicBezTo>
                    <a:cubicBezTo>
                      <a:pt x="609263" y="518763"/>
                      <a:pt x="598417" y="518286"/>
                      <a:pt x="597106" y="523054"/>
                    </a:cubicBezTo>
                    <a:close/>
                    <a:moveTo>
                      <a:pt x="168013" y="68812"/>
                    </a:moveTo>
                    <a:cubicBezTo>
                      <a:pt x="178025" y="70957"/>
                      <a:pt x="157286" y="82161"/>
                      <a:pt x="154187" y="92650"/>
                    </a:cubicBezTo>
                    <a:cubicBezTo>
                      <a:pt x="151087" y="103139"/>
                      <a:pt x="170039" y="111721"/>
                      <a:pt x="178025" y="119230"/>
                    </a:cubicBezTo>
                    <a:cubicBezTo>
                      <a:pt x="188311" y="125638"/>
                      <a:pt x="201136" y="126401"/>
                      <a:pt x="212114" y="121256"/>
                    </a:cubicBezTo>
                    <a:cubicBezTo>
                      <a:pt x="219027" y="117085"/>
                      <a:pt x="216882" y="102185"/>
                      <a:pt x="225940" y="102662"/>
                    </a:cubicBezTo>
                    <a:cubicBezTo>
                      <a:pt x="234999" y="103139"/>
                      <a:pt x="230112" y="94676"/>
                      <a:pt x="237859" y="92054"/>
                    </a:cubicBezTo>
                    <a:cubicBezTo>
                      <a:pt x="245607" y="89432"/>
                      <a:pt x="246322" y="98967"/>
                      <a:pt x="239886" y="106476"/>
                    </a:cubicBezTo>
                    <a:cubicBezTo>
                      <a:pt x="233449" y="113985"/>
                      <a:pt x="251090" y="113390"/>
                      <a:pt x="260625" y="104331"/>
                    </a:cubicBezTo>
                    <a:cubicBezTo>
                      <a:pt x="270161" y="95272"/>
                      <a:pt x="272545" y="104331"/>
                      <a:pt x="270280" y="112317"/>
                    </a:cubicBezTo>
                    <a:cubicBezTo>
                      <a:pt x="268015" y="120303"/>
                      <a:pt x="248468" y="116012"/>
                      <a:pt x="241554" y="125547"/>
                    </a:cubicBezTo>
                    <a:cubicBezTo>
                      <a:pt x="234641" y="135083"/>
                      <a:pt x="213425" y="127693"/>
                      <a:pt x="203771" y="138301"/>
                    </a:cubicBezTo>
                    <a:cubicBezTo>
                      <a:pt x="194116" y="148909"/>
                      <a:pt x="212352" y="149505"/>
                      <a:pt x="225583" y="146763"/>
                    </a:cubicBezTo>
                    <a:cubicBezTo>
                      <a:pt x="241292" y="143795"/>
                      <a:pt x="257348" y="143114"/>
                      <a:pt x="273260" y="144737"/>
                    </a:cubicBezTo>
                    <a:cubicBezTo>
                      <a:pt x="282914" y="146763"/>
                      <a:pt x="267419" y="149982"/>
                      <a:pt x="251448" y="149982"/>
                    </a:cubicBezTo>
                    <a:cubicBezTo>
                      <a:pt x="235476" y="149982"/>
                      <a:pt x="230231" y="154749"/>
                      <a:pt x="230827" y="159040"/>
                    </a:cubicBezTo>
                    <a:cubicBezTo>
                      <a:pt x="231423" y="163331"/>
                      <a:pt x="208419" y="154273"/>
                      <a:pt x="206989" y="163808"/>
                    </a:cubicBezTo>
                    <a:cubicBezTo>
                      <a:pt x="205558" y="173343"/>
                      <a:pt x="228324" y="177157"/>
                      <a:pt x="230827" y="182998"/>
                    </a:cubicBezTo>
                    <a:cubicBezTo>
                      <a:pt x="233330" y="188838"/>
                      <a:pt x="248348" y="182998"/>
                      <a:pt x="254666" y="185620"/>
                    </a:cubicBezTo>
                    <a:cubicBezTo>
                      <a:pt x="260983" y="188242"/>
                      <a:pt x="245130" y="191937"/>
                      <a:pt x="242746" y="194679"/>
                    </a:cubicBezTo>
                    <a:cubicBezTo>
                      <a:pt x="240362" y="197420"/>
                      <a:pt x="259195" y="200996"/>
                      <a:pt x="262413" y="206598"/>
                    </a:cubicBezTo>
                    <a:cubicBezTo>
                      <a:pt x="265632" y="212200"/>
                      <a:pt x="278862" y="209220"/>
                      <a:pt x="278385" y="201830"/>
                    </a:cubicBezTo>
                    <a:cubicBezTo>
                      <a:pt x="277670" y="192533"/>
                      <a:pt x="290304" y="164642"/>
                      <a:pt x="306038" y="158802"/>
                    </a:cubicBezTo>
                    <a:cubicBezTo>
                      <a:pt x="321771" y="152961"/>
                      <a:pt x="312951" y="147598"/>
                      <a:pt x="315096" y="138539"/>
                    </a:cubicBezTo>
                    <a:cubicBezTo>
                      <a:pt x="317242" y="129481"/>
                      <a:pt x="329876" y="136990"/>
                      <a:pt x="326181" y="129481"/>
                    </a:cubicBezTo>
                    <a:cubicBezTo>
                      <a:pt x="322486" y="121971"/>
                      <a:pt x="324632" y="118872"/>
                      <a:pt x="334644" y="109337"/>
                    </a:cubicBezTo>
                    <a:cubicBezTo>
                      <a:pt x="344656" y="99802"/>
                      <a:pt x="351212" y="106715"/>
                      <a:pt x="363369" y="100874"/>
                    </a:cubicBezTo>
                    <a:cubicBezTo>
                      <a:pt x="375527" y="95034"/>
                      <a:pt x="381487" y="105046"/>
                      <a:pt x="368137" y="106119"/>
                    </a:cubicBezTo>
                    <a:cubicBezTo>
                      <a:pt x="356217" y="107072"/>
                      <a:pt x="362296" y="120541"/>
                      <a:pt x="371951" y="124236"/>
                    </a:cubicBezTo>
                    <a:cubicBezTo>
                      <a:pt x="381606" y="127931"/>
                      <a:pt x="372905" y="131149"/>
                      <a:pt x="380414" y="132699"/>
                    </a:cubicBezTo>
                    <a:cubicBezTo>
                      <a:pt x="387923" y="134248"/>
                      <a:pt x="385658" y="145452"/>
                      <a:pt x="376123" y="155584"/>
                    </a:cubicBezTo>
                    <a:cubicBezTo>
                      <a:pt x="366588" y="165715"/>
                      <a:pt x="378864" y="167503"/>
                      <a:pt x="399008" y="160351"/>
                    </a:cubicBezTo>
                    <a:cubicBezTo>
                      <a:pt x="419151" y="153200"/>
                      <a:pt x="406398" y="166669"/>
                      <a:pt x="412238" y="172271"/>
                    </a:cubicBezTo>
                    <a:cubicBezTo>
                      <a:pt x="418078" y="177873"/>
                      <a:pt x="434050" y="168099"/>
                      <a:pt x="442632" y="157967"/>
                    </a:cubicBezTo>
                    <a:cubicBezTo>
                      <a:pt x="451214" y="147836"/>
                      <a:pt x="463848" y="149505"/>
                      <a:pt x="463252" y="144141"/>
                    </a:cubicBezTo>
                    <a:cubicBezTo>
                      <a:pt x="462657" y="138778"/>
                      <a:pt x="453717" y="136751"/>
                      <a:pt x="446327" y="139850"/>
                    </a:cubicBezTo>
                    <a:cubicBezTo>
                      <a:pt x="438937" y="142949"/>
                      <a:pt x="420224" y="140923"/>
                      <a:pt x="426660" y="135083"/>
                    </a:cubicBezTo>
                    <a:cubicBezTo>
                      <a:pt x="433097" y="129242"/>
                      <a:pt x="431905" y="124474"/>
                      <a:pt x="422369" y="125547"/>
                    </a:cubicBezTo>
                    <a:cubicBezTo>
                      <a:pt x="412834" y="126620"/>
                      <a:pt x="395789" y="121852"/>
                      <a:pt x="403775" y="118634"/>
                    </a:cubicBezTo>
                    <a:cubicBezTo>
                      <a:pt x="411761" y="115416"/>
                      <a:pt x="397935" y="104808"/>
                      <a:pt x="390545" y="105404"/>
                    </a:cubicBezTo>
                    <a:cubicBezTo>
                      <a:pt x="383155" y="106000"/>
                      <a:pt x="385181" y="97418"/>
                      <a:pt x="385658" y="91577"/>
                    </a:cubicBezTo>
                    <a:cubicBezTo>
                      <a:pt x="386135" y="85737"/>
                      <a:pt x="364442" y="82995"/>
                      <a:pt x="368733" y="80969"/>
                    </a:cubicBezTo>
                    <a:cubicBezTo>
                      <a:pt x="373024" y="78943"/>
                      <a:pt x="359674" y="74056"/>
                      <a:pt x="356814" y="78228"/>
                    </a:cubicBezTo>
                    <a:cubicBezTo>
                      <a:pt x="355395" y="80678"/>
                      <a:pt x="352260" y="81519"/>
                      <a:pt x="349817" y="80103"/>
                    </a:cubicBezTo>
                    <a:cubicBezTo>
                      <a:pt x="348065" y="79091"/>
                      <a:pt x="347064" y="77142"/>
                      <a:pt x="347278" y="75129"/>
                    </a:cubicBezTo>
                    <a:cubicBezTo>
                      <a:pt x="347278" y="68692"/>
                      <a:pt x="331306" y="70242"/>
                      <a:pt x="324989" y="70838"/>
                    </a:cubicBezTo>
                    <a:cubicBezTo>
                      <a:pt x="318672" y="71434"/>
                      <a:pt x="321771" y="57012"/>
                      <a:pt x="315454" y="52244"/>
                    </a:cubicBezTo>
                    <a:cubicBezTo>
                      <a:pt x="309137" y="47476"/>
                      <a:pt x="300555" y="61779"/>
                      <a:pt x="295787" y="60707"/>
                    </a:cubicBezTo>
                    <a:cubicBezTo>
                      <a:pt x="291019" y="59634"/>
                      <a:pt x="299482" y="50098"/>
                      <a:pt x="302104" y="43662"/>
                    </a:cubicBezTo>
                    <a:cubicBezTo>
                      <a:pt x="304727" y="37226"/>
                      <a:pt x="279815" y="28882"/>
                      <a:pt x="277074" y="35199"/>
                    </a:cubicBezTo>
                    <a:cubicBezTo>
                      <a:pt x="274332" y="41517"/>
                      <a:pt x="269684" y="25664"/>
                      <a:pt x="264320" y="23995"/>
                    </a:cubicBezTo>
                    <a:cubicBezTo>
                      <a:pt x="258957" y="22327"/>
                      <a:pt x="263367" y="34723"/>
                      <a:pt x="258480" y="35914"/>
                    </a:cubicBezTo>
                    <a:cubicBezTo>
                      <a:pt x="253593" y="37106"/>
                      <a:pt x="247395" y="41755"/>
                      <a:pt x="255381" y="46999"/>
                    </a:cubicBezTo>
                    <a:cubicBezTo>
                      <a:pt x="263808" y="57165"/>
                      <a:pt x="268993" y="69619"/>
                      <a:pt x="270280" y="82757"/>
                    </a:cubicBezTo>
                    <a:cubicBezTo>
                      <a:pt x="269207" y="87048"/>
                      <a:pt x="244773" y="63686"/>
                      <a:pt x="243700" y="52482"/>
                    </a:cubicBezTo>
                    <a:cubicBezTo>
                      <a:pt x="242627" y="41278"/>
                      <a:pt x="230350" y="32339"/>
                      <a:pt x="227132" y="40563"/>
                    </a:cubicBezTo>
                    <a:cubicBezTo>
                      <a:pt x="223914" y="48787"/>
                      <a:pt x="215213" y="51648"/>
                      <a:pt x="217597" y="59634"/>
                    </a:cubicBezTo>
                    <a:cubicBezTo>
                      <a:pt x="219981" y="67620"/>
                      <a:pt x="211280" y="70242"/>
                      <a:pt x="211280" y="63925"/>
                    </a:cubicBezTo>
                    <a:cubicBezTo>
                      <a:pt x="211280" y="57607"/>
                      <a:pt x="197930" y="50098"/>
                      <a:pt x="193162" y="49502"/>
                    </a:cubicBezTo>
                    <a:cubicBezTo>
                      <a:pt x="188395" y="48906"/>
                      <a:pt x="205082" y="45807"/>
                      <a:pt x="213425" y="42112"/>
                    </a:cubicBezTo>
                    <a:cubicBezTo>
                      <a:pt x="221768" y="38418"/>
                      <a:pt x="206512" y="33054"/>
                      <a:pt x="199599" y="37345"/>
                    </a:cubicBezTo>
                    <a:cubicBezTo>
                      <a:pt x="192685" y="41636"/>
                      <a:pt x="183627" y="34723"/>
                      <a:pt x="179336" y="40563"/>
                    </a:cubicBezTo>
                    <a:cubicBezTo>
                      <a:pt x="175045" y="46403"/>
                      <a:pt x="169801" y="40563"/>
                      <a:pt x="162411" y="38894"/>
                    </a:cubicBezTo>
                    <a:cubicBezTo>
                      <a:pt x="155021" y="37226"/>
                      <a:pt x="148584" y="49502"/>
                      <a:pt x="143221" y="47476"/>
                    </a:cubicBezTo>
                    <a:cubicBezTo>
                      <a:pt x="137857" y="45450"/>
                      <a:pt x="134758" y="58084"/>
                      <a:pt x="143221" y="71315"/>
                    </a:cubicBezTo>
                    <a:cubicBezTo>
                      <a:pt x="151684" y="84545"/>
                      <a:pt x="158597" y="66785"/>
                      <a:pt x="168609" y="68812"/>
                    </a:cubicBezTo>
                    <a:close/>
                    <a:moveTo>
                      <a:pt x="146677" y="111959"/>
                    </a:moveTo>
                    <a:cubicBezTo>
                      <a:pt x="152995" y="113509"/>
                      <a:pt x="157762" y="123878"/>
                      <a:pt x="163603" y="123878"/>
                    </a:cubicBezTo>
                    <a:cubicBezTo>
                      <a:pt x="166344" y="123878"/>
                      <a:pt x="154663" y="110529"/>
                      <a:pt x="147750" y="103139"/>
                    </a:cubicBezTo>
                    <a:cubicBezTo>
                      <a:pt x="140837" y="95749"/>
                      <a:pt x="141314" y="88240"/>
                      <a:pt x="131778" y="91220"/>
                    </a:cubicBezTo>
                    <a:cubicBezTo>
                      <a:pt x="122243" y="94200"/>
                      <a:pt x="140360" y="110648"/>
                      <a:pt x="146677" y="111959"/>
                    </a:cubicBezTo>
                    <a:close/>
                    <a:moveTo>
                      <a:pt x="315692" y="25783"/>
                    </a:moveTo>
                    <a:cubicBezTo>
                      <a:pt x="320460" y="29597"/>
                      <a:pt x="307825" y="29597"/>
                      <a:pt x="312951" y="34842"/>
                    </a:cubicBezTo>
                    <a:cubicBezTo>
                      <a:pt x="328923" y="50814"/>
                      <a:pt x="391618" y="32696"/>
                      <a:pt x="400081" y="37464"/>
                    </a:cubicBezTo>
                    <a:cubicBezTo>
                      <a:pt x="408543" y="42232"/>
                      <a:pt x="347517" y="48191"/>
                      <a:pt x="350139" y="54509"/>
                    </a:cubicBezTo>
                    <a:cubicBezTo>
                      <a:pt x="352761" y="60826"/>
                      <a:pt x="402822" y="66428"/>
                      <a:pt x="406517" y="62018"/>
                    </a:cubicBezTo>
                    <a:cubicBezTo>
                      <a:pt x="410212" y="57607"/>
                      <a:pt x="418436" y="70480"/>
                      <a:pt x="435242" y="71553"/>
                    </a:cubicBezTo>
                    <a:cubicBezTo>
                      <a:pt x="452048" y="72626"/>
                      <a:pt x="450141" y="65117"/>
                      <a:pt x="462299" y="64640"/>
                    </a:cubicBezTo>
                    <a:cubicBezTo>
                      <a:pt x="474456" y="64163"/>
                      <a:pt x="492335" y="58203"/>
                      <a:pt x="493289" y="51052"/>
                    </a:cubicBezTo>
                    <a:cubicBezTo>
                      <a:pt x="494242" y="43900"/>
                      <a:pt x="529046" y="35676"/>
                      <a:pt x="526186" y="23995"/>
                    </a:cubicBezTo>
                    <a:cubicBezTo>
                      <a:pt x="523325" y="12314"/>
                      <a:pt x="488521" y="20300"/>
                      <a:pt x="478509" y="15533"/>
                    </a:cubicBezTo>
                    <a:cubicBezTo>
                      <a:pt x="468497" y="10765"/>
                      <a:pt x="446685" y="4329"/>
                      <a:pt x="442751" y="11718"/>
                    </a:cubicBezTo>
                    <a:cubicBezTo>
                      <a:pt x="438818" y="19108"/>
                      <a:pt x="432620" y="21373"/>
                      <a:pt x="429402" y="18155"/>
                    </a:cubicBezTo>
                    <a:cubicBezTo>
                      <a:pt x="426184" y="14937"/>
                      <a:pt x="430951" y="-2108"/>
                      <a:pt x="415575" y="2779"/>
                    </a:cubicBezTo>
                    <a:cubicBezTo>
                      <a:pt x="400199" y="7666"/>
                      <a:pt x="414503" y="23995"/>
                      <a:pt x="411404" y="26617"/>
                    </a:cubicBezTo>
                    <a:cubicBezTo>
                      <a:pt x="408305" y="29240"/>
                      <a:pt x="393286" y="23399"/>
                      <a:pt x="392214" y="16009"/>
                    </a:cubicBezTo>
                    <a:cubicBezTo>
                      <a:pt x="391141" y="8619"/>
                      <a:pt x="374693" y="23876"/>
                      <a:pt x="372547" y="14937"/>
                    </a:cubicBezTo>
                    <a:cubicBezTo>
                      <a:pt x="370401" y="5997"/>
                      <a:pt x="350735" y="-558"/>
                      <a:pt x="346563" y="38"/>
                    </a:cubicBezTo>
                    <a:cubicBezTo>
                      <a:pt x="342391" y="634"/>
                      <a:pt x="350735" y="6355"/>
                      <a:pt x="348112" y="10646"/>
                    </a:cubicBezTo>
                    <a:cubicBezTo>
                      <a:pt x="345490" y="14937"/>
                      <a:pt x="334763" y="6355"/>
                      <a:pt x="330591" y="5878"/>
                    </a:cubicBezTo>
                    <a:cubicBezTo>
                      <a:pt x="326419" y="5401"/>
                      <a:pt x="333213" y="14937"/>
                      <a:pt x="330591" y="19108"/>
                    </a:cubicBezTo>
                    <a:cubicBezTo>
                      <a:pt x="327969" y="23280"/>
                      <a:pt x="319983" y="6355"/>
                      <a:pt x="312593" y="6355"/>
                    </a:cubicBezTo>
                    <a:cubicBezTo>
                      <a:pt x="305203" y="6355"/>
                      <a:pt x="307825" y="14937"/>
                      <a:pt x="302462" y="15413"/>
                    </a:cubicBezTo>
                    <a:cubicBezTo>
                      <a:pt x="297098" y="15890"/>
                      <a:pt x="310924" y="22088"/>
                      <a:pt x="315811" y="25783"/>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53" name="Freeform: Shape 152">
                <a:extLst>
                  <a:ext uri="{FF2B5EF4-FFF2-40B4-BE49-F238E27FC236}">
                    <a16:creationId xmlns:a16="http://schemas.microsoft.com/office/drawing/2014/main" id="{518ED645-9172-4676-AA66-A57EA7734049}"/>
                  </a:ext>
                </a:extLst>
              </p:cNvPr>
              <p:cNvSpPr/>
              <p:nvPr/>
            </p:nvSpPr>
            <p:spPr>
              <a:xfrm>
                <a:off x="8773577" y="6833027"/>
                <a:ext cx="74558" cy="22977"/>
              </a:xfrm>
              <a:custGeom>
                <a:avLst/>
                <a:gdLst>
                  <a:gd name="connsiteX0" fmla="*/ 30695 w 74558"/>
                  <a:gd name="connsiteY0" fmla="*/ 618 h 22977"/>
                  <a:gd name="connsiteX1" fmla="*/ 897 w 74558"/>
                  <a:gd name="connsiteY1" fmla="*/ 9796 h 22977"/>
                  <a:gd name="connsiteX2" fmla="*/ 45594 w 74558"/>
                  <a:gd name="connsiteY2" fmla="*/ 19688 h 22977"/>
                  <a:gd name="connsiteX3" fmla="*/ 74558 w 74558"/>
                  <a:gd name="connsiteY3" fmla="*/ 15517 h 22977"/>
                  <a:gd name="connsiteX4" fmla="*/ 30695 w 74558"/>
                  <a:gd name="connsiteY4" fmla="*/ 618 h 22977"/>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74558" h="22977">
                    <a:moveTo>
                      <a:pt x="30695" y="618"/>
                    </a:moveTo>
                    <a:cubicBezTo>
                      <a:pt x="25689" y="4194"/>
                      <a:pt x="-5658" y="2406"/>
                      <a:pt x="897" y="9796"/>
                    </a:cubicBezTo>
                    <a:cubicBezTo>
                      <a:pt x="7453" y="17185"/>
                      <a:pt x="33437" y="12656"/>
                      <a:pt x="45594" y="19688"/>
                    </a:cubicBezTo>
                    <a:cubicBezTo>
                      <a:pt x="57752" y="26721"/>
                      <a:pt x="74558" y="21119"/>
                      <a:pt x="74558" y="15517"/>
                    </a:cubicBezTo>
                    <a:cubicBezTo>
                      <a:pt x="74558" y="9915"/>
                      <a:pt x="35344" y="-2958"/>
                      <a:pt x="30695" y="618"/>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54" name="Freeform: Shape 153">
                <a:extLst>
                  <a:ext uri="{FF2B5EF4-FFF2-40B4-BE49-F238E27FC236}">
                    <a16:creationId xmlns:a16="http://schemas.microsoft.com/office/drawing/2014/main" id="{F3F8DE8C-7A76-40A9-9DAD-202FE03D36AC}"/>
                  </a:ext>
                </a:extLst>
              </p:cNvPr>
              <p:cNvSpPr/>
              <p:nvPr/>
            </p:nvSpPr>
            <p:spPr>
              <a:xfrm>
                <a:off x="7350474" y="7442077"/>
                <a:ext cx="406705" cy="403140"/>
              </a:xfrm>
              <a:custGeom>
                <a:avLst/>
                <a:gdLst>
                  <a:gd name="connsiteX0" fmla="*/ 385000 w 406705"/>
                  <a:gd name="connsiteY0" fmla="*/ 38424 h 403140"/>
                  <a:gd name="connsiteX1" fmla="*/ 361162 w 406705"/>
                  <a:gd name="connsiteY1" fmla="*/ 44146 h 403140"/>
                  <a:gd name="connsiteX2" fmla="*/ 308717 w 406705"/>
                  <a:gd name="connsiteY2" fmla="*/ 5885 h 403140"/>
                  <a:gd name="connsiteX3" fmla="*/ 293103 w 406705"/>
                  <a:gd name="connsiteY3" fmla="*/ 12917 h 403140"/>
                  <a:gd name="connsiteX4" fmla="*/ 291673 w 406705"/>
                  <a:gd name="connsiteY4" fmla="*/ 37709 h 403140"/>
                  <a:gd name="connsiteX5" fmla="*/ 284640 w 406705"/>
                  <a:gd name="connsiteY5" fmla="*/ 59045 h 403140"/>
                  <a:gd name="connsiteX6" fmla="*/ 264735 w 406705"/>
                  <a:gd name="connsiteY6" fmla="*/ 67507 h 403140"/>
                  <a:gd name="connsiteX7" fmla="*/ 255557 w 406705"/>
                  <a:gd name="connsiteY7" fmla="*/ 81691 h 403140"/>
                  <a:gd name="connsiteX8" fmla="*/ 251266 w 406705"/>
                  <a:gd name="connsiteY8" fmla="*/ 95875 h 403140"/>
                  <a:gd name="connsiteX9" fmla="*/ 251266 w 406705"/>
                  <a:gd name="connsiteY9" fmla="*/ 114231 h 403140"/>
                  <a:gd name="connsiteX10" fmla="*/ 263185 w 406705"/>
                  <a:gd name="connsiteY10" fmla="*/ 109344 h 403140"/>
                  <a:gd name="connsiteX11" fmla="*/ 275939 w 406705"/>
                  <a:gd name="connsiteY11" fmla="*/ 106483 h 403140"/>
                  <a:gd name="connsiteX12" fmla="*/ 261755 w 406705"/>
                  <a:gd name="connsiteY12" fmla="*/ 88723 h 403140"/>
                  <a:gd name="connsiteX13" fmla="*/ 281660 w 406705"/>
                  <a:gd name="connsiteY13" fmla="*/ 86697 h 403140"/>
                  <a:gd name="connsiteX14" fmla="*/ 317418 w 406705"/>
                  <a:gd name="connsiteY14" fmla="*/ 95160 h 403140"/>
                  <a:gd name="connsiteX15" fmla="*/ 333032 w 406705"/>
                  <a:gd name="connsiteY15" fmla="*/ 89439 h 403140"/>
                  <a:gd name="connsiteX16" fmla="*/ 367717 w 406705"/>
                  <a:gd name="connsiteY16" fmla="*/ 73228 h 403140"/>
                  <a:gd name="connsiteX17" fmla="*/ 380471 w 406705"/>
                  <a:gd name="connsiteY17" fmla="*/ 61905 h 403140"/>
                  <a:gd name="connsiteX18" fmla="*/ 406693 w 406705"/>
                  <a:gd name="connsiteY18" fmla="*/ 32107 h 403140"/>
                  <a:gd name="connsiteX19" fmla="*/ 385000 w 406705"/>
                  <a:gd name="connsiteY19" fmla="*/ 38424 h 403140"/>
                  <a:gd name="connsiteX20" fmla="*/ 254604 w 406705"/>
                  <a:gd name="connsiteY20" fmla="*/ 135328 h 403140"/>
                  <a:gd name="connsiteX21" fmla="*/ 250313 w 406705"/>
                  <a:gd name="connsiteY21" fmla="*/ 167152 h 403140"/>
                  <a:gd name="connsiteX22" fmla="*/ 238394 w 406705"/>
                  <a:gd name="connsiteY22" fmla="*/ 199096 h 403140"/>
                  <a:gd name="connsiteX23" fmla="*/ 223495 w 406705"/>
                  <a:gd name="connsiteY23" fmla="*/ 222934 h 403140"/>
                  <a:gd name="connsiteX24" fmla="*/ 201563 w 406705"/>
                  <a:gd name="connsiteY24" fmla="*/ 239979 h 403140"/>
                  <a:gd name="connsiteX25" fmla="*/ 185949 w 406705"/>
                  <a:gd name="connsiteY25" fmla="*/ 232112 h 403140"/>
                  <a:gd name="connsiteX26" fmla="*/ 168309 w 406705"/>
                  <a:gd name="connsiteY26" fmla="*/ 251302 h 403140"/>
                  <a:gd name="connsiteX27" fmla="*/ 153410 w 406705"/>
                  <a:gd name="connsiteY27" fmla="*/ 275140 h 403140"/>
                  <a:gd name="connsiteX28" fmla="*/ 138511 w 406705"/>
                  <a:gd name="connsiteY28" fmla="*/ 280027 h 403140"/>
                  <a:gd name="connsiteX29" fmla="*/ 109428 w 406705"/>
                  <a:gd name="connsiteY29" fmla="*/ 283603 h 403140"/>
                  <a:gd name="connsiteX30" fmla="*/ 73670 w 406705"/>
                  <a:gd name="connsiteY30" fmla="*/ 285748 h 403140"/>
                  <a:gd name="connsiteX31" fmla="*/ 36839 w 406705"/>
                  <a:gd name="connsiteY31" fmla="*/ 313401 h 403140"/>
                  <a:gd name="connsiteX32" fmla="*/ 36839 w 406705"/>
                  <a:gd name="connsiteY32" fmla="*/ 327585 h 403140"/>
                  <a:gd name="connsiteX33" fmla="*/ 63062 w 406705"/>
                  <a:gd name="connsiteY33" fmla="*/ 321149 h 403140"/>
                  <a:gd name="connsiteX34" fmla="*/ 122658 w 406705"/>
                  <a:gd name="connsiteY34" fmla="*/ 306369 h 403140"/>
                  <a:gd name="connsiteX35" fmla="*/ 132551 w 406705"/>
                  <a:gd name="connsiteY35" fmla="*/ 327585 h 403140"/>
                  <a:gd name="connsiteX36" fmla="*/ 160919 w 406705"/>
                  <a:gd name="connsiteY36" fmla="*/ 326155 h 403140"/>
                  <a:gd name="connsiteX37" fmla="*/ 169500 w 406705"/>
                  <a:gd name="connsiteY37" fmla="*/ 309825 h 403140"/>
                  <a:gd name="connsiteX38" fmla="*/ 176533 w 406705"/>
                  <a:gd name="connsiteY38" fmla="*/ 306369 h 403140"/>
                  <a:gd name="connsiteX39" fmla="*/ 204149 w 406705"/>
                  <a:gd name="connsiteY39" fmla="*/ 307561 h 403140"/>
                  <a:gd name="connsiteX40" fmla="*/ 207046 w 406705"/>
                  <a:gd name="connsiteY40" fmla="*/ 304223 h 403140"/>
                  <a:gd name="connsiteX41" fmla="*/ 224686 w 406705"/>
                  <a:gd name="connsiteY41" fmla="*/ 305653 h 403140"/>
                  <a:gd name="connsiteX42" fmla="*/ 238870 w 406705"/>
                  <a:gd name="connsiteY42" fmla="*/ 291470 h 403140"/>
                  <a:gd name="connsiteX43" fmla="*/ 261516 w 406705"/>
                  <a:gd name="connsiteY43" fmla="*/ 287894 h 403140"/>
                  <a:gd name="connsiteX44" fmla="*/ 267953 w 406705"/>
                  <a:gd name="connsiteY44" fmla="*/ 253924 h 403140"/>
                  <a:gd name="connsiteX45" fmla="*/ 273555 w 406705"/>
                  <a:gd name="connsiteY45" fmla="*/ 216974 h 403140"/>
                  <a:gd name="connsiteX46" fmla="*/ 295606 w 406705"/>
                  <a:gd name="connsiteY46" fmla="*/ 190752 h 403140"/>
                  <a:gd name="connsiteX47" fmla="*/ 284283 w 406705"/>
                  <a:gd name="connsiteY47" fmla="*/ 126984 h 403140"/>
                  <a:gd name="connsiteX48" fmla="*/ 254604 w 406705"/>
                  <a:gd name="connsiteY48" fmla="*/ 135328 h 403140"/>
                  <a:gd name="connsiteX49" fmla="*/ 98700 w 406705"/>
                  <a:gd name="connsiteY49" fmla="*/ 319480 h 403140"/>
                  <a:gd name="connsiteX50" fmla="*/ 76053 w 406705"/>
                  <a:gd name="connsiteY50" fmla="*/ 325916 h 403140"/>
                  <a:gd name="connsiteX51" fmla="*/ 72477 w 406705"/>
                  <a:gd name="connsiteY51" fmla="*/ 357860 h 403140"/>
                  <a:gd name="connsiteX52" fmla="*/ 85946 w 406705"/>
                  <a:gd name="connsiteY52" fmla="*/ 351423 h 403140"/>
                  <a:gd name="connsiteX53" fmla="*/ 105303 w 406705"/>
                  <a:gd name="connsiteY53" fmla="*/ 343104 h 403140"/>
                  <a:gd name="connsiteX54" fmla="*/ 106566 w 406705"/>
                  <a:gd name="connsiteY54" fmla="*/ 343676 h 403140"/>
                  <a:gd name="connsiteX55" fmla="*/ 122777 w 406705"/>
                  <a:gd name="connsiteY55" fmla="*/ 322340 h 403140"/>
                  <a:gd name="connsiteX56" fmla="*/ 98700 w 406705"/>
                  <a:gd name="connsiteY56" fmla="*/ 319718 h 403140"/>
                  <a:gd name="connsiteX57" fmla="*/ 49831 w 406705"/>
                  <a:gd name="connsiteY57" fmla="*/ 347133 h 403140"/>
                  <a:gd name="connsiteX58" fmla="*/ 33502 w 406705"/>
                  <a:gd name="connsiteY58" fmla="*/ 335213 h 403140"/>
                  <a:gd name="connsiteX59" fmla="*/ 11570 w 406705"/>
                  <a:gd name="connsiteY59" fmla="*/ 340219 h 403140"/>
                  <a:gd name="connsiteX60" fmla="*/ 1677 w 406705"/>
                  <a:gd name="connsiteY60" fmla="*/ 357264 h 403140"/>
                  <a:gd name="connsiteX61" fmla="*/ 15146 w 406705"/>
                  <a:gd name="connsiteY61" fmla="*/ 350112 h 403140"/>
                  <a:gd name="connsiteX62" fmla="*/ 18603 w 406705"/>
                  <a:gd name="connsiteY62" fmla="*/ 373951 h 403140"/>
                  <a:gd name="connsiteX63" fmla="*/ 27900 w 406705"/>
                  <a:gd name="connsiteY63" fmla="*/ 403034 h 403140"/>
                  <a:gd name="connsiteX64" fmla="*/ 54837 w 406705"/>
                  <a:gd name="connsiteY64" fmla="*/ 362628 h 403140"/>
                  <a:gd name="connsiteX65" fmla="*/ 49831 w 406705"/>
                  <a:gd name="connsiteY65" fmla="*/ 347371 h 40314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Lst>
                <a:rect l="l" t="t" r="r" b="b"/>
                <a:pathLst>
                  <a:path w="406705" h="403140">
                    <a:moveTo>
                      <a:pt x="385000" y="38424"/>
                    </a:moveTo>
                    <a:cubicBezTo>
                      <a:pt x="379994" y="32107"/>
                      <a:pt x="371532" y="42000"/>
                      <a:pt x="361162" y="44146"/>
                    </a:cubicBezTo>
                    <a:cubicBezTo>
                      <a:pt x="350792" y="46291"/>
                      <a:pt x="317180" y="18638"/>
                      <a:pt x="308717" y="5885"/>
                    </a:cubicBezTo>
                    <a:cubicBezTo>
                      <a:pt x="300254" y="-6869"/>
                      <a:pt x="286071" y="3739"/>
                      <a:pt x="293103" y="12917"/>
                    </a:cubicBezTo>
                    <a:cubicBezTo>
                      <a:pt x="300135" y="22095"/>
                      <a:pt x="291673" y="24836"/>
                      <a:pt x="291673" y="37709"/>
                    </a:cubicBezTo>
                    <a:cubicBezTo>
                      <a:pt x="291673" y="50582"/>
                      <a:pt x="283210" y="50463"/>
                      <a:pt x="284640" y="59045"/>
                    </a:cubicBezTo>
                    <a:cubicBezTo>
                      <a:pt x="286071" y="67626"/>
                      <a:pt x="273317" y="66077"/>
                      <a:pt x="264735" y="67507"/>
                    </a:cubicBezTo>
                    <a:cubicBezTo>
                      <a:pt x="256153" y="68937"/>
                      <a:pt x="265450" y="77400"/>
                      <a:pt x="255557" y="81691"/>
                    </a:cubicBezTo>
                    <a:cubicBezTo>
                      <a:pt x="245664" y="85982"/>
                      <a:pt x="246380" y="93014"/>
                      <a:pt x="251266" y="95875"/>
                    </a:cubicBezTo>
                    <a:cubicBezTo>
                      <a:pt x="256153" y="98736"/>
                      <a:pt x="252696" y="107794"/>
                      <a:pt x="251266" y="114231"/>
                    </a:cubicBezTo>
                    <a:cubicBezTo>
                      <a:pt x="249836" y="120667"/>
                      <a:pt x="257703" y="115661"/>
                      <a:pt x="263185" y="109344"/>
                    </a:cubicBezTo>
                    <a:cubicBezTo>
                      <a:pt x="268668" y="103026"/>
                      <a:pt x="275105" y="112443"/>
                      <a:pt x="275939" y="106483"/>
                    </a:cubicBezTo>
                    <a:cubicBezTo>
                      <a:pt x="276773" y="100523"/>
                      <a:pt x="261159" y="95875"/>
                      <a:pt x="261755" y="88723"/>
                    </a:cubicBezTo>
                    <a:cubicBezTo>
                      <a:pt x="262351" y="81572"/>
                      <a:pt x="273674" y="90869"/>
                      <a:pt x="281660" y="86697"/>
                    </a:cubicBezTo>
                    <a:cubicBezTo>
                      <a:pt x="294247" y="83252"/>
                      <a:pt x="307716" y="86447"/>
                      <a:pt x="317418" y="95160"/>
                    </a:cubicBezTo>
                    <a:cubicBezTo>
                      <a:pt x="328026" y="104338"/>
                      <a:pt x="330887" y="100881"/>
                      <a:pt x="333032" y="89439"/>
                    </a:cubicBezTo>
                    <a:cubicBezTo>
                      <a:pt x="335178" y="77996"/>
                      <a:pt x="351388" y="73228"/>
                      <a:pt x="367717" y="73228"/>
                    </a:cubicBezTo>
                    <a:cubicBezTo>
                      <a:pt x="384047" y="73228"/>
                      <a:pt x="385477" y="65362"/>
                      <a:pt x="380471" y="61905"/>
                    </a:cubicBezTo>
                    <a:cubicBezTo>
                      <a:pt x="375465" y="58449"/>
                      <a:pt x="407409" y="38067"/>
                      <a:pt x="406693" y="32107"/>
                    </a:cubicBezTo>
                    <a:cubicBezTo>
                      <a:pt x="405978" y="26147"/>
                      <a:pt x="389887" y="44861"/>
                      <a:pt x="385000" y="38424"/>
                    </a:cubicBezTo>
                    <a:close/>
                    <a:moveTo>
                      <a:pt x="254604" y="135328"/>
                    </a:moveTo>
                    <a:cubicBezTo>
                      <a:pt x="247571" y="138903"/>
                      <a:pt x="242685" y="160835"/>
                      <a:pt x="250313" y="167152"/>
                    </a:cubicBezTo>
                    <a:cubicBezTo>
                      <a:pt x="257941" y="173469"/>
                      <a:pt x="237559" y="185627"/>
                      <a:pt x="238394" y="199096"/>
                    </a:cubicBezTo>
                    <a:cubicBezTo>
                      <a:pt x="239228" y="212564"/>
                      <a:pt x="225640" y="212564"/>
                      <a:pt x="223495" y="222934"/>
                    </a:cubicBezTo>
                    <a:cubicBezTo>
                      <a:pt x="221349" y="233304"/>
                      <a:pt x="213602" y="230682"/>
                      <a:pt x="201563" y="239979"/>
                    </a:cubicBezTo>
                    <a:cubicBezTo>
                      <a:pt x="189525" y="249276"/>
                      <a:pt x="183208" y="238548"/>
                      <a:pt x="185949" y="232112"/>
                    </a:cubicBezTo>
                    <a:cubicBezTo>
                      <a:pt x="188690" y="225675"/>
                      <a:pt x="167594" y="235688"/>
                      <a:pt x="168309" y="251302"/>
                    </a:cubicBezTo>
                    <a:cubicBezTo>
                      <a:pt x="169024" y="266916"/>
                      <a:pt x="148403" y="268346"/>
                      <a:pt x="153410" y="275140"/>
                    </a:cubicBezTo>
                    <a:cubicBezTo>
                      <a:pt x="158415" y="281934"/>
                      <a:pt x="137795" y="287059"/>
                      <a:pt x="138511" y="280027"/>
                    </a:cubicBezTo>
                    <a:cubicBezTo>
                      <a:pt x="139226" y="272995"/>
                      <a:pt x="125757" y="277286"/>
                      <a:pt x="109428" y="283603"/>
                    </a:cubicBezTo>
                    <a:cubicBezTo>
                      <a:pt x="93098" y="289920"/>
                      <a:pt x="83205" y="276571"/>
                      <a:pt x="73670" y="285748"/>
                    </a:cubicBezTo>
                    <a:cubicBezTo>
                      <a:pt x="64134" y="294926"/>
                      <a:pt x="48878" y="311256"/>
                      <a:pt x="36839" y="313401"/>
                    </a:cubicBezTo>
                    <a:cubicBezTo>
                      <a:pt x="24801" y="315546"/>
                      <a:pt x="31714" y="330088"/>
                      <a:pt x="36839" y="327585"/>
                    </a:cubicBezTo>
                    <a:cubicBezTo>
                      <a:pt x="45302" y="323294"/>
                      <a:pt x="58771" y="327585"/>
                      <a:pt x="63062" y="321149"/>
                    </a:cubicBezTo>
                    <a:cubicBezTo>
                      <a:pt x="67352" y="314712"/>
                      <a:pt x="102038" y="307084"/>
                      <a:pt x="122658" y="306369"/>
                    </a:cubicBezTo>
                    <a:cubicBezTo>
                      <a:pt x="143278" y="305653"/>
                      <a:pt x="131239" y="316262"/>
                      <a:pt x="132551" y="327585"/>
                    </a:cubicBezTo>
                    <a:cubicBezTo>
                      <a:pt x="133862" y="338908"/>
                      <a:pt x="151741" y="336763"/>
                      <a:pt x="160919" y="326155"/>
                    </a:cubicBezTo>
                    <a:cubicBezTo>
                      <a:pt x="170096" y="315546"/>
                      <a:pt x="177248" y="316262"/>
                      <a:pt x="169500" y="309825"/>
                    </a:cubicBezTo>
                    <a:cubicBezTo>
                      <a:pt x="161752" y="303389"/>
                      <a:pt x="170931" y="297906"/>
                      <a:pt x="176533" y="306369"/>
                    </a:cubicBezTo>
                    <a:cubicBezTo>
                      <a:pt x="183828" y="314319"/>
                      <a:pt x="196199" y="314855"/>
                      <a:pt x="204149" y="307561"/>
                    </a:cubicBezTo>
                    <a:cubicBezTo>
                      <a:pt x="205234" y="306559"/>
                      <a:pt x="206212" y="305439"/>
                      <a:pt x="207046" y="304223"/>
                    </a:cubicBezTo>
                    <a:cubicBezTo>
                      <a:pt x="214078" y="292900"/>
                      <a:pt x="216224" y="306369"/>
                      <a:pt x="224686" y="305653"/>
                    </a:cubicBezTo>
                    <a:cubicBezTo>
                      <a:pt x="233149" y="304938"/>
                      <a:pt x="238155" y="283603"/>
                      <a:pt x="238870" y="291470"/>
                    </a:cubicBezTo>
                    <a:cubicBezTo>
                      <a:pt x="239585" y="299336"/>
                      <a:pt x="253054" y="297072"/>
                      <a:pt x="261516" y="287894"/>
                    </a:cubicBezTo>
                    <a:cubicBezTo>
                      <a:pt x="269979" y="278716"/>
                      <a:pt x="262232" y="262387"/>
                      <a:pt x="267953" y="253924"/>
                    </a:cubicBezTo>
                    <a:cubicBezTo>
                      <a:pt x="275415" y="243125"/>
                      <a:pt x="277489" y="229502"/>
                      <a:pt x="273555" y="216974"/>
                    </a:cubicBezTo>
                    <a:cubicBezTo>
                      <a:pt x="267953" y="206366"/>
                      <a:pt x="286309" y="199334"/>
                      <a:pt x="295606" y="190752"/>
                    </a:cubicBezTo>
                    <a:cubicBezTo>
                      <a:pt x="304903" y="182170"/>
                      <a:pt x="284998" y="139857"/>
                      <a:pt x="284283" y="126984"/>
                    </a:cubicBezTo>
                    <a:cubicBezTo>
                      <a:pt x="283568" y="114111"/>
                      <a:pt x="261874" y="131990"/>
                      <a:pt x="254604" y="135328"/>
                    </a:cubicBezTo>
                    <a:close/>
                    <a:moveTo>
                      <a:pt x="98700" y="319480"/>
                    </a:moveTo>
                    <a:cubicBezTo>
                      <a:pt x="95839" y="327347"/>
                      <a:pt x="87377" y="323771"/>
                      <a:pt x="76053" y="325916"/>
                    </a:cubicBezTo>
                    <a:cubicBezTo>
                      <a:pt x="64730" y="328062"/>
                      <a:pt x="64134" y="355118"/>
                      <a:pt x="72477" y="357860"/>
                    </a:cubicBezTo>
                    <a:cubicBezTo>
                      <a:pt x="80821" y="360601"/>
                      <a:pt x="83801" y="359886"/>
                      <a:pt x="85946" y="351423"/>
                    </a:cubicBezTo>
                    <a:cubicBezTo>
                      <a:pt x="88997" y="343783"/>
                      <a:pt x="97663" y="340052"/>
                      <a:pt x="105303" y="343104"/>
                    </a:cubicBezTo>
                    <a:cubicBezTo>
                      <a:pt x="105733" y="343271"/>
                      <a:pt x="106149" y="343461"/>
                      <a:pt x="106566" y="343676"/>
                    </a:cubicBezTo>
                    <a:cubicBezTo>
                      <a:pt x="113599" y="347133"/>
                      <a:pt x="122777" y="332949"/>
                      <a:pt x="122777" y="322340"/>
                    </a:cubicBezTo>
                    <a:cubicBezTo>
                      <a:pt x="122777" y="311732"/>
                      <a:pt x="101560" y="311971"/>
                      <a:pt x="98700" y="319718"/>
                    </a:cubicBezTo>
                    <a:close/>
                    <a:moveTo>
                      <a:pt x="49831" y="347133"/>
                    </a:moveTo>
                    <a:cubicBezTo>
                      <a:pt x="49831" y="340100"/>
                      <a:pt x="34217" y="341530"/>
                      <a:pt x="33502" y="335213"/>
                    </a:cubicBezTo>
                    <a:cubicBezTo>
                      <a:pt x="32787" y="328896"/>
                      <a:pt x="21583" y="332472"/>
                      <a:pt x="11570" y="340219"/>
                    </a:cubicBezTo>
                    <a:cubicBezTo>
                      <a:pt x="1558" y="347967"/>
                      <a:pt x="-2614" y="349397"/>
                      <a:pt x="1677" y="357264"/>
                    </a:cubicBezTo>
                    <a:cubicBezTo>
                      <a:pt x="5969" y="365131"/>
                      <a:pt x="12285" y="357979"/>
                      <a:pt x="15146" y="350112"/>
                    </a:cubicBezTo>
                    <a:cubicBezTo>
                      <a:pt x="18006" y="342246"/>
                      <a:pt x="25039" y="361436"/>
                      <a:pt x="18603" y="373951"/>
                    </a:cubicBezTo>
                    <a:cubicBezTo>
                      <a:pt x="12166" y="386466"/>
                      <a:pt x="19437" y="404702"/>
                      <a:pt x="27900" y="403034"/>
                    </a:cubicBezTo>
                    <a:cubicBezTo>
                      <a:pt x="36363" y="401365"/>
                      <a:pt x="44110" y="376096"/>
                      <a:pt x="54837" y="362628"/>
                    </a:cubicBezTo>
                    <a:cubicBezTo>
                      <a:pt x="65565" y="349159"/>
                      <a:pt x="49831" y="354522"/>
                      <a:pt x="49831" y="347371"/>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55" name="Freeform: Shape 154">
                <a:extLst>
                  <a:ext uri="{FF2B5EF4-FFF2-40B4-BE49-F238E27FC236}">
                    <a16:creationId xmlns:a16="http://schemas.microsoft.com/office/drawing/2014/main" id="{C334BD19-0476-4F91-BFD8-59C96B071561}"/>
                  </a:ext>
                </a:extLst>
              </p:cNvPr>
              <p:cNvSpPr/>
              <p:nvPr/>
            </p:nvSpPr>
            <p:spPr>
              <a:xfrm>
                <a:off x="7051391" y="8169809"/>
                <a:ext cx="223356" cy="319775"/>
              </a:xfrm>
              <a:custGeom>
                <a:avLst/>
                <a:gdLst>
                  <a:gd name="connsiteX0" fmla="*/ 119946 w 223356"/>
                  <a:gd name="connsiteY0" fmla="*/ 120605 h 319775"/>
                  <a:gd name="connsiteX1" fmla="*/ 149029 w 223356"/>
                  <a:gd name="connsiteY1" fmla="*/ 141941 h 319775"/>
                  <a:gd name="connsiteX2" fmla="*/ 156062 w 223356"/>
                  <a:gd name="connsiteY2" fmla="*/ 163157 h 319775"/>
                  <a:gd name="connsiteX3" fmla="*/ 165954 w 223356"/>
                  <a:gd name="connsiteY3" fmla="*/ 173765 h 319775"/>
                  <a:gd name="connsiteX4" fmla="*/ 177873 w 223356"/>
                  <a:gd name="connsiteY4" fmla="*/ 203563 h 319775"/>
                  <a:gd name="connsiteX5" fmla="*/ 185740 w 223356"/>
                  <a:gd name="connsiteY5" fmla="*/ 197127 h 319775"/>
                  <a:gd name="connsiteX6" fmla="*/ 196348 w 223356"/>
                  <a:gd name="connsiteY6" fmla="*/ 183062 h 319775"/>
                  <a:gd name="connsiteX7" fmla="*/ 189912 w 223356"/>
                  <a:gd name="connsiteY7" fmla="*/ 153979 h 319775"/>
                  <a:gd name="connsiteX8" fmla="*/ 162974 w 223356"/>
                  <a:gd name="connsiteY8" fmla="*/ 134789 h 319775"/>
                  <a:gd name="connsiteX9" fmla="*/ 146764 w 223356"/>
                  <a:gd name="connsiteY9" fmla="*/ 113573 h 319775"/>
                  <a:gd name="connsiteX10" fmla="*/ 113390 w 223356"/>
                  <a:gd name="connsiteY10" fmla="*/ 107852 h 319775"/>
                  <a:gd name="connsiteX11" fmla="*/ 101471 w 223356"/>
                  <a:gd name="connsiteY11" fmla="*/ 85920 h 319775"/>
                  <a:gd name="connsiteX12" fmla="*/ 117801 w 223356"/>
                  <a:gd name="connsiteY12" fmla="*/ 51950 h 319775"/>
                  <a:gd name="connsiteX13" fmla="*/ 116370 w 223356"/>
                  <a:gd name="connsiteY13" fmla="*/ 12974 h 319775"/>
                  <a:gd name="connsiteX14" fmla="*/ 112080 w 223356"/>
                  <a:gd name="connsiteY14" fmla="*/ 4393 h 319775"/>
                  <a:gd name="connsiteX15" fmla="*/ 77394 w 223356"/>
                  <a:gd name="connsiteY15" fmla="*/ 1651 h 319775"/>
                  <a:gd name="connsiteX16" fmla="*/ 72388 w 223356"/>
                  <a:gd name="connsiteY16" fmla="*/ 57552 h 319775"/>
                  <a:gd name="connsiteX17" fmla="*/ 61065 w 223356"/>
                  <a:gd name="connsiteY17" fmla="*/ 54811 h 319775"/>
                  <a:gd name="connsiteX18" fmla="*/ 67501 w 223356"/>
                  <a:gd name="connsiteY18" fmla="*/ 87350 h 319775"/>
                  <a:gd name="connsiteX19" fmla="*/ 73819 w 223356"/>
                  <a:gd name="connsiteY19" fmla="*/ 105825 h 319775"/>
                  <a:gd name="connsiteX20" fmla="*/ 97657 w 223356"/>
                  <a:gd name="connsiteY20" fmla="*/ 113573 h 319775"/>
                  <a:gd name="connsiteX21" fmla="*/ 119946 w 223356"/>
                  <a:gd name="connsiteY21" fmla="*/ 120605 h 319775"/>
                  <a:gd name="connsiteX22" fmla="*/ 74534 w 223356"/>
                  <a:gd name="connsiteY22" fmla="*/ 127041 h 319775"/>
                  <a:gd name="connsiteX23" fmla="*/ 97299 w 223356"/>
                  <a:gd name="connsiteY23" fmla="*/ 152549 h 319775"/>
                  <a:gd name="connsiteX24" fmla="*/ 74653 w 223356"/>
                  <a:gd name="connsiteY24" fmla="*/ 127041 h 319775"/>
                  <a:gd name="connsiteX25" fmla="*/ 114225 w 223356"/>
                  <a:gd name="connsiteY25" fmla="*/ 195816 h 319775"/>
                  <a:gd name="connsiteX26" fmla="*/ 126979 w 223356"/>
                  <a:gd name="connsiteY26" fmla="*/ 188664 h 319775"/>
                  <a:gd name="connsiteX27" fmla="*/ 129124 w 223356"/>
                  <a:gd name="connsiteY27" fmla="*/ 207854 h 319775"/>
                  <a:gd name="connsiteX28" fmla="*/ 132700 w 223356"/>
                  <a:gd name="connsiteY28" fmla="*/ 234076 h 319775"/>
                  <a:gd name="connsiteX29" fmla="*/ 158207 w 223356"/>
                  <a:gd name="connsiteY29" fmla="*/ 195816 h 319775"/>
                  <a:gd name="connsiteX30" fmla="*/ 149029 w 223356"/>
                  <a:gd name="connsiteY30" fmla="*/ 191525 h 319775"/>
                  <a:gd name="connsiteX31" fmla="*/ 113271 w 223356"/>
                  <a:gd name="connsiteY31" fmla="*/ 163157 h 319775"/>
                  <a:gd name="connsiteX32" fmla="*/ 114344 w 223356"/>
                  <a:gd name="connsiteY32" fmla="*/ 195816 h 319775"/>
                  <a:gd name="connsiteX33" fmla="*/ 30790 w 223356"/>
                  <a:gd name="connsiteY33" fmla="*/ 209165 h 319775"/>
                  <a:gd name="connsiteX34" fmla="*/ 277 w 223356"/>
                  <a:gd name="connsiteY34" fmla="*/ 248856 h 319775"/>
                  <a:gd name="connsiteX35" fmla="*/ 43544 w 223356"/>
                  <a:gd name="connsiteY35" fmla="*/ 208569 h 319775"/>
                  <a:gd name="connsiteX36" fmla="*/ 51661 w 223356"/>
                  <a:gd name="connsiteY36" fmla="*/ 186054 h 319775"/>
                  <a:gd name="connsiteX37" fmla="*/ 49861 w 223356"/>
                  <a:gd name="connsiteY37" fmla="*/ 183062 h 319775"/>
                  <a:gd name="connsiteX38" fmla="*/ 30790 w 223356"/>
                  <a:gd name="connsiteY38" fmla="*/ 209165 h 319775"/>
                  <a:gd name="connsiteX39" fmla="*/ 156895 w 223356"/>
                  <a:gd name="connsiteY39" fmla="*/ 223349 h 319775"/>
                  <a:gd name="connsiteX40" fmla="*/ 174536 w 223356"/>
                  <a:gd name="connsiteY40" fmla="*/ 212026 h 319775"/>
                  <a:gd name="connsiteX41" fmla="*/ 156895 w 223356"/>
                  <a:gd name="connsiteY41" fmla="*/ 223349 h 319775"/>
                  <a:gd name="connsiteX42" fmla="*/ 220664 w 223356"/>
                  <a:gd name="connsiteY42" fmla="*/ 278654 h 319775"/>
                  <a:gd name="connsiteX43" fmla="*/ 214942 w 223356"/>
                  <a:gd name="connsiteY43" fmla="*/ 225494 h 319775"/>
                  <a:gd name="connsiteX44" fmla="*/ 198017 w 223356"/>
                  <a:gd name="connsiteY44" fmla="*/ 224064 h 319775"/>
                  <a:gd name="connsiteX45" fmla="*/ 184548 w 223356"/>
                  <a:gd name="connsiteY45" fmla="*/ 236818 h 319775"/>
                  <a:gd name="connsiteX46" fmla="*/ 170364 w 223356"/>
                  <a:gd name="connsiteY46" fmla="*/ 247426 h 319775"/>
                  <a:gd name="connsiteX47" fmla="*/ 149148 w 223356"/>
                  <a:gd name="connsiteY47" fmla="*/ 242539 h 319775"/>
                  <a:gd name="connsiteX48" fmla="*/ 121495 w 223356"/>
                  <a:gd name="connsiteY48" fmla="*/ 258868 h 319775"/>
                  <a:gd name="connsiteX49" fmla="*/ 112198 w 223356"/>
                  <a:gd name="connsiteY49" fmla="*/ 283660 h 319775"/>
                  <a:gd name="connsiteX50" fmla="*/ 133534 w 223356"/>
                  <a:gd name="connsiteY50" fmla="*/ 272337 h 319775"/>
                  <a:gd name="connsiteX51" fmla="*/ 151174 w 223356"/>
                  <a:gd name="connsiteY51" fmla="*/ 265901 h 319775"/>
                  <a:gd name="connsiteX52" fmla="*/ 171079 w 223356"/>
                  <a:gd name="connsiteY52" fmla="*/ 307022 h 319775"/>
                  <a:gd name="connsiteX53" fmla="*/ 195871 w 223356"/>
                  <a:gd name="connsiteY53" fmla="*/ 319776 h 319775"/>
                  <a:gd name="connsiteX54" fmla="*/ 195156 w 223356"/>
                  <a:gd name="connsiteY54" fmla="*/ 289262 h 319775"/>
                  <a:gd name="connsiteX55" fmla="*/ 220664 w 223356"/>
                  <a:gd name="connsiteY55" fmla="*/ 278654 h 31977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Lst>
                <a:rect l="l" t="t" r="r" b="b"/>
                <a:pathLst>
                  <a:path w="223356" h="319775">
                    <a:moveTo>
                      <a:pt x="119946" y="120605"/>
                    </a:moveTo>
                    <a:cubicBezTo>
                      <a:pt x="133415" y="118460"/>
                      <a:pt x="151770" y="135504"/>
                      <a:pt x="149029" y="141941"/>
                    </a:cubicBezTo>
                    <a:cubicBezTo>
                      <a:pt x="146288" y="148377"/>
                      <a:pt x="149029" y="168878"/>
                      <a:pt x="156062" y="163157"/>
                    </a:cubicBezTo>
                    <a:cubicBezTo>
                      <a:pt x="163094" y="157436"/>
                      <a:pt x="172391" y="164587"/>
                      <a:pt x="165954" y="173765"/>
                    </a:cubicBezTo>
                    <a:cubicBezTo>
                      <a:pt x="159518" y="182943"/>
                      <a:pt x="175847" y="192240"/>
                      <a:pt x="177873" y="203563"/>
                    </a:cubicBezTo>
                    <a:cubicBezTo>
                      <a:pt x="179900" y="214886"/>
                      <a:pt x="187051" y="205709"/>
                      <a:pt x="185740" y="197127"/>
                    </a:cubicBezTo>
                    <a:cubicBezTo>
                      <a:pt x="184429" y="188545"/>
                      <a:pt x="187051" y="189379"/>
                      <a:pt x="196348" y="183062"/>
                    </a:cubicBezTo>
                    <a:cubicBezTo>
                      <a:pt x="205645" y="176745"/>
                      <a:pt x="195633" y="166017"/>
                      <a:pt x="189912" y="153979"/>
                    </a:cubicBezTo>
                    <a:cubicBezTo>
                      <a:pt x="184191" y="141941"/>
                      <a:pt x="162974" y="146112"/>
                      <a:pt x="162974" y="134789"/>
                    </a:cubicBezTo>
                    <a:cubicBezTo>
                      <a:pt x="162974" y="123466"/>
                      <a:pt x="147479" y="119890"/>
                      <a:pt x="146764" y="113573"/>
                    </a:cubicBezTo>
                    <a:cubicBezTo>
                      <a:pt x="146049" y="107256"/>
                      <a:pt x="125429" y="100819"/>
                      <a:pt x="113390" y="107852"/>
                    </a:cubicBezTo>
                    <a:cubicBezTo>
                      <a:pt x="101352" y="114884"/>
                      <a:pt x="109815" y="95098"/>
                      <a:pt x="101471" y="85920"/>
                    </a:cubicBezTo>
                    <a:cubicBezTo>
                      <a:pt x="93128" y="76742"/>
                      <a:pt x="107907" y="63274"/>
                      <a:pt x="117801" y="51950"/>
                    </a:cubicBezTo>
                    <a:cubicBezTo>
                      <a:pt x="127694" y="40627"/>
                      <a:pt x="114940" y="21437"/>
                      <a:pt x="116370" y="12974"/>
                    </a:cubicBezTo>
                    <a:cubicBezTo>
                      <a:pt x="117801" y="4512"/>
                      <a:pt x="117085" y="1651"/>
                      <a:pt x="112080" y="4393"/>
                    </a:cubicBezTo>
                    <a:cubicBezTo>
                      <a:pt x="107073" y="7134"/>
                      <a:pt x="86572" y="-4070"/>
                      <a:pt x="77394" y="1651"/>
                    </a:cubicBezTo>
                    <a:cubicBezTo>
                      <a:pt x="68216" y="7372"/>
                      <a:pt x="76679" y="54096"/>
                      <a:pt x="72388" y="57552"/>
                    </a:cubicBezTo>
                    <a:cubicBezTo>
                      <a:pt x="68098" y="61009"/>
                      <a:pt x="62734" y="50043"/>
                      <a:pt x="61065" y="54811"/>
                    </a:cubicBezTo>
                    <a:cubicBezTo>
                      <a:pt x="59396" y="59579"/>
                      <a:pt x="61780" y="87350"/>
                      <a:pt x="67501" y="87350"/>
                    </a:cubicBezTo>
                    <a:cubicBezTo>
                      <a:pt x="73223" y="87350"/>
                      <a:pt x="77394" y="94383"/>
                      <a:pt x="73819" y="105825"/>
                    </a:cubicBezTo>
                    <a:cubicBezTo>
                      <a:pt x="70243" y="117268"/>
                      <a:pt x="84427" y="118460"/>
                      <a:pt x="97657" y="113573"/>
                    </a:cubicBezTo>
                    <a:cubicBezTo>
                      <a:pt x="110887" y="108686"/>
                      <a:pt x="106596" y="122751"/>
                      <a:pt x="119946" y="120605"/>
                    </a:cubicBezTo>
                    <a:close/>
                    <a:moveTo>
                      <a:pt x="74534" y="127041"/>
                    </a:moveTo>
                    <a:cubicBezTo>
                      <a:pt x="76679" y="136934"/>
                      <a:pt x="81685" y="157555"/>
                      <a:pt x="97299" y="152549"/>
                    </a:cubicBezTo>
                    <a:cubicBezTo>
                      <a:pt x="112913" y="147543"/>
                      <a:pt x="73103" y="119890"/>
                      <a:pt x="74653" y="127041"/>
                    </a:cubicBezTo>
                    <a:close/>
                    <a:moveTo>
                      <a:pt x="114225" y="195816"/>
                    </a:moveTo>
                    <a:cubicBezTo>
                      <a:pt x="117801" y="195100"/>
                      <a:pt x="126144" y="195816"/>
                      <a:pt x="126979" y="188664"/>
                    </a:cubicBezTo>
                    <a:cubicBezTo>
                      <a:pt x="127812" y="181512"/>
                      <a:pt x="135560" y="201418"/>
                      <a:pt x="129124" y="207854"/>
                    </a:cubicBezTo>
                    <a:cubicBezTo>
                      <a:pt x="122687" y="214290"/>
                      <a:pt x="122687" y="231692"/>
                      <a:pt x="132700" y="234076"/>
                    </a:cubicBezTo>
                    <a:cubicBezTo>
                      <a:pt x="142711" y="236460"/>
                      <a:pt x="160948" y="202133"/>
                      <a:pt x="158207" y="195816"/>
                    </a:cubicBezTo>
                    <a:cubicBezTo>
                      <a:pt x="155465" y="189498"/>
                      <a:pt x="146288" y="199987"/>
                      <a:pt x="149029" y="191525"/>
                    </a:cubicBezTo>
                    <a:cubicBezTo>
                      <a:pt x="151770" y="183062"/>
                      <a:pt x="123402" y="161011"/>
                      <a:pt x="113271" y="163157"/>
                    </a:cubicBezTo>
                    <a:cubicBezTo>
                      <a:pt x="103140" y="165302"/>
                      <a:pt x="106001" y="197365"/>
                      <a:pt x="114344" y="195816"/>
                    </a:cubicBezTo>
                    <a:close/>
                    <a:moveTo>
                      <a:pt x="30790" y="209165"/>
                    </a:moveTo>
                    <a:cubicBezTo>
                      <a:pt x="20897" y="221919"/>
                      <a:pt x="-2822" y="243135"/>
                      <a:pt x="277" y="248856"/>
                    </a:cubicBezTo>
                    <a:cubicBezTo>
                      <a:pt x="4568" y="256723"/>
                      <a:pt x="30790" y="217747"/>
                      <a:pt x="43544" y="208569"/>
                    </a:cubicBezTo>
                    <a:cubicBezTo>
                      <a:pt x="52006" y="204588"/>
                      <a:pt x="55641" y="194516"/>
                      <a:pt x="51661" y="186054"/>
                    </a:cubicBezTo>
                    <a:cubicBezTo>
                      <a:pt x="51172" y="184993"/>
                      <a:pt x="50564" y="183992"/>
                      <a:pt x="49861" y="183062"/>
                    </a:cubicBezTo>
                    <a:cubicBezTo>
                      <a:pt x="45689" y="174480"/>
                      <a:pt x="40683" y="196411"/>
                      <a:pt x="30790" y="209165"/>
                    </a:cubicBezTo>
                    <a:close/>
                    <a:moveTo>
                      <a:pt x="156895" y="223349"/>
                    </a:moveTo>
                    <a:cubicBezTo>
                      <a:pt x="159757" y="230500"/>
                      <a:pt x="180734" y="219177"/>
                      <a:pt x="174536" y="212026"/>
                    </a:cubicBezTo>
                    <a:cubicBezTo>
                      <a:pt x="168338" y="204874"/>
                      <a:pt x="154750" y="218104"/>
                      <a:pt x="156895" y="223349"/>
                    </a:cubicBezTo>
                    <a:close/>
                    <a:moveTo>
                      <a:pt x="220664" y="278654"/>
                    </a:moveTo>
                    <a:cubicBezTo>
                      <a:pt x="229126" y="268761"/>
                      <a:pt x="214942" y="242896"/>
                      <a:pt x="214942" y="225494"/>
                    </a:cubicBezTo>
                    <a:cubicBezTo>
                      <a:pt x="214942" y="208092"/>
                      <a:pt x="191103" y="213575"/>
                      <a:pt x="198017" y="224064"/>
                    </a:cubicBezTo>
                    <a:cubicBezTo>
                      <a:pt x="204930" y="234553"/>
                      <a:pt x="186098" y="226209"/>
                      <a:pt x="184548" y="236818"/>
                    </a:cubicBezTo>
                    <a:cubicBezTo>
                      <a:pt x="182998" y="247426"/>
                      <a:pt x="169649" y="238963"/>
                      <a:pt x="170364" y="247426"/>
                    </a:cubicBezTo>
                    <a:cubicBezTo>
                      <a:pt x="171079" y="255888"/>
                      <a:pt x="156180" y="247426"/>
                      <a:pt x="149148" y="242539"/>
                    </a:cubicBezTo>
                    <a:cubicBezTo>
                      <a:pt x="142116" y="237652"/>
                      <a:pt x="132104" y="256008"/>
                      <a:pt x="121495" y="258868"/>
                    </a:cubicBezTo>
                    <a:cubicBezTo>
                      <a:pt x="110887" y="261729"/>
                      <a:pt x="105166" y="284256"/>
                      <a:pt x="112198" y="283660"/>
                    </a:cubicBezTo>
                    <a:cubicBezTo>
                      <a:pt x="119231" y="283064"/>
                      <a:pt x="124952" y="271741"/>
                      <a:pt x="133534" y="272337"/>
                    </a:cubicBezTo>
                    <a:cubicBezTo>
                      <a:pt x="142116" y="272933"/>
                      <a:pt x="139136" y="263755"/>
                      <a:pt x="151174" y="265901"/>
                    </a:cubicBezTo>
                    <a:cubicBezTo>
                      <a:pt x="163213" y="268046"/>
                      <a:pt x="154750" y="304161"/>
                      <a:pt x="171079" y="307022"/>
                    </a:cubicBezTo>
                    <a:cubicBezTo>
                      <a:pt x="187409" y="309883"/>
                      <a:pt x="188005" y="319776"/>
                      <a:pt x="195871" y="319776"/>
                    </a:cubicBezTo>
                    <a:cubicBezTo>
                      <a:pt x="203739" y="319776"/>
                      <a:pt x="194441" y="297129"/>
                      <a:pt x="195156" y="289262"/>
                    </a:cubicBezTo>
                    <a:cubicBezTo>
                      <a:pt x="195871" y="281396"/>
                      <a:pt x="212201" y="288547"/>
                      <a:pt x="220664" y="278654"/>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56" name="Freeform: Shape 155">
                <a:extLst>
                  <a:ext uri="{FF2B5EF4-FFF2-40B4-BE49-F238E27FC236}">
                    <a16:creationId xmlns:a16="http://schemas.microsoft.com/office/drawing/2014/main" id="{A51AE1E0-A8A4-42C8-BFCF-79DA4C6D96EB}"/>
                  </a:ext>
                </a:extLst>
              </p:cNvPr>
              <p:cNvSpPr/>
              <p:nvPr/>
            </p:nvSpPr>
            <p:spPr>
              <a:xfrm>
                <a:off x="7621407" y="8687801"/>
                <a:ext cx="296903" cy="193595"/>
              </a:xfrm>
              <a:custGeom>
                <a:avLst/>
                <a:gdLst>
                  <a:gd name="connsiteX0" fmla="*/ 218241 w 296903"/>
                  <a:gd name="connsiteY0" fmla="*/ 178789 h 193595"/>
                  <a:gd name="connsiteX1" fmla="*/ 201197 w 296903"/>
                  <a:gd name="connsiteY1" fmla="*/ 162459 h 193595"/>
                  <a:gd name="connsiteX2" fmla="*/ 177358 w 296903"/>
                  <a:gd name="connsiteY2" fmla="*/ 150540 h 193595"/>
                  <a:gd name="connsiteX3" fmla="*/ 160314 w 296903"/>
                  <a:gd name="connsiteY3" fmla="*/ 118596 h 193595"/>
                  <a:gd name="connsiteX4" fmla="*/ 154712 w 296903"/>
                  <a:gd name="connsiteY4" fmla="*/ 98811 h 193595"/>
                  <a:gd name="connsiteX5" fmla="*/ 159599 w 296903"/>
                  <a:gd name="connsiteY5" fmla="*/ 83196 h 193595"/>
                  <a:gd name="connsiteX6" fmla="*/ 111922 w 296903"/>
                  <a:gd name="connsiteY6" fmla="*/ 56974 h 193595"/>
                  <a:gd name="connsiteX7" fmla="*/ 17640 w 296903"/>
                  <a:gd name="connsiteY7" fmla="*/ 5244 h 193595"/>
                  <a:gd name="connsiteX8" fmla="*/ 0 w 296903"/>
                  <a:gd name="connsiteY8" fmla="*/ 0 h 193595"/>
                  <a:gd name="connsiteX9" fmla="*/ 0 w 296903"/>
                  <a:gd name="connsiteY9" fmla="*/ 151851 h 193595"/>
                  <a:gd name="connsiteX10" fmla="*/ 25507 w 296903"/>
                  <a:gd name="connsiteY10" fmla="*/ 160314 h 193595"/>
                  <a:gd name="connsiteX11" fmla="*/ 54471 w 296903"/>
                  <a:gd name="connsiteY11" fmla="*/ 143984 h 193595"/>
                  <a:gd name="connsiteX12" fmla="*/ 68655 w 296903"/>
                  <a:gd name="connsiteY12" fmla="*/ 126344 h 193595"/>
                  <a:gd name="connsiteX13" fmla="*/ 118954 w 296903"/>
                  <a:gd name="connsiteY13" fmla="*/ 137667 h 193595"/>
                  <a:gd name="connsiteX14" fmla="*/ 171399 w 296903"/>
                  <a:gd name="connsiteY14" fmla="*/ 184391 h 193595"/>
                  <a:gd name="connsiteX15" fmla="*/ 221698 w 296903"/>
                  <a:gd name="connsiteY15" fmla="*/ 193568 h 193595"/>
                  <a:gd name="connsiteX16" fmla="*/ 218241 w 296903"/>
                  <a:gd name="connsiteY16" fmla="*/ 178789 h 193595"/>
                  <a:gd name="connsiteX17" fmla="*/ 258648 w 296903"/>
                  <a:gd name="connsiteY17" fmla="*/ 52564 h 193595"/>
                  <a:gd name="connsiteX18" fmla="*/ 229565 w 296903"/>
                  <a:gd name="connsiteY18" fmla="*/ 69608 h 193595"/>
                  <a:gd name="connsiteX19" fmla="*/ 178550 w 296903"/>
                  <a:gd name="connsiteY19" fmla="*/ 71754 h 193595"/>
                  <a:gd name="connsiteX20" fmla="*/ 217526 w 296903"/>
                  <a:gd name="connsiteY20" fmla="*/ 89514 h 193595"/>
                  <a:gd name="connsiteX21" fmla="*/ 267110 w 296903"/>
                  <a:gd name="connsiteY21" fmla="*/ 64602 h 193595"/>
                  <a:gd name="connsiteX22" fmla="*/ 274143 w 296903"/>
                  <a:gd name="connsiteY22" fmla="*/ 43386 h 193595"/>
                  <a:gd name="connsiteX23" fmla="*/ 258648 w 296903"/>
                  <a:gd name="connsiteY23" fmla="*/ 52564 h 193595"/>
                  <a:gd name="connsiteX24" fmla="*/ 282486 w 296903"/>
                  <a:gd name="connsiteY24" fmla="*/ 25626 h 193595"/>
                  <a:gd name="connsiteX25" fmla="*/ 275334 w 296903"/>
                  <a:gd name="connsiteY25" fmla="*/ 27057 h 193595"/>
                  <a:gd name="connsiteX26" fmla="*/ 290233 w 296903"/>
                  <a:gd name="connsiteY26" fmla="*/ 49822 h 193595"/>
                  <a:gd name="connsiteX27" fmla="*/ 282724 w 296903"/>
                  <a:gd name="connsiteY27" fmla="*/ 25626 h 19359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Lst>
                <a:rect l="l" t="t" r="r" b="b"/>
                <a:pathLst>
                  <a:path w="296903" h="193595">
                    <a:moveTo>
                      <a:pt x="218241" y="178789"/>
                    </a:moveTo>
                    <a:cubicBezTo>
                      <a:pt x="213235" y="176643"/>
                      <a:pt x="200482" y="168061"/>
                      <a:pt x="201197" y="162459"/>
                    </a:cubicBezTo>
                    <a:cubicBezTo>
                      <a:pt x="201912" y="156857"/>
                      <a:pt x="187013" y="157453"/>
                      <a:pt x="177358" y="150540"/>
                    </a:cubicBezTo>
                    <a:cubicBezTo>
                      <a:pt x="167704" y="143627"/>
                      <a:pt x="170922" y="123602"/>
                      <a:pt x="160314" y="118596"/>
                    </a:cubicBezTo>
                    <a:cubicBezTo>
                      <a:pt x="149706" y="113590"/>
                      <a:pt x="141958" y="98095"/>
                      <a:pt x="154712" y="98811"/>
                    </a:cubicBezTo>
                    <a:cubicBezTo>
                      <a:pt x="167465" y="99526"/>
                      <a:pt x="169611" y="92374"/>
                      <a:pt x="159599" y="83196"/>
                    </a:cubicBezTo>
                    <a:cubicBezTo>
                      <a:pt x="149586" y="74018"/>
                      <a:pt x="113590" y="70443"/>
                      <a:pt x="111922" y="56974"/>
                    </a:cubicBezTo>
                    <a:cubicBezTo>
                      <a:pt x="110253" y="43505"/>
                      <a:pt x="46008" y="11562"/>
                      <a:pt x="17640" y="5244"/>
                    </a:cubicBezTo>
                    <a:cubicBezTo>
                      <a:pt x="12634" y="4052"/>
                      <a:pt x="6555" y="2265"/>
                      <a:pt x="0" y="0"/>
                    </a:cubicBezTo>
                    <a:lnTo>
                      <a:pt x="0" y="151851"/>
                    </a:lnTo>
                    <a:cubicBezTo>
                      <a:pt x="7521" y="157060"/>
                      <a:pt x="16365" y="159992"/>
                      <a:pt x="25507" y="160314"/>
                    </a:cubicBezTo>
                    <a:cubicBezTo>
                      <a:pt x="56616" y="161744"/>
                      <a:pt x="49346" y="143984"/>
                      <a:pt x="54471" y="143984"/>
                    </a:cubicBezTo>
                    <a:cubicBezTo>
                      <a:pt x="59596" y="143984"/>
                      <a:pt x="62337" y="134091"/>
                      <a:pt x="68655" y="126344"/>
                    </a:cubicBezTo>
                    <a:cubicBezTo>
                      <a:pt x="74972" y="118596"/>
                      <a:pt x="102744" y="124914"/>
                      <a:pt x="118954" y="137667"/>
                    </a:cubicBezTo>
                    <a:cubicBezTo>
                      <a:pt x="135164" y="150421"/>
                      <a:pt x="154712" y="187966"/>
                      <a:pt x="171399" y="184391"/>
                    </a:cubicBezTo>
                    <a:cubicBezTo>
                      <a:pt x="188085" y="180815"/>
                      <a:pt x="206203" y="194283"/>
                      <a:pt x="221698" y="193568"/>
                    </a:cubicBezTo>
                    <a:cubicBezTo>
                      <a:pt x="237192" y="192853"/>
                      <a:pt x="223128" y="180815"/>
                      <a:pt x="218241" y="178789"/>
                    </a:cubicBezTo>
                    <a:close/>
                    <a:moveTo>
                      <a:pt x="258648" y="52564"/>
                    </a:moveTo>
                    <a:cubicBezTo>
                      <a:pt x="258648" y="59000"/>
                      <a:pt x="246728" y="62576"/>
                      <a:pt x="229565" y="69608"/>
                    </a:cubicBezTo>
                    <a:cubicBezTo>
                      <a:pt x="212401" y="76641"/>
                      <a:pt x="179623" y="61503"/>
                      <a:pt x="178550" y="71754"/>
                    </a:cubicBezTo>
                    <a:cubicBezTo>
                      <a:pt x="177835" y="78071"/>
                      <a:pt x="198336" y="89514"/>
                      <a:pt x="217526" y="89514"/>
                    </a:cubicBezTo>
                    <a:cubicBezTo>
                      <a:pt x="236716" y="89514"/>
                      <a:pt x="267110" y="70323"/>
                      <a:pt x="267110" y="64602"/>
                    </a:cubicBezTo>
                    <a:cubicBezTo>
                      <a:pt x="267110" y="58881"/>
                      <a:pt x="279029" y="49107"/>
                      <a:pt x="274143" y="43386"/>
                    </a:cubicBezTo>
                    <a:cubicBezTo>
                      <a:pt x="269255" y="37665"/>
                      <a:pt x="258648" y="45770"/>
                      <a:pt x="258648" y="52564"/>
                    </a:cubicBezTo>
                    <a:close/>
                    <a:moveTo>
                      <a:pt x="282486" y="25626"/>
                    </a:moveTo>
                    <a:cubicBezTo>
                      <a:pt x="270567" y="18594"/>
                      <a:pt x="261150" y="13707"/>
                      <a:pt x="275334" y="27057"/>
                    </a:cubicBezTo>
                    <a:cubicBezTo>
                      <a:pt x="289518" y="40406"/>
                      <a:pt x="281890" y="51968"/>
                      <a:pt x="290233" y="49822"/>
                    </a:cubicBezTo>
                    <a:cubicBezTo>
                      <a:pt x="303941" y="45770"/>
                      <a:pt x="294047" y="32778"/>
                      <a:pt x="282724" y="25626"/>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57" name="Freeform: Shape 156">
                <a:extLst>
                  <a:ext uri="{FF2B5EF4-FFF2-40B4-BE49-F238E27FC236}">
                    <a16:creationId xmlns:a16="http://schemas.microsoft.com/office/drawing/2014/main" id="{490668A8-EA40-4C93-AD4F-200D73929FEA}"/>
                  </a:ext>
                </a:extLst>
              </p:cNvPr>
              <p:cNvSpPr/>
              <p:nvPr/>
            </p:nvSpPr>
            <p:spPr>
              <a:xfrm>
                <a:off x="6174528" y="8386833"/>
                <a:ext cx="50087" cy="92101"/>
              </a:xfrm>
              <a:custGeom>
                <a:avLst/>
                <a:gdLst>
                  <a:gd name="connsiteX0" fmla="*/ 11206 w 50087"/>
                  <a:gd name="connsiteY0" fmla="*/ 7 h 92101"/>
                  <a:gd name="connsiteX1" fmla="*/ 2743 w 50087"/>
                  <a:gd name="connsiteY1" fmla="*/ 22654 h 92101"/>
                  <a:gd name="connsiteX2" fmla="*/ 1313 w 50087"/>
                  <a:gd name="connsiteY2" fmla="*/ 54597 h 92101"/>
                  <a:gd name="connsiteX3" fmla="*/ 13232 w 50087"/>
                  <a:gd name="connsiteY3" fmla="*/ 90355 h 92101"/>
                  <a:gd name="connsiteX4" fmla="*/ 50063 w 50087"/>
                  <a:gd name="connsiteY4" fmla="*/ 56266 h 92101"/>
                  <a:gd name="connsiteX5" fmla="*/ 11206 w 50087"/>
                  <a:gd name="connsiteY5" fmla="*/ 7 h 9210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0087" h="92101">
                    <a:moveTo>
                      <a:pt x="11206" y="7"/>
                    </a:moveTo>
                    <a:cubicBezTo>
                      <a:pt x="4889" y="722"/>
                      <a:pt x="6319" y="13476"/>
                      <a:pt x="2743" y="22654"/>
                    </a:cubicBezTo>
                    <a:cubicBezTo>
                      <a:pt x="-344" y="33023"/>
                      <a:pt x="-832" y="43989"/>
                      <a:pt x="1313" y="54597"/>
                    </a:cubicBezTo>
                    <a:cubicBezTo>
                      <a:pt x="2743" y="68066"/>
                      <a:pt x="1313" y="82131"/>
                      <a:pt x="13232" y="90355"/>
                    </a:cubicBezTo>
                    <a:cubicBezTo>
                      <a:pt x="25151" y="98579"/>
                      <a:pt x="48990" y="76171"/>
                      <a:pt x="50063" y="56266"/>
                    </a:cubicBezTo>
                    <a:cubicBezTo>
                      <a:pt x="51135" y="36361"/>
                      <a:pt x="16570" y="-589"/>
                      <a:pt x="11206" y="7"/>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58" name="Freeform: Shape 157">
                <a:extLst>
                  <a:ext uri="{FF2B5EF4-FFF2-40B4-BE49-F238E27FC236}">
                    <a16:creationId xmlns:a16="http://schemas.microsoft.com/office/drawing/2014/main" id="{9F8BD65E-3016-413D-B35C-DBF07EBB5416}"/>
                  </a:ext>
                </a:extLst>
              </p:cNvPr>
              <p:cNvSpPr/>
              <p:nvPr/>
            </p:nvSpPr>
            <p:spPr>
              <a:xfrm>
                <a:off x="5285897" y="8905415"/>
                <a:ext cx="173315" cy="340360"/>
              </a:xfrm>
              <a:custGeom>
                <a:avLst/>
                <a:gdLst>
                  <a:gd name="connsiteX0" fmla="*/ 146661 w 173315"/>
                  <a:gd name="connsiteY0" fmla="*/ 4322 h 340360"/>
                  <a:gd name="connsiteX1" fmla="*/ 138198 w 173315"/>
                  <a:gd name="connsiteY1" fmla="*/ 11473 h 340360"/>
                  <a:gd name="connsiteX2" fmla="*/ 134622 w 173315"/>
                  <a:gd name="connsiteY2" fmla="*/ 28398 h 340360"/>
                  <a:gd name="connsiteX3" fmla="*/ 120439 w 173315"/>
                  <a:gd name="connsiteY3" fmla="*/ 39007 h 340360"/>
                  <a:gd name="connsiteX4" fmla="*/ 108520 w 173315"/>
                  <a:gd name="connsiteY4" fmla="*/ 49734 h 340360"/>
                  <a:gd name="connsiteX5" fmla="*/ 107804 w 173315"/>
                  <a:gd name="connsiteY5" fmla="*/ 62488 h 340360"/>
                  <a:gd name="connsiteX6" fmla="*/ 90045 w 173315"/>
                  <a:gd name="connsiteY6" fmla="*/ 77267 h 340360"/>
                  <a:gd name="connsiteX7" fmla="*/ 56790 w 173315"/>
                  <a:gd name="connsiteY7" fmla="*/ 94312 h 340360"/>
                  <a:gd name="connsiteX8" fmla="*/ 26277 w 173315"/>
                  <a:gd name="connsiteY8" fmla="*/ 100033 h 340360"/>
                  <a:gd name="connsiteX9" fmla="*/ 16384 w 173315"/>
                  <a:gd name="connsiteY9" fmla="*/ 131858 h 340360"/>
                  <a:gd name="connsiteX10" fmla="*/ 19244 w 173315"/>
                  <a:gd name="connsiteY10" fmla="*/ 175124 h 340360"/>
                  <a:gd name="connsiteX11" fmla="*/ 13523 w 173315"/>
                  <a:gd name="connsiteY11" fmla="*/ 223993 h 340360"/>
                  <a:gd name="connsiteX12" fmla="*/ 4345 w 173315"/>
                  <a:gd name="connsiteY12" fmla="*/ 281444 h 340360"/>
                  <a:gd name="connsiteX13" fmla="*/ 19959 w 173315"/>
                  <a:gd name="connsiteY13" fmla="*/ 326737 h 340360"/>
                  <a:gd name="connsiteX14" fmla="*/ 62511 w 173315"/>
                  <a:gd name="connsiteY14" fmla="*/ 337345 h 340360"/>
                  <a:gd name="connsiteX15" fmla="*/ 87303 w 173315"/>
                  <a:gd name="connsiteY15" fmla="*/ 328168 h 340360"/>
                  <a:gd name="connsiteX16" fmla="*/ 121988 w 173315"/>
                  <a:gd name="connsiteY16" fmla="*/ 227569 h 340360"/>
                  <a:gd name="connsiteX17" fmla="*/ 148211 w 173315"/>
                  <a:gd name="connsiteY17" fmla="*/ 134003 h 340360"/>
                  <a:gd name="connsiteX18" fmla="*/ 152501 w 173315"/>
                  <a:gd name="connsiteY18" fmla="*/ 107066 h 340360"/>
                  <a:gd name="connsiteX19" fmla="*/ 158819 w 173315"/>
                  <a:gd name="connsiteY19" fmla="*/ 92166 h 340360"/>
                  <a:gd name="connsiteX20" fmla="*/ 173002 w 173315"/>
                  <a:gd name="connsiteY20" fmla="*/ 89425 h 340360"/>
                  <a:gd name="connsiteX21" fmla="*/ 163825 w 173315"/>
                  <a:gd name="connsiteY21" fmla="*/ 44013 h 340360"/>
                  <a:gd name="connsiteX22" fmla="*/ 146661 w 173315"/>
                  <a:gd name="connsiteY22" fmla="*/ 4322 h 34036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Lst>
                <a:rect l="l" t="t" r="r" b="b"/>
                <a:pathLst>
                  <a:path w="173315" h="340360">
                    <a:moveTo>
                      <a:pt x="146661" y="4322"/>
                    </a:moveTo>
                    <a:cubicBezTo>
                      <a:pt x="143562" y="-7597"/>
                      <a:pt x="140940" y="8613"/>
                      <a:pt x="138198" y="11473"/>
                    </a:cubicBezTo>
                    <a:cubicBezTo>
                      <a:pt x="135028" y="16515"/>
                      <a:pt x="133764" y="22511"/>
                      <a:pt x="134622" y="28398"/>
                    </a:cubicBezTo>
                    <a:cubicBezTo>
                      <a:pt x="135338" y="34120"/>
                      <a:pt x="126160" y="39722"/>
                      <a:pt x="120439" y="39007"/>
                    </a:cubicBezTo>
                    <a:cubicBezTo>
                      <a:pt x="114717" y="38292"/>
                      <a:pt x="105540" y="41867"/>
                      <a:pt x="108520" y="49734"/>
                    </a:cubicBezTo>
                    <a:cubicBezTo>
                      <a:pt x="111499" y="57601"/>
                      <a:pt x="104228" y="56051"/>
                      <a:pt x="107804" y="62488"/>
                    </a:cubicBezTo>
                    <a:cubicBezTo>
                      <a:pt x="111380" y="68924"/>
                      <a:pt x="100057" y="76672"/>
                      <a:pt x="90045" y="77267"/>
                    </a:cubicBezTo>
                    <a:cubicBezTo>
                      <a:pt x="80032" y="77864"/>
                      <a:pt x="67398" y="95742"/>
                      <a:pt x="56790" y="94312"/>
                    </a:cubicBezTo>
                    <a:cubicBezTo>
                      <a:pt x="46182" y="92882"/>
                      <a:pt x="35574" y="101463"/>
                      <a:pt x="26277" y="100033"/>
                    </a:cubicBezTo>
                    <a:cubicBezTo>
                      <a:pt x="16980" y="98603"/>
                      <a:pt x="23535" y="119104"/>
                      <a:pt x="16384" y="131858"/>
                    </a:cubicBezTo>
                    <a:cubicBezTo>
                      <a:pt x="9232" y="144611"/>
                      <a:pt x="12808" y="159510"/>
                      <a:pt x="19244" y="175124"/>
                    </a:cubicBezTo>
                    <a:cubicBezTo>
                      <a:pt x="25681" y="190739"/>
                      <a:pt x="30568" y="203492"/>
                      <a:pt x="13523" y="223993"/>
                    </a:cubicBezTo>
                    <a:cubicBezTo>
                      <a:pt x="-279" y="239810"/>
                      <a:pt x="-3843" y="262111"/>
                      <a:pt x="4345" y="281444"/>
                    </a:cubicBezTo>
                    <a:cubicBezTo>
                      <a:pt x="10782" y="295628"/>
                      <a:pt x="10782" y="317202"/>
                      <a:pt x="19959" y="326737"/>
                    </a:cubicBezTo>
                    <a:cubicBezTo>
                      <a:pt x="29137" y="336273"/>
                      <a:pt x="54644" y="345212"/>
                      <a:pt x="62511" y="337345"/>
                    </a:cubicBezTo>
                    <a:cubicBezTo>
                      <a:pt x="70378" y="329479"/>
                      <a:pt x="78483" y="338418"/>
                      <a:pt x="87303" y="328168"/>
                    </a:cubicBezTo>
                    <a:cubicBezTo>
                      <a:pt x="96123" y="317917"/>
                      <a:pt x="109950" y="263684"/>
                      <a:pt x="121988" y="227569"/>
                    </a:cubicBezTo>
                    <a:cubicBezTo>
                      <a:pt x="134027" y="191454"/>
                      <a:pt x="149641" y="144135"/>
                      <a:pt x="148211" y="134003"/>
                    </a:cubicBezTo>
                    <a:cubicBezTo>
                      <a:pt x="146780" y="123872"/>
                      <a:pt x="156673" y="117674"/>
                      <a:pt x="152501" y="107066"/>
                    </a:cubicBezTo>
                    <a:cubicBezTo>
                      <a:pt x="148330" y="96458"/>
                      <a:pt x="153813" y="83227"/>
                      <a:pt x="158819" y="92166"/>
                    </a:cubicBezTo>
                    <a:cubicBezTo>
                      <a:pt x="163825" y="101106"/>
                      <a:pt x="170738" y="100748"/>
                      <a:pt x="173002" y="89425"/>
                    </a:cubicBezTo>
                    <a:cubicBezTo>
                      <a:pt x="175267" y="78102"/>
                      <a:pt x="164540" y="60342"/>
                      <a:pt x="163825" y="44013"/>
                    </a:cubicBezTo>
                    <a:cubicBezTo>
                      <a:pt x="163110" y="27683"/>
                      <a:pt x="148806" y="12189"/>
                      <a:pt x="146661" y="4322"/>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59" name="Freeform: Shape 158">
                <a:extLst>
                  <a:ext uri="{FF2B5EF4-FFF2-40B4-BE49-F238E27FC236}">
                    <a16:creationId xmlns:a16="http://schemas.microsoft.com/office/drawing/2014/main" id="{16E35E8B-B501-44D6-A6FA-7F945DD35151}"/>
                  </a:ext>
                </a:extLst>
              </p:cNvPr>
              <p:cNvSpPr/>
              <p:nvPr/>
            </p:nvSpPr>
            <p:spPr>
              <a:xfrm>
                <a:off x="5276296" y="8152627"/>
                <a:ext cx="285234" cy="168459"/>
              </a:xfrm>
              <a:custGeom>
                <a:avLst/>
                <a:gdLst>
                  <a:gd name="connsiteX0" fmla="*/ 202508 w 285234"/>
                  <a:gd name="connsiteY0" fmla="*/ 6436 h 168459"/>
                  <a:gd name="connsiteX1" fmla="*/ 154831 w 285234"/>
                  <a:gd name="connsiteY1" fmla="*/ 9178 h 168459"/>
                  <a:gd name="connsiteX2" fmla="*/ 117881 w 285234"/>
                  <a:gd name="connsiteY2" fmla="*/ 41479 h 168459"/>
                  <a:gd name="connsiteX3" fmla="*/ 101432 w 285234"/>
                  <a:gd name="connsiteY3" fmla="*/ 47558 h 168459"/>
                  <a:gd name="connsiteX4" fmla="*/ 67939 w 285234"/>
                  <a:gd name="connsiteY4" fmla="*/ 42075 h 168459"/>
                  <a:gd name="connsiteX5" fmla="*/ 38499 w 285234"/>
                  <a:gd name="connsiteY5" fmla="*/ 39334 h 168459"/>
                  <a:gd name="connsiteX6" fmla="*/ 20620 w 285234"/>
                  <a:gd name="connsiteY6" fmla="*/ 36592 h 168459"/>
                  <a:gd name="connsiteX7" fmla="*/ 10370 w 285234"/>
                  <a:gd name="connsiteY7" fmla="*/ 45532 h 168459"/>
                  <a:gd name="connsiteX8" fmla="*/ 11085 w 285234"/>
                  <a:gd name="connsiteY8" fmla="*/ 58523 h 168459"/>
                  <a:gd name="connsiteX9" fmla="*/ 0 w 285234"/>
                  <a:gd name="connsiteY9" fmla="*/ 64602 h 168459"/>
                  <a:gd name="connsiteX10" fmla="*/ 2026 w 285234"/>
                  <a:gd name="connsiteY10" fmla="*/ 79382 h 168459"/>
                  <a:gd name="connsiteX11" fmla="*/ 9178 w 285234"/>
                  <a:gd name="connsiteY11" fmla="*/ 117643 h 168459"/>
                  <a:gd name="connsiteX12" fmla="*/ 17283 w 285234"/>
                  <a:gd name="connsiteY12" fmla="*/ 152686 h 168459"/>
                  <a:gd name="connsiteX13" fmla="*/ 60788 w 285234"/>
                  <a:gd name="connsiteY13" fmla="*/ 147799 h 168459"/>
                  <a:gd name="connsiteX14" fmla="*/ 91659 w 285234"/>
                  <a:gd name="connsiteY14" fmla="*/ 138144 h 168459"/>
                  <a:gd name="connsiteX15" fmla="*/ 117881 w 285234"/>
                  <a:gd name="connsiteY15" fmla="*/ 125390 h 168459"/>
                  <a:gd name="connsiteX16" fmla="*/ 141720 w 285234"/>
                  <a:gd name="connsiteY16" fmla="*/ 121576 h 168459"/>
                  <a:gd name="connsiteX17" fmla="*/ 160552 w 285234"/>
                  <a:gd name="connsiteY17" fmla="*/ 108823 h 168459"/>
                  <a:gd name="connsiteX18" fmla="*/ 211209 w 285234"/>
                  <a:gd name="connsiteY18" fmla="*/ 92136 h 168459"/>
                  <a:gd name="connsiteX19" fmla="*/ 234213 w 285234"/>
                  <a:gd name="connsiteY19" fmla="*/ 68297 h 168459"/>
                  <a:gd name="connsiteX20" fmla="*/ 254714 w 285234"/>
                  <a:gd name="connsiteY20" fmla="*/ 60550 h 168459"/>
                  <a:gd name="connsiteX21" fmla="*/ 225393 w 285234"/>
                  <a:gd name="connsiteY21" fmla="*/ 0 h 168459"/>
                  <a:gd name="connsiteX22" fmla="*/ 202508 w 285234"/>
                  <a:gd name="connsiteY22" fmla="*/ 6436 h 168459"/>
                  <a:gd name="connsiteX23" fmla="*/ 260793 w 285234"/>
                  <a:gd name="connsiteY23" fmla="*/ 165201 h 168459"/>
                  <a:gd name="connsiteX24" fmla="*/ 285227 w 285234"/>
                  <a:gd name="connsiteY24" fmla="*/ 160552 h 168459"/>
                  <a:gd name="connsiteX25" fmla="*/ 260197 w 285234"/>
                  <a:gd name="connsiteY25" fmla="*/ 165201 h 168459"/>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285234" h="168459">
                    <a:moveTo>
                      <a:pt x="202508" y="6436"/>
                    </a:moveTo>
                    <a:cubicBezTo>
                      <a:pt x="190589" y="9178"/>
                      <a:pt x="159360" y="7152"/>
                      <a:pt x="154831" y="9178"/>
                    </a:cubicBezTo>
                    <a:cubicBezTo>
                      <a:pt x="150301" y="11204"/>
                      <a:pt x="121934" y="31824"/>
                      <a:pt x="117881" y="41479"/>
                    </a:cubicBezTo>
                    <a:cubicBezTo>
                      <a:pt x="113829" y="51134"/>
                      <a:pt x="107631" y="52325"/>
                      <a:pt x="101432" y="47558"/>
                    </a:cubicBezTo>
                    <a:cubicBezTo>
                      <a:pt x="95235" y="42790"/>
                      <a:pt x="69966" y="44220"/>
                      <a:pt x="67939" y="42075"/>
                    </a:cubicBezTo>
                    <a:cubicBezTo>
                      <a:pt x="58416" y="39155"/>
                      <a:pt x="48392" y="38225"/>
                      <a:pt x="38499" y="39334"/>
                    </a:cubicBezTo>
                    <a:cubicBezTo>
                      <a:pt x="29559" y="40764"/>
                      <a:pt x="24792" y="35281"/>
                      <a:pt x="20620" y="36592"/>
                    </a:cubicBezTo>
                    <a:cubicBezTo>
                      <a:pt x="16496" y="38642"/>
                      <a:pt x="12968" y="41729"/>
                      <a:pt x="10370" y="45532"/>
                    </a:cubicBezTo>
                    <a:cubicBezTo>
                      <a:pt x="8343" y="48273"/>
                      <a:pt x="12396" y="55782"/>
                      <a:pt x="11085" y="58523"/>
                    </a:cubicBezTo>
                    <a:cubicBezTo>
                      <a:pt x="7652" y="60991"/>
                      <a:pt x="3921" y="63029"/>
                      <a:pt x="0" y="64602"/>
                    </a:cubicBezTo>
                    <a:cubicBezTo>
                      <a:pt x="2336" y="69155"/>
                      <a:pt x="3051" y="74364"/>
                      <a:pt x="2026" y="79382"/>
                    </a:cubicBezTo>
                    <a:cubicBezTo>
                      <a:pt x="-465" y="92577"/>
                      <a:pt x="2086" y="106236"/>
                      <a:pt x="9178" y="117643"/>
                    </a:cubicBezTo>
                    <a:cubicBezTo>
                      <a:pt x="16568" y="128609"/>
                      <a:pt x="13707" y="148752"/>
                      <a:pt x="17283" y="152686"/>
                    </a:cubicBezTo>
                    <a:cubicBezTo>
                      <a:pt x="20859" y="156619"/>
                      <a:pt x="48392" y="155904"/>
                      <a:pt x="60788" y="147799"/>
                    </a:cubicBezTo>
                    <a:cubicBezTo>
                      <a:pt x="69716" y="141231"/>
                      <a:pt x="80586" y="137834"/>
                      <a:pt x="91659" y="138144"/>
                    </a:cubicBezTo>
                    <a:cubicBezTo>
                      <a:pt x="101623" y="137107"/>
                      <a:pt x="110908" y="132590"/>
                      <a:pt x="117881" y="125390"/>
                    </a:cubicBezTo>
                    <a:cubicBezTo>
                      <a:pt x="121100" y="121219"/>
                      <a:pt x="135641" y="120861"/>
                      <a:pt x="141720" y="121576"/>
                    </a:cubicBezTo>
                    <a:cubicBezTo>
                      <a:pt x="147799" y="122291"/>
                      <a:pt x="153639" y="115497"/>
                      <a:pt x="160552" y="108823"/>
                    </a:cubicBezTo>
                    <a:cubicBezTo>
                      <a:pt x="167465" y="102148"/>
                      <a:pt x="188562" y="99168"/>
                      <a:pt x="211209" y="92136"/>
                    </a:cubicBezTo>
                    <a:cubicBezTo>
                      <a:pt x="233855" y="85103"/>
                      <a:pt x="228849" y="74376"/>
                      <a:pt x="234213" y="68297"/>
                    </a:cubicBezTo>
                    <a:cubicBezTo>
                      <a:pt x="239576" y="62218"/>
                      <a:pt x="244940" y="64483"/>
                      <a:pt x="254714" y="60550"/>
                    </a:cubicBezTo>
                    <a:cubicBezTo>
                      <a:pt x="243629" y="38022"/>
                      <a:pt x="230876" y="12873"/>
                      <a:pt x="225393" y="0"/>
                    </a:cubicBezTo>
                    <a:cubicBezTo>
                      <a:pt x="214427" y="3099"/>
                      <a:pt x="205249" y="5721"/>
                      <a:pt x="202508" y="6436"/>
                    </a:cubicBezTo>
                    <a:close/>
                    <a:moveTo>
                      <a:pt x="260793" y="165201"/>
                    </a:moveTo>
                    <a:cubicBezTo>
                      <a:pt x="268779" y="173425"/>
                      <a:pt x="284632" y="163890"/>
                      <a:pt x="285227" y="160552"/>
                    </a:cubicBezTo>
                    <a:cubicBezTo>
                      <a:pt x="285823" y="157215"/>
                      <a:pt x="251257" y="156023"/>
                      <a:pt x="260197" y="165201"/>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60" name="Freeform: Shape 159">
                <a:extLst>
                  <a:ext uri="{FF2B5EF4-FFF2-40B4-BE49-F238E27FC236}">
                    <a16:creationId xmlns:a16="http://schemas.microsoft.com/office/drawing/2014/main" id="{2AE4EAF8-AF74-4014-8913-2A991E042E80}"/>
                  </a:ext>
                </a:extLst>
              </p:cNvPr>
              <p:cNvSpPr/>
              <p:nvPr/>
            </p:nvSpPr>
            <p:spPr>
              <a:xfrm>
                <a:off x="5895646" y="9904555"/>
                <a:ext cx="48580" cy="30925"/>
              </a:xfrm>
              <a:custGeom>
                <a:avLst/>
                <a:gdLst>
                  <a:gd name="connsiteX0" fmla="*/ 16303 w 48580"/>
                  <a:gd name="connsiteY0" fmla="*/ 1272 h 30925"/>
                  <a:gd name="connsiteX1" fmla="*/ 7960 w 48580"/>
                  <a:gd name="connsiteY1" fmla="*/ 28329 h 30925"/>
                  <a:gd name="connsiteX2" fmla="*/ 27746 w 48580"/>
                  <a:gd name="connsiteY2" fmla="*/ 28329 h 30925"/>
                  <a:gd name="connsiteX3" fmla="*/ 45934 w 48580"/>
                  <a:gd name="connsiteY3" fmla="*/ 25731 h 30925"/>
                  <a:gd name="connsiteX4" fmla="*/ 48485 w 48580"/>
                  <a:gd name="connsiteY4" fmla="*/ 19032 h 30925"/>
                  <a:gd name="connsiteX5" fmla="*/ 16303 w 48580"/>
                  <a:gd name="connsiteY5" fmla="*/ 1272 h 309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48580" h="30925">
                    <a:moveTo>
                      <a:pt x="16303" y="1272"/>
                    </a:moveTo>
                    <a:cubicBezTo>
                      <a:pt x="13204" y="-5879"/>
                      <a:pt x="-12780" y="19032"/>
                      <a:pt x="7960" y="28329"/>
                    </a:cubicBezTo>
                    <a:cubicBezTo>
                      <a:pt x="17376" y="32501"/>
                      <a:pt x="21428" y="23084"/>
                      <a:pt x="27746" y="28329"/>
                    </a:cubicBezTo>
                    <a:cubicBezTo>
                      <a:pt x="33491" y="32632"/>
                      <a:pt x="41632" y="31464"/>
                      <a:pt x="45934" y="25731"/>
                    </a:cubicBezTo>
                    <a:cubicBezTo>
                      <a:pt x="47401" y="23776"/>
                      <a:pt x="48283" y="21464"/>
                      <a:pt x="48485" y="19032"/>
                    </a:cubicBezTo>
                    <a:cubicBezTo>
                      <a:pt x="50511" y="6517"/>
                      <a:pt x="19402" y="9020"/>
                      <a:pt x="16303" y="1272"/>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61" name="Freeform: Shape 160">
                <a:extLst>
                  <a:ext uri="{FF2B5EF4-FFF2-40B4-BE49-F238E27FC236}">
                    <a16:creationId xmlns:a16="http://schemas.microsoft.com/office/drawing/2014/main" id="{FDE13C09-091B-46ED-87A8-94FE00CA9B1D}"/>
                  </a:ext>
                </a:extLst>
              </p:cNvPr>
              <p:cNvSpPr/>
              <p:nvPr/>
            </p:nvSpPr>
            <p:spPr>
              <a:xfrm>
                <a:off x="7953651" y="8756570"/>
                <a:ext cx="187264" cy="131505"/>
              </a:xfrm>
              <a:custGeom>
                <a:avLst/>
                <a:gdLst>
                  <a:gd name="connsiteX0" fmla="*/ 64 w 187264"/>
                  <a:gd name="connsiteY0" fmla="*/ 839 h 131505"/>
                  <a:gd name="connsiteX1" fmla="*/ 29863 w 187264"/>
                  <a:gd name="connsiteY1" fmla="*/ 35524 h 131505"/>
                  <a:gd name="connsiteX2" fmla="*/ 64 w 187264"/>
                  <a:gd name="connsiteY2" fmla="*/ 839 h 131505"/>
                  <a:gd name="connsiteX3" fmla="*/ 45357 w 187264"/>
                  <a:gd name="connsiteY3" fmla="*/ 30637 h 131505"/>
                  <a:gd name="connsiteX4" fmla="*/ 65620 w 187264"/>
                  <a:gd name="connsiteY4" fmla="*/ 47086 h 131505"/>
                  <a:gd name="connsiteX5" fmla="*/ 45357 w 187264"/>
                  <a:gd name="connsiteY5" fmla="*/ 30637 h 131505"/>
                  <a:gd name="connsiteX6" fmla="*/ 125097 w 187264"/>
                  <a:gd name="connsiteY6" fmla="*/ 73070 h 131505"/>
                  <a:gd name="connsiteX7" fmla="*/ 91604 w 187264"/>
                  <a:gd name="connsiteY7" fmla="*/ 55071 h 131505"/>
                  <a:gd name="connsiteX8" fmla="*/ 125097 w 187264"/>
                  <a:gd name="connsiteY8" fmla="*/ 73070 h 131505"/>
                  <a:gd name="connsiteX9" fmla="*/ 120806 w 187264"/>
                  <a:gd name="connsiteY9" fmla="*/ 95955 h 131505"/>
                  <a:gd name="connsiteX10" fmla="*/ 145360 w 187264"/>
                  <a:gd name="connsiteY10" fmla="*/ 109304 h 131505"/>
                  <a:gd name="connsiteX11" fmla="*/ 120806 w 187264"/>
                  <a:gd name="connsiteY11" fmla="*/ 96193 h 131505"/>
                  <a:gd name="connsiteX12" fmla="*/ 164431 w 187264"/>
                  <a:gd name="connsiteY12" fmla="*/ 119793 h 131505"/>
                  <a:gd name="connsiteX13" fmla="*/ 186243 w 187264"/>
                  <a:gd name="connsiteY13" fmla="*/ 130401 h 131505"/>
                  <a:gd name="connsiteX14" fmla="*/ 164431 w 187264"/>
                  <a:gd name="connsiteY14" fmla="*/ 119316 h 131505"/>
                  <a:gd name="connsiteX15" fmla="*/ 145837 w 187264"/>
                  <a:gd name="connsiteY15" fmla="*/ 72116 h 131505"/>
                  <a:gd name="connsiteX16" fmla="*/ 165026 w 187264"/>
                  <a:gd name="connsiteY16" fmla="*/ 104537 h 131505"/>
                  <a:gd name="connsiteX17" fmla="*/ 145837 w 187264"/>
                  <a:gd name="connsiteY17" fmla="*/ 72354 h 131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7264" h="131505">
                    <a:moveTo>
                      <a:pt x="64" y="839"/>
                    </a:moveTo>
                    <a:cubicBezTo>
                      <a:pt x="-1366" y="7275"/>
                      <a:pt x="21400" y="40887"/>
                      <a:pt x="29863" y="35524"/>
                    </a:cubicBezTo>
                    <a:cubicBezTo>
                      <a:pt x="45357" y="25631"/>
                      <a:pt x="1495" y="-5478"/>
                      <a:pt x="64" y="839"/>
                    </a:cubicBezTo>
                    <a:close/>
                    <a:moveTo>
                      <a:pt x="45357" y="30637"/>
                    </a:moveTo>
                    <a:cubicBezTo>
                      <a:pt x="45357" y="33259"/>
                      <a:pt x="61806" y="49708"/>
                      <a:pt x="65620" y="47086"/>
                    </a:cubicBezTo>
                    <a:cubicBezTo>
                      <a:pt x="69435" y="44463"/>
                      <a:pt x="46311" y="25750"/>
                      <a:pt x="45357" y="30637"/>
                    </a:cubicBezTo>
                    <a:close/>
                    <a:moveTo>
                      <a:pt x="125097" y="73070"/>
                    </a:moveTo>
                    <a:cubicBezTo>
                      <a:pt x="130937" y="69375"/>
                      <a:pt x="92200" y="48158"/>
                      <a:pt x="91604" y="55071"/>
                    </a:cubicBezTo>
                    <a:cubicBezTo>
                      <a:pt x="91008" y="61985"/>
                      <a:pt x="119257" y="76884"/>
                      <a:pt x="125097" y="73070"/>
                    </a:cubicBezTo>
                    <a:close/>
                    <a:moveTo>
                      <a:pt x="120806" y="95955"/>
                    </a:moveTo>
                    <a:cubicBezTo>
                      <a:pt x="124215" y="106157"/>
                      <a:pt x="134942" y="111986"/>
                      <a:pt x="145360" y="109304"/>
                    </a:cubicBezTo>
                    <a:cubicBezTo>
                      <a:pt x="151677" y="105490"/>
                      <a:pt x="118661" y="84989"/>
                      <a:pt x="120806" y="96193"/>
                    </a:cubicBezTo>
                    <a:close/>
                    <a:moveTo>
                      <a:pt x="164431" y="119793"/>
                    </a:moveTo>
                    <a:cubicBezTo>
                      <a:pt x="165504" y="122534"/>
                      <a:pt x="179330" y="135288"/>
                      <a:pt x="186243" y="130401"/>
                    </a:cubicBezTo>
                    <a:cubicBezTo>
                      <a:pt x="193156" y="125514"/>
                      <a:pt x="162643" y="114787"/>
                      <a:pt x="164431" y="119316"/>
                    </a:cubicBezTo>
                    <a:close/>
                    <a:moveTo>
                      <a:pt x="145837" y="72116"/>
                    </a:moveTo>
                    <a:cubicBezTo>
                      <a:pt x="140473" y="84035"/>
                      <a:pt x="161809" y="104060"/>
                      <a:pt x="165026" y="104537"/>
                    </a:cubicBezTo>
                    <a:cubicBezTo>
                      <a:pt x="168245" y="105013"/>
                      <a:pt x="149889" y="63057"/>
                      <a:pt x="145837" y="72354"/>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62" name="Freeform: Shape 161">
                <a:extLst>
                  <a:ext uri="{FF2B5EF4-FFF2-40B4-BE49-F238E27FC236}">
                    <a16:creationId xmlns:a16="http://schemas.microsoft.com/office/drawing/2014/main" id="{0B260F9E-034E-4985-B51E-55F0DDBAE06B}"/>
                  </a:ext>
                </a:extLst>
              </p:cNvPr>
              <p:cNvSpPr/>
              <p:nvPr/>
            </p:nvSpPr>
            <p:spPr>
              <a:xfrm>
                <a:off x="7953651" y="8756570"/>
                <a:ext cx="187264" cy="131505"/>
              </a:xfrm>
              <a:custGeom>
                <a:avLst/>
                <a:gdLst>
                  <a:gd name="connsiteX0" fmla="*/ 64 w 187264"/>
                  <a:gd name="connsiteY0" fmla="*/ 839 h 131505"/>
                  <a:gd name="connsiteX1" fmla="*/ 29863 w 187264"/>
                  <a:gd name="connsiteY1" fmla="*/ 35524 h 131505"/>
                  <a:gd name="connsiteX2" fmla="*/ 64 w 187264"/>
                  <a:gd name="connsiteY2" fmla="*/ 839 h 131505"/>
                  <a:gd name="connsiteX3" fmla="*/ 45357 w 187264"/>
                  <a:gd name="connsiteY3" fmla="*/ 30637 h 131505"/>
                  <a:gd name="connsiteX4" fmla="*/ 65620 w 187264"/>
                  <a:gd name="connsiteY4" fmla="*/ 47086 h 131505"/>
                  <a:gd name="connsiteX5" fmla="*/ 45357 w 187264"/>
                  <a:gd name="connsiteY5" fmla="*/ 30637 h 131505"/>
                  <a:gd name="connsiteX6" fmla="*/ 125097 w 187264"/>
                  <a:gd name="connsiteY6" fmla="*/ 73070 h 131505"/>
                  <a:gd name="connsiteX7" fmla="*/ 91604 w 187264"/>
                  <a:gd name="connsiteY7" fmla="*/ 55071 h 131505"/>
                  <a:gd name="connsiteX8" fmla="*/ 125097 w 187264"/>
                  <a:gd name="connsiteY8" fmla="*/ 73070 h 131505"/>
                  <a:gd name="connsiteX9" fmla="*/ 120806 w 187264"/>
                  <a:gd name="connsiteY9" fmla="*/ 95955 h 131505"/>
                  <a:gd name="connsiteX10" fmla="*/ 145360 w 187264"/>
                  <a:gd name="connsiteY10" fmla="*/ 109304 h 131505"/>
                  <a:gd name="connsiteX11" fmla="*/ 120806 w 187264"/>
                  <a:gd name="connsiteY11" fmla="*/ 96193 h 131505"/>
                  <a:gd name="connsiteX12" fmla="*/ 164431 w 187264"/>
                  <a:gd name="connsiteY12" fmla="*/ 119793 h 131505"/>
                  <a:gd name="connsiteX13" fmla="*/ 186243 w 187264"/>
                  <a:gd name="connsiteY13" fmla="*/ 130401 h 131505"/>
                  <a:gd name="connsiteX14" fmla="*/ 164431 w 187264"/>
                  <a:gd name="connsiteY14" fmla="*/ 119316 h 131505"/>
                  <a:gd name="connsiteX15" fmla="*/ 145837 w 187264"/>
                  <a:gd name="connsiteY15" fmla="*/ 72116 h 131505"/>
                  <a:gd name="connsiteX16" fmla="*/ 165026 w 187264"/>
                  <a:gd name="connsiteY16" fmla="*/ 104537 h 131505"/>
                  <a:gd name="connsiteX17" fmla="*/ 145837 w 187264"/>
                  <a:gd name="connsiteY17" fmla="*/ 72354 h 13150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87264" h="131505">
                    <a:moveTo>
                      <a:pt x="64" y="839"/>
                    </a:moveTo>
                    <a:cubicBezTo>
                      <a:pt x="-1366" y="7275"/>
                      <a:pt x="21400" y="40887"/>
                      <a:pt x="29863" y="35524"/>
                    </a:cubicBezTo>
                    <a:cubicBezTo>
                      <a:pt x="45357" y="25631"/>
                      <a:pt x="1495" y="-5478"/>
                      <a:pt x="64" y="839"/>
                    </a:cubicBezTo>
                    <a:close/>
                    <a:moveTo>
                      <a:pt x="45357" y="30637"/>
                    </a:moveTo>
                    <a:cubicBezTo>
                      <a:pt x="45357" y="33259"/>
                      <a:pt x="61806" y="49708"/>
                      <a:pt x="65620" y="47086"/>
                    </a:cubicBezTo>
                    <a:cubicBezTo>
                      <a:pt x="69435" y="44463"/>
                      <a:pt x="46311" y="25750"/>
                      <a:pt x="45357" y="30637"/>
                    </a:cubicBezTo>
                    <a:close/>
                    <a:moveTo>
                      <a:pt x="125097" y="73070"/>
                    </a:moveTo>
                    <a:cubicBezTo>
                      <a:pt x="130937" y="69375"/>
                      <a:pt x="92200" y="48158"/>
                      <a:pt x="91604" y="55071"/>
                    </a:cubicBezTo>
                    <a:cubicBezTo>
                      <a:pt x="91008" y="61985"/>
                      <a:pt x="119257" y="76884"/>
                      <a:pt x="125097" y="73070"/>
                    </a:cubicBezTo>
                    <a:close/>
                    <a:moveTo>
                      <a:pt x="120806" y="95955"/>
                    </a:moveTo>
                    <a:cubicBezTo>
                      <a:pt x="124215" y="106157"/>
                      <a:pt x="134942" y="111986"/>
                      <a:pt x="145360" y="109304"/>
                    </a:cubicBezTo>
                    <a:cubicBezTo>
                      <a:pt x="151677" y="105490"/>
                      <a:pt x="118661" y="84989"/>
                      <a:pt x="120806" y="96193"/>
                    </a:cubicBezTo>
                    <a:close/>
                    <a:moveTo>
                      <a:pt x="164431" y="119793"/>
                    </a:moveTo>
                    <a:cubicBezTo>
                      <a:pt x="165504" y="122534"/>
                      <a:pt x="179330" y="135288"/>
                      <a:pt x="186243" y="130401"/>
                    </a:cubicBezTo>
                    <a:cubicBezTo>
                      <a:pt x="193156" y="125514"/>
                      <a:pt x="162643" y="114787"/>
                      <a:pt x="164431" y="119316"/>
                    </a:cubicBezTo>
                    <a:close/>
                    <a:moveTo>
                      <a:pt x="145837" y="72116"/>
                    </a:moveTo>
                    <a:cubicBezTo>
                      <a:pt x="140473" y="84035"/>
                      <a:pt x="161809" y="104060"/>
                      <a:pt x="165026" y="104537"/>
                    </a:cubicBezTo>
                    <a:cubicBezTo>
                      <a:pt x="168245" y="105013"/>
                      <a:pt x="149889" y="63057"/>
                      <a:pt x="145837" y="72354"/>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63" name="Freeform: Shape 162">
                <a:extLst>
                  <a:ext uri="{FF2B5EF4-FFF2-40B4-BE49-F238E27FC236}">
                    <a16:creationId xmlns:a16="http://schemas.microsoft.com/office/drawing/2014/main" id="{F948CD4F-92BE-4CD8-81FE-DC52ECAC8A3D}"/>
                  </a:ext>
                </a:extLst>
              </p:cNvPr>
              <p:cNvSpPr/>
              <p:nvPr/>
            </p:nvSpPr>
            <p:spPr>
              <a:xfrm>
                <a:off x="8501201" y="9023466"/>
                <a:ext cx="59084" cy="49325"/>
              </a:xfrm>
              <a:custGeom>
                <a:avLst/>
                <a:gdLst>
                  <a:gd name="connsiteX0" fmla="*/ 1157 w 59084"/>
                  <a:gd name="connsiteY0" fmla="*/ 43843 h 49325"/>
                  <a:gd name="connsiteX1" fmla="*/ 28690 w 59084"/>
                  <a:gd name="connsiteY1" fmla="*/ 36334 h 49325"/>
                  <a:gd name="connsiteX2" fmla="*/ 1157 w 59084"/>
                  <a:gd name="connsiteY2" fmla="*/ 43843 h 49325"/>
                  <a:gd name="connsiteX3" fmla="*/ 34054 w 59084"/>
                  <a:gd name="connsiteY3" fmla="*/ 15714 h 49325"/>
                  <a:gd name="connsiteX4" fmla="*/ 59085 w 59084"/>
                  <a:gd name="connsiteY4" fmla="*/ 2364 h 49325"/>
                  <a:gd name="connsiteX5" fmla="*/ 34054 w 59084"/>
                  <a:gd name="connsiteY5" fmla="*/ 16190 h 4932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59084" h="49325">
                    <a:moveTo>
                      <a:pt x="1157" y="43843"/>
                    </a:moveTo>
                    <a:cubicBezTo>
                      <a:pt x="10096" y="52306"/>
                      <a:pt x="28214" y="51829"/>
                      <a:pt x="28690" y="36334"/>
                    </a:cubicBezTo>
                    <a:cubicBezTo>
                      <a:pt x="29167" y="20839"/>
                      <a:pt x="-6829" y="36692"/>
                      <a:pt x="1157" y="43843"/>
                    </a:cubicBezTo>
                    <a:close/>
                    <a:moveTo>
                      <a:pt x="34054" y="15714"/>
                    </a:moveTo>
                    <a:cubicBezTo>
                      <a:pt x="39894" y="17740"/>
                      <a:pt x="59085" y="11423"/>
                      <a:pt x="59085" y="2364"/>
                    </a:cubicBezTo>
                    <a:cubicBezTo>
                      <a:pt x="59085" y="-6694"/>
                      <a:pt x="25234" y="12972"/>
                      <a:pt x="34054" y="16190"/>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64" name="Freeform: Shape 163">
                <a:extLst>
                  <a:ext uri="{FF2B5EF4-FFF2-40B4-BE49-F238E27FC236}">
                    <a16:creationId xmlns:a16="http://schemas.microsoft.com/office/drawing/2014/main" id="{53B939FC-F244-4709-9368-9A7D7C7733B2}"/>
                  </a:ext>
                </a:extLst>
              </p:cNvPr>
              <p:cNvSpPr/>
              <p:nvPr/>
            </p:nvSpPr>
            <p:spPr>
              <a:xfrm>
                <a:off x="5523952" y="7520040"/>
                <a:ext cx="339128" cy="212390"/>
              </a:xfrm>
              <a:custGeom>
                <a:avLst/>
                <a:gdLst>
                  <a:gd name="connsiteX0" fmla="*/ 337341 w 339128"/>
                  <a:gd name="connsiteY0" fmla="*/ 134841 h 212390"/>
                  <a:gd name="connsiteX1" fmla="*/ 316005 w 339128"/>
                  <a:gd name="connsiteY1" fmla="*/ 127689 h 212390"/>
                  <a:gd name="connsiteX2" fmla="*/ 291214 w 339128"/>
                  <a:gd name="connsiteY2" fmla="*/ 111479 h 212390"/>
                  <a:gd name="connsiteX3" fmla="*/ 263561 w 339128"/>
                  <a:gd name="connsiteY3" fmla="*/ 95149 h 212390"/>
                  <a:gd name="connsiteX4" fmla="*/ 239722 w 339128"/>
                  <a:gd name="connsiteY4" fmla="*/ 77390 h 212390"/>
                  <a:gd name="connsiteX5" fmla="*/ 228995 w 339128"/>
                  <a:gd name="connsiteY5" fmla="*/ 57366 h 212390"/>
                  <a:gd name="connsiteX6" fmla="*/ 219102 w 339128"/>
                  <a:gd name="connsiteY6" fmla="*/ 41751 h 212390"/>
                  <a:gd name="connsiteX7" fmla="*/ 183345 w 339128"/>
                  <a:gd name="connsiteY7" fmla="*/ 37460 h 212390"/>
                  <a:gd name="connsiteX8" fmla="*/ 174763 w 339128"/>
                  <a:gd name="connsiteY8" fmla="*/ 11953 h 212390"/>
                  <a:gd name="connsiteX9" fmla="*/ 156407 w 339128"/>
                  <a:gd name="connsiteY9" fmla="*/ 5636 h 212390"/>
                  <a:gd name="connsiteX10" fmla="*/ 139363 w 339128"/>
                  <a:gd name="connsiteY10" fmla="*/ 1345 h 212390"/>
                  <a:gd name="connsiteX11" fmla="*/ 129469 w 339128"/>
                  <a:gd name="connsiteY11" fmla="*/ 6351 h 212390"/>
                  <a:gd name="connsiteX12" fmla="*/ 121007 w 339128"/>
                  <a:gd name="connsiteY12" fmla="*/ 15529 h 212390"/>
                  <a:gd name="connsiteX13" fmla="*/ 103962 w 339128"/>
                  <a:gd name="connsiteY13" fmla="*/ 28283 h 212390"/>
                  <a:gd name="connsiteX14" fmla="*/ 95499 w 339128"/>
                  <a:gd name="connsiteY14" fmla="*/ 39606 h 212390"/>
                  <a:gd name="connsiteX15" fmla="*/ 78574 w 339128"/>
                  <a:gd name="connsiteY15" fmla="*/ 35672 h 212390"/>
                  <a:gd name="connsiteX16" fmla="*/ 61768 w 339128"/>
                  <a:gd name="connsiteY16" fmla="*/ 31620 h 212390"/>
                  <a:gd name="connsiteX17" fmla="*/ 32447 w 339128"/>
                  <a:gd name="connsiteY17" fmla="*/ 8973 h 212390"/>
                  <a:gd name="connsiteX18" fmla="*/ 7774 w 339128"/>
                  <a:gd name="connsiteY18" fmla="*/ 21965 h 212390"/>
                  <a:gd name="connsiteX19" fmla="*/ 18978 w 339128"/>
                  <a:gd name="connsiteY19" fmla="*/ 17674 h 212390"/>
                  <a:gd name="connsiteX20" fmla="*/ 37334 w 339128"/>
                  <a:gd name="connsiteY20" fmla="*/ 39606 h 212390"/>
                  <a:gd name="connsiteX21" fmla="*/ 48657 w 339128"/>
                  <a:gd name="connsiteY21" fmla="*/ 53790 h 212390"/>
                  <a:gd name="connsiteX22" fmla="*/ 24818 w 339128"/>
                  <a:gd name="connsiteY22" fmla="*/ 58796 h 212390"/>
                  <a:gd name="connsiteX23" fmla="*/ 2887 w 339128"/>
                  <a:gd name="connsiteY23" fmla="*/ 58796 h 212390"/>
                  <a:gd name="connsiteX24" fmla="*/ 7774 w 339128"/>
                  <a:gd name="connsiteY24" fmla="*/ 78582 h 212390"/>
                  <a:gd name="connsiteX25" fmla="*/ 9204 w 339128"/>
                  <a:gd name="connsiteY25" fmla="*/ 93481 h 212390"/>
                  <a:gd name="connsiteX26" fmla="*/ 22673 w 339128"/>
                  <a:gd name="connsiteY26" fmla="*/ 99202 h 212390"/>
                  <a:gd name="connsiteX27" fmla="*/ 27679 w 339128"/>
                  <a:gd name="connsiteY27" fmla="*/ 118273 h 212390"/>
                  <a:gd name="connsiteX28" fmla="*/ 27679 w 339128"/>
                  <a:gd name="connsiteY28" fmla="*/ 150336 h 212390"/>
                  <a:gd name="connsiteX29" fmla="*/ 47465 w 339128"/>
                  <a:gd name="connsiteY29" fmla="*/ 146641 h 212390"/>
                  <a:gd name="connsiteX30" fmla="*/ 68800 w 339128"/>
                  <a:gd name="connsiteY30" fmla="*/ 131742 h 212390"/>
                  <a:gd name="connsiteX31" fmla="*/ 85726 w 339128"/>
                  <a:gd name="connsiteY31" fmla="*/ 129596 h 212390"/>
                  <a:gd name="connsiteX32" fmla="*/ 113378 w 339128"/>
                  <a:gd name="connsiteY32" fmla="*/ 130311 h 212390"/>
                  <a:gd name="connsiteX33" fmla="*/ 131138 w 339128"/>
                  <a:gd name="connsiteY33" fmla="*/ 138178 h 212390"/>
                  <a:gd name="connsiteX34" fmla="*/ 142461 w 339128"/>
                  <a:gd name="connsiteY34" fmla="*/ 143780 h 212390"/>
                  <a:gd name="connsiteX35" fmla="*/ 162962 w 339128"/>
                  <a:gd name="connsiteY35" fmla="*/ 150216 h 212390"/>
                  <a:gd name="connsiteX36" fmla="*/ 173571 w 339128"/>
                  <a:gd name="connsiteY36" fmla="*/ 158679 h 212390"/>
                  <a:gd name="connsiteX37" fmla="*/ 189900 w 339128"/>
                  <a:gd name="connsiteY37" fmla="*/ 172148 h 212390"/>
                  <a:gd name="connsiteX38" fmla="*/ 206944 w 339128"/>
                  <a:gd name="connsiteY38" fmla="*/ 175008 h 212390"/>
                  <a:gd name="connsiteX39" fmla="*/ 211236 w 339128"/>
                  <a:gd name="connsiteY39" fmla="*/ 204330 h 212390"/>
                  <a:gd name="connsiteX40" fmla="*/ 216241 w 339128"/>
                  <a:gd name="connsiteY40" fmla="*/ 204330 h 212390"/>
                  <a:gd name="connsiteX41" fmla="*/ 233286 w 339128"/>
                  <a:gd name="connsiteY41" fmla="*/ 209097 h 212390"/>
                  <a:gd name="connsiteX42" fmla="*/ 254145 w 339128"/>
                  <a:gd name="connsiteY42" fmla="*/ 201469 h 212390"/>
                  <a:gd name="connsiteX43" fmla="*/ 288234 w 339128"/>
                  <a:gd name="connsiteY43" fmla="*/ 181564 h 212390"/>
                  <a:gd name="connsiteX44" fmla="*/ 302418 w 339128"/>
                  <a:gd name="connsiteY44" fmla="*/ 157725 h 212390"/>
                  <a:gd name="connsiteX45" fmla="*/ 321250 w 339128"/>
                  <a:gd name="connsiteY45" fmla="*/ 146402 h 212390"/>
                  <a:gd name="connsiteX46" fmla="*/ 339129 w 339128"/>
                  <a:gd name="connsiteY46" fmla="*/ 150574 h 21239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339128" h="212390">
                    <a:moveTo>
                      <a:pt x="337341" y="134841"/>
                    </a:moveTo>
                    <a:cubicBezTo>
                      <a:pt x="330690" y="131253"/>
                      <a:pt x="323479" y="128833"/>
                      <a:pt x="316005" y="127689"/>
                    </a:cubicBezTo>
                    <a:cubicBezTo>
                      <a:pt x="310403" y="128404"/>
                      <a:pt x="301226" y="115055"/>
                      <a:pt x="291214" y="111479"/>
                    </a:cubicBezTo>
                    <a:cubicBezTo>
                      <a:pt x="280784" y="108428"/>
                      <a:pt x="271273" y="102814"/>
                      <a:pt x="263561" y="95149"/>
                    </a:cubicBezTo>
                    <a:cubicBezTo>
                      <a:pt x="259389" y="88832"/>
                      <a:pt x="241629" y="82396"/>
                      <a:pt x="239722" y="77390"/>
                    </a:cubicBezTo>
                    <a:cubicBezTo>
                      <a:pt x="237005" y="70286"/>
                      <a:pt x="233393" y="63564"/>
                      <a:pt x="228995" y="57366"/>
                    </a:cubicBezTo>
                    <a:cubicBezTo>
                      <a:pt x="223989" y="50929"/>
                      <a:pt x="224108" y="42466"/>
                      <a:pt x="219102" y="41751"/>
                    </a:cubicBezTo>
                    <a:cubicBezTo>
                      <a:pt x="214096" y="41036"/>
                      <a:pt x="183345" y="41751"/>
                      <a:pt x="183345" y="37460"/>
                    </a:cubicBezTo>
                    <a:cubicBezTo>
                      <a:pt x="183345" y="33169"/>
                      <a:pt x="181199" y="13622"/>
                      <a:pt x="174763" y="11953"/>
                    </a:cubicBezTo>
                    <a:cubicBezTo>
                      <a:pt x="168243" y="11286"/>
                      <a:pt x="161961" y="9116"/>
                      <a:pt x="156407" y="5636"/>
                    </a:cubicBezTo>
                    <a:cubicBezTo>
                      <a:pt x="152831" y="2060"/>
                      <a:pt x="141508" y="-2231"/>
                      <a:pt x="139363" y="1345"/>
                    </a:cubicBezTo>
                    <a:cubicBezTo>
                      <a:pt x="136943" y="4373"/>
                      <a:pt x="133331" y="6196"/>
                      <a:pt x="129469" y="6351"/>
                    </a:cubicBezTo>
                    <a:cubicBezTo>
                      <a:pt x="127324" y="6351"/>
                      <a:pt x="128039" y="16244"/>
                      <a:pt x="121007" y="15529"/>
                    </a:cubicBezTo>
                    <a:cubicBezTo>
                      <a:pt x="113223" y="15815"/>
                      <a:pt x="106441" y="20905"/>
                      <a:pt x="103962" y="28283"/>
                    </a:cubicBezTo>
                    <a:cubicBezTo>
                      <a:pt x="103962" y="33289"/>
                      <a:pt x="104677" y="40202"/>
                      <a:pt x="95499" y="39606"/>
                    </a:cubicBezTo>
                    <a:cubicBezTo>
                      <a:pt x="89671" y="39320"/>
                      <a:pt x="83938" y="37985"/>
                      <a:pt x="78574" y="35672"/>
                    </a:cubicBezTo>
                    <a:cubicBezTo>
                      <a:pt x="77263" y="36626"/>
                      <a:pt x="69635" y="41990"/>
                      <a:pt x="61768" y="31620"/>
                    </a:cubicBezTo>
                    <a:cubicBezTo>
                      <a:pt x="53901" y="21250"/>
                      <a:pt x="40075" y="8973"/>
                      <a:pt x="32447" y="8973"/>
                    </a:cubicBezTo>
                    <a:cubicBezTo>
                      <a:pt x="24818" y="8973"/>
                      <a:pt x="2172" y="8973"/>
                      <a:pt x="7774" y="21965"/>
                    </a:cubicBezTo>
                    <a:cubicBezTo>
                      <a:pt x="9443" y="19105"/>
                      <a:pt x="12542" y="17078"/>
                      <a:pt x="18978" y="17674"/>
                    </a:cubicBezTo>
                    <a:cubicBezTo>
                      <a:pt x="35903" y="19105"/>
                      <a:pt x="28156" y="38891"/>
                      <a:pt x="37334" y="39606"/>
                    </a:cubicBezTo>
                    <a:cubicBezTo>
                      <a:pt x="46512" y="40321"/>
                      <a:pt x="57239" y="54505"/>
                      <a:pt x="48657" y="53790"/>
                    </a:cubicBezTo>
                    <a:cubicBezTo>
                      <a:pt x="40075" y="53075"/>
                      <a:pt x="33043" y="61656"/>
                      <a:pt x="24818" y="58796"/>
                    </a:cubicBezTo>
                    <a:cubicBezTo>
                      <a:pt x="16594" y="55935"/>
                      <a:pt x="5748" y="48784"/>
                      <a:pt x="2887" y="58796"/>
                    </a:cubicBezTo>
                    <a:cubicBezTo>
                      <a:pt x="27" y="68808"/>
                      <a:pt x="-3549" y="79297"/>
                      <a:pt x="7774" y="78582"/>
                    </a:cubicBezTo>
                    <a:cubicBezTo>
                      <a:pt x="19097" y="77867"/>
                      <a:pt x="17071" y="85733"/>
                      <a:pt x="9204" y="93481"/>
                    </a:cubicBezTo>
                    <a:cubicBezTo>
                      <a:pt x="1338" y="101228"/>
                      <a:pt x="21123" y="92051"/>
                      <a:pt x="22673" y="99202"/>
                    </a:cubicBezTo>
                    <a:cubicBezTo>
                      <a:pt x="24223" y="106354"/>
                      <a:pt x="30420" y="106950"/>
                      <a:pt x="27679" y="118273"/>
                    </a:cubicBezTo>
                    <a:cubicBezTo>
                      <a:pt x="26535" y="128929"/>
                      <a:pt x="26535" y="139680"/>
                      <a:pt x="27679" y="150336"/>
                    </a:cubicBezTo>
                    <a:cubicBezTo>
                      <a:pt x="35188" y="150336"/>
                      <a:pt x="45320" y="149620"/>
                      <a:pt x="47465" y="146641"/>
                    </a:cubicBezTo>
                    <a:cubicBezTo>
                      <a:pt x="51041" y="141635"/>
                      <a:pt x="62364" y="131742"/>
                      <a:pt x="68800" y="131742"/>
                    </a:cubicBezTo>
                    <a:cubicBezTo>
                      <a:pt x="75237" y="131742"/>
                      <a:pt x="82269" y="134602"/>
                      <a:pt x="85726" y="129596"/>
                    </a:cubicBezTo>
                    <a:cubicBezTo>
                      <a:pt x="89182" y="124590"/>
                      <a:pt x="109564" y="126020"/>
                      <a:pt x="113378" y="130311"/>
                    </a:cubicBezTo>
                    <a:cubicBezTo>
                      <a:pt x="118444" y="134554"/>
                      <a:pt x="124594" y="137284"/>
                      <a:pt x="131138" y="138178"/>
                    </a:cubicBezTo>
                    <a:cubicBezTo>
                      <a:pt x="133999" y="138178"/>
                      <a:pt x="135310" y="144495"/>
                      <a:pt x="142461" y="143780"/>
                    </a:cubicBezTo>
                    <a:cubicBezTo>
                      <a:pt x="149613" y="143065"/>
                      <a:pt x="162962" y="145925"/>
                      <a:pt x="162962" y="150216"/>
                    </a:cubicBezTo>
                    <a:cubicBezTo>
                      <a:pt x="163856" y="155306"/>
                      <a:pt x="168409" y="158941"/>
                      <a:pt x="173571" y="158679"/>
                    </a:cubicBezTo>
                    <a:cubicBezTo>
                      <a:pt x="179292" y="158679"/>
                      <a:pt x="184298" y="172863"/>
                      <a:pt x="189900" y="172148"/>
                    </a:cubicBezTo>
                    <a:cubicBezTo>
                      <a:pt x="195502" y="171433"/>
                      <a:pt x="206944" y="171433"/>
                      <a:pt x="206944" y="175008"/>
                    </a:cubicBezTo>
                    <a:cubicBezTo>
                      <a:pt x="207171" y="184925"/>
                      <a:pt x="208613" y="194770"/>
                      <a:pt x="211236" y="204330"/>
                    </a:cubicBezTo>
                    <a:cubicBezTo>
                      <a:pt x="212785" y="203460"/>
                      <a:pt x="214680" y="203460"/>
                      <a:pt x="216241" y="204330"/>
                    </a:cubicBezTo>
                    <a:cubicBezTo>
                      <a:pt x="219102" y="206237"/>
                      <a:pt x="231379" y="202423"/>
                      <a:pt x="233286" y="209097"/>
                    </a:cubicBezTo>
                    <a:cubicBezTo>
                      <a:pt x="235193" y="215772"/>
                      <a:pt x="255098" y="211839"/>
                      <a:pt x="254145" y="201469"/>
                    </a:cubicBezTo>
                    <a:cubicBezTo>
                      <a:pt x="253191" y="191099"/>
                      <a:pt x="285373" y="191099"/>
                      <a:pt x="288234" y="181564"/>
                    </a:cubicBezTo>
                    <a:cubicBezTo>
                      <a:pt x="291094" y="172029"/>
                      <a:pt x="294789" y="155103"/>
                      <a:pt x="302418" y="157725"/>
                    </a:cubicBezTo>
                    <a:cubicBezTo>
                      <a:pt x="310046" y="160348"/>
                      <a:pt x="314337" y="145806"/>
                      <a:pt x="321250" y="146402"/>
                    </a:cubicBezTo>
                    <a:cubicBezTo>
                      <a:pt x="328163" y="146998"/>
                      <a:pt x="331858" y="152004"/>
                      <a:pt x="339129" y="150574"/>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65" name="Freeform: Shape 164">
                <a:extLst>
                  <a:ext uri="{FF2B5EF4-FFF2-40B4-BE49-F238E27FC236}">
                    <a16:creationId xmlns:a16="http://schemas.microsoft.com/office/drawing/2014/main" id="{119A7125-82B8-428D-BB95-2244AC77966F}"/>
                  </a:ext>
                </a:extLst>
              </p:cNvPr>
              <p:cNvSpPr/>
              <p:nvPr/>
            </p:nvSpPr>
            <p:spPr>
              <a:xfrm>
                <a:off x="5314812" y="7600467"/>
                <a:ext cx="466652" cy="398408"/>
              </a:xfrm>
              <a:custGeom>
                <a:avLst/>
                <a:gdLst>
                  <a:gd name="connsiteX0" fmla="*/ 457563 w 466652"/>
                  <a:gd name="connsiteY0" fmla="*/ 342263 h 398408"/>
                  <a:gd name="connsiteX1" fmla="*/ 446240 w 466652"/>
                  <a:gd name="connsiteY1" fmla="*/ 315683 h 398408"/>
                  <a:gd name="connsiteX2" fmla="*/ 421686 w 466652"/>
                  <a:gd name="connsiteY2" fmla="*/ 294943 h 398408"/>
                  <a:gd name="connsiteX3" fmla="*/ 405595 w 466652"/>
                  <a:gd name="connsiteY3" fmla="*/ 274085 h 398408"/>
                  <a:gd name="connsiteX4" fmla="*/ 430149 w 466652"/>
                  <a:gd name="connsiteY4" fmla="*/ 239996 h 398408"/>
                  <a:gd name="connsiteX5" fmla="*/ 406310 w 466652"/>
                  <a:gd name="connsiteY5" fmla="*/ 228077 h 398408"/>
                  <a:gd name="connsiteX6" fmla="*/ 402497 w 466652"/>
                  <a:gd name="connsiteY6" fmla="*/ 200662 h 398408"/>
                  <a:gd name="connsiteX7" fmla="*/ 402497 w 466652"/>
                  <a:gd name="connsiteY7" fmla="*/ 175036 h 398408"/>
                  <a:gd name="connsiteX8" fmla="*/ 405357 w 466652"/>
                  <a:gd name="connsiteY8" fmla="*/ 154296 h 398408"/>
                  <a:gd name="connsiteX9" fmla="*/ 414773 w 466652"/>
                  <a:gd name="connsiteY9" fmla="*/ 135345 h 398408"/>
                  <a:gd name="connsiteX10" fmla="*/ 420137 w 466652"/>
                  <a:gd name="connsiteY10" fmla="*/ 124498 h 398408"/>
                  <a:gd name="connsiteX11" fmla="*/ 415846 w 466652"/>
                  <a:gd name="connsiteY11" fmla="*/ 95177 h 398408"/>
                  <a:gd name="connsiteX12" fmla="*/ 398802 w 466652"/>
                  <a:gd name="connsiteY12" fmla="*/ 92316 h 398408"/>
                  <a:gd name="connsiteX13" fmla="*/ 382472 w 466652"/>
                  <a:gd name="connsiteY13" fmla="*/ 78848 h 398408"/>
                  <a:gd name="connsiteX14" fmla="*/ 371864 w 466652"/>
                  <a:gd name="connsiteY14" fmla="*/ 70385 h 398408"/>
                  <a:gd name="connsiteX15" fmla="*/ 351363 w 466652"/>
                  <a:gd name="connsiteY15" fmla="*/ 63949 h 398408"/>
                  <a:gd name="connsiteX16" fmla="*/ 340039 w 466652"/>
                  <a:gd name="connsiteY16" fmla="*/ 58347 h 398408"/>
                  <a:gd name="connsiteX17" fmla="*/ 322280 w 466652"/>
                  <a:gd name="connsiteY17" fmla="*/ 50480 h 398408"/>
                  <a:gd name="connsiteX18" fmla="*/ 294627 w 466652"/>
                  <a:gd name="connsiteY18" fmla="*/ 49765 h 398408"/>
                  <a:gd name="connsiteX19" fmla="*/ 277702 w 466652"/>
                  <a:gd name="connsiteY19" fmla="*/ 51910 h 398408"/>
                  <a:gd name="connsiteX20" fmla="*/ 256366 w 466652"/>
                  <a:gd name="connsiteY20" fmla="*/ 66809 h 398408"/>
                  <a:gd name="connsiteX21" fmla="*/ 236580 w 466652"/>
                  <a:gd name="connsiteY21" fmla="*/ 70504 h 398408"/>
                  <a:gd name="connsiteX22" fmla="*/ 235865 w 466652"/>
                  <a:gd name="connsiteY22" fmla="*/ 83139 h 398408"/>
                  <a:gd name="connsiteX23" fmla="*/ 184136 w 466652"/>
                  <a:gd name="connsiteY23" fmla="*/ 95058 h 398408"/>
                  <a:gd name="connsiteX24" fmla="*/ 140154 w 466652"/>
                  <a:gd name="connsiteY24" fmla="*/ 68836 h 398408"/>
                  <a:gd name="connsiteX25" fmla="*/ 111190 w 466652"/>
                  <a:gd name="connsiteY25" fmla="*/ 40468 h 398408"/>
                  <a:gd name="connsiteX26" fmla="*/ 94026 w 466652"/>
                  <a:gd name="connsiteY26" fmla="*/ 28548 h 398408"/>
                  <a:gd name="connsiteX27" fmla="*/ 89259 w 466652"/>
                  <a:gd name="connsiteY27" fmla="*/ 6855 h 398408"/>
                  <a:gd name="connsiteX28" fmla="*/ 41582 w 466652"/>
                  <a:gd name="connsiteY28" fmla="*/ 27595 h 398408"/>
                  <a:gd name="connsiteX29" fmla="*/ 25491 w 466652"/>
                  <a:gd name="connsiteY29" fmla="*/ 18179 h 398408"/>
                  <a:gd name="connsiteX30" fmla="*/ 11188 w 466652"/>
                  <a:gd name="connsiteY30" fmla="*/ 181 h 398408"/>
                  <a:gd name="connsiteX31" fmla="*/ 2725 w 466652"/>
                  <a:gd name="connsiteY31" fmla="*/ 12100 h 398408"/>
                  <a:gd name="connsiteX32" fmla="*/ 3678 w 466652"/>
                  <a:gd name="connsiteY32" fmla="*/ 32005 h 398408"/>
                  <a:gd name="connsiteX33" fmla="*/ 3678 w 466652"/>
                  <a:gd name="connsiteY33" fmla="*/ 57512 h 398408"/>
                  <a:gd name="connsiteX34" fmla="*/ 15598 w 466652"/>
                  <a:gd name="connsiteY34" fmla="*/ 76464 h 398408"/>
                  <a:gd name="connsiteX35" fmla="*/ 24180 w 466652"/>
                  <a:gd name="connsiteY35" fmla="*/ 95415 h 398408"/>
                  <a:gd name="connsiteX36" fmla="*/ 37410 w 466652"/>
                  <a:gd name="connsiteY36" fmla="*/ 109599 h 398408"/>
                  <a:gd name="connsiteX37" fmla="*/ 46826 w 466652"/>
                  <a:gd name="connsiteY37" fmla="*/ 118062 h 398408"/>
                  <a:gd name="connsiteX38" fmla="*/ 43966 w 466652"/>
                  <a:gd name="connsiteY38" fmla="*/ 132246 h 398408"/>
                  <a:gd name="connsiteX39" fmla="*/ 34550 w 466652"/>
                  <a:gd name="connsiteY39" fmla="*/ 151197 h 398408"/>
                  <a:gd name="connsiteX40" fmla="*/ 37410 w 466652"/>
                  <a:gd name="connsiteY40" fmla="*/ 173010 h 398408"/>
                  <a:gd name="connsiteX41" fmla="*/ 48733 w 466652"/>
                  <a:gd name="connsiteY41" fmla="*/ 186240 h 398408"/>
                  <a:gd name="connsiteX42" fmla="*/ 75313 w 466652"/>
                  <a:gd name="connsiteY42" fmla="*/ 204238 h 398408"/>
                  <a:gd name="connsiteX43" fmla="*/ 86637 w 466652"/>
                  <a:gd name="connsiteY43" fmla="*/ 218422 h 398408"/>
                  <a:gd name="connsiteX44" fmla="*/ 84729 w 466652"/>
                  <a:gd name="connsiteY44" fmla="*/ 234513 h 398408"/>
                  <a:gd name="connsiteX45" fmla="*/ 93192 w 466652"/>
                  <a:gd name="connsiteY45" fmla="*/ 250604 h 398408"/>
                  <a:gd name="connsiteX46" fmla="*/ 106780 w 466652"/>
                  <a:gd name="connsiteY46" fmla="*/ 269436 h 398408"/>
                  <a:gd name="connsiteX47" fmla="*/ 112501 w 466652"/>
                  <a:gd name="connsiteY47" fmla="*/ 268363 h 398408"/>
                  <a:gd name="connsiteX48" fmla="*/ 123586 w 466652"/>
                  <a:gd name="connsiteY48" fmla="*/ 265622 h 398408"/>
                  <a:gd name="connsiteX49" fmla="*/ 140154 w 466652"/>
                  <a:gd name="connsiteY49" fmla="*/ 264788 h 398408"/>
                  <a:gd name="connsiteX50" fmla="*/ 164588 w 466652"/>
                  <a:gd name="connsiteY50" fmla="*/ 302452 h 398408"/>
                  <a:gd name="connsiteX51" fmla="*/ 178415 w 466652"/>
                  <a:gd name="connsiteY51" fmla="*/ 324384 h 398408"/>
                  <a:gd name="connsiteX52" fmla="*/ 207498 w 466652"/>
                  <a:gd name="connsiteY52" fmla="*/ 338925 h 398408"/>
                  <a:gd name="connsiteX53" fmla="*/ 262088 w 466652"/>
                  <a:gd name="connsiteY53" fmla="*/ 359784 h 398408"/>
                  <a:gd name="connsiteX54" fmla="*/ 300706 w 466652"/>
                  <a:gd name="connsiteY54" fmla="*/ 349176 h 398408"/>
                  <a:gd name="connsiteX55" fmla="*/ 319062 w 466652"/>
                  <a:gd name="connsiteY55" fmla="*/ 380762 h 398408"/>
                  <a:gd name="connsiteX56" fmla="*/ 402497 w 466652"/>
                  <a:gd name="connsiteY56" fmla="*/ 396257 h 398408"/>
                  <a:gd name="connsiteX57" fmla="*/ 427527 w 466652"/>
                  <a:gd name="connsiteY57" fmla="*/ 398402 h 398408"/>
                  <a:gd name="connsiteX58" fmla="*/ 426931 w 466652"/>
                  <a:gd name="connsiteY58" fmla="*/ 392443 h 398408"/>
                  <a:gd name="connsiteX59" fmla="*/ 442068 w 466652"/>
                  <a:gd name="connsiteY59" fmla="*/ 367889 h 398408"/>
                  <a:gd name="connsiteX60" fmla="*/ 463881 w 466652"/>
                  <a:gd name="connsiteY60" fmla="*/ 361214 h 398408"/>
                  <a:gd name="connsiteX61" fmla="*/ 457563 w 466652"/>
                  <a:gd name="connsiteY61" fmla="*/ 342263 h 39840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Lst>
                <a:rect l="l" t="t" r="r" b="b"/>
                <a:pathLst>
                  <a:path w="466652" h="398408">
                    <a:moveTo>
                      <a:pt x="457563" y="342263"/>
                    </a:moveTo>
                    <a:cubicBezTo>
                      <a:pt x="451961" y="340356"/>
                      <a:pt x="457563" y="320451"/>
                      <a:pt x="446240" y="315683"/>
                    </a:cubicBezTo>
                    <a:cubicBezTo>
                      <a:pt x="435727" y="312119"/>
                      <a:pt x="426966" y="304705"/>
                      <a:pt x="421686" y="294943"/>
                    </a:cubicBezTo>
                    <a:cubicBezTo>
                      <a:pt x="418826" y="287315"/>
                      <a:pt x="404642" y="279806"/>
                      <a:pt x="405595" y="274085"/>
                    </a:cubicBezTo>
                    <a:cubicBezTo>
                      <a:pt x="406549" y="268363"/>
                      <a:pt x="433963" y="250246"/>
                      <a:pt x="430149" y="239996"/>
                    </a:cubicBezTo>
                    <a:cubicBezTo>
                      <a:pt x="426335" y="229745"/>
                      <a:pt x="408337" y="231533"/>
                      <a:pt x="406310" y="228077"/>
                    </a:cubicBezTo>
                    <a:cubicBezTo>
                      <a:pt x="404284" y="224620"/>
                      <a:pt x="407264" y="211032"/>
                      <a:pt x="402497" y="200662"/>
                    </a:cubicBezTo>
                    <a:cubicBezTo>
                      <a:pt x="397729" y="190292"/>
                      <a:pt x="406310" y="180757"/>
                      <a:pt x="402497" y="175036"/>
                    </a:cubicBezTo>
                    <a:cubicBezTo>
                      <a:pt x="398682" y="169315"/>
                      <a:pt x="404404" y="158110"/>
                      <a:pt x="405357" y="154296"/>
                    </a:cubicBezTo>
                    <a:cubicBezTo>
                      <a:pt x="406310" y="150482"/>
                      <a:pt x="415727" y="144761"/>
                      <a:pt x="414773" y="135345"/>
                    </a:cubicBezTo>
                    <a:cubicBezTo>
                      <a:pt x="414011" y="130947"/>
                      <a:pt x="416180" y="126560"/>
                      <a:pt x="420137" y="124498"/>
                    </a:cubicBezTo>
                    <a:cubicBezTo>
                      <a:pt x="417514" y="114939"/>
                      <a:pt x="416072" y="105094"/>
                      <a:pt x="415846" y="95177"/>
                    </a:cubicBezTo>
                    <a:cubicBezTo>
                      <a:pt x="415846" y="91601"/>
                      <a:pt x="404523" y="91601"/>
                      <a:pt x="398802" y="92316"/>
                    </a:cubicBezTo>
                    <a:cubicBezTo>
                      <a:pt x="393080" y="93032"/>
                      <a:pt x="388193" y="78848"/>
                      <a:pt x="382472" y="78848"/>
                    </a:cubicBezTo>
                    <a:cubicBezTo>
                      <a:pt x="377311" y="79110"/>
                      <a:pt x="372758" y="75474"/>
                      <a:pt x="371864" y="70385"/>
                    </a:cubicBezTo>
                    <a:cubicBezTo>
                      <a:pt x="371864" y="66094"/>
                      <a:pt x="358395" y="63233"/>
                      <a:pt x="351363" y="63949"/>
                    </a:cubicBezTo>
                    <a:cubicBezTo>
                      <a:pt x="344331" y="64664"/>
                      <a:pt x="342900" y="58347"/>
                      <a:pt x="340039" y="58347"/>
                    </a:cubicBezTo>
                    <a:cubicBezTo>
                      <a:pt x="333496" y="57453"/>
                      <a:pt x="327345" y="54723"/>
                      <a:pt x="322280" y="50480"/>
                    </a:cubicBezTo>
                    <a:cubicBezTo>
                      <a:pt x="318704" y="46189"/>
                      <a:pt x="298441" y="44878"/>
                      <a:pt x="294627" y="49765"/>
                    </a:cubicBezTo>
                    <a:cubicBezTo>
                      <a:pt x="290813" y="54652"/>
                      <a:pt x="284019" y="51910"/>
                      <a:pt x="277702" y="51910"/>
                    </a:cubicBezTo>
                    <a:cubicBezTo>
                      <a:pt x="271385" y="51910"/>
                      <a:pt x="259942" y="61803"/>
                      <a:pt x="256366" y="66809"/>
                    </a:cubicBezTo>
                    <a:cubicBezTo>
                      <a:pt x="254221" y="69789"/>
                      <a:pt x="244447" y="70504"/>
                      <a:pt x="236580" y="70504"/>
                    </a:cubicBezTo>
                    <a:cubicBezTo>
                      <a:pt x="237248" y="74723"/>
                      <a:pt x="236998" y="79026"/>
                      <a:pt x="235865" y="83139"/>
                    </a:cubicBezTo>
                    <a:cubicBezTo>
                      <a:pt x="232170" y="88621"/>
                      <a:pt x="204637" y="93747"/>
                      <a:pt x="184136" y="95058"/>
                    </a:cubicBezTo>
                    <a:cubicBezTo>
                      <a:pt x="163635" y="96369"/>
                      <a:pt x="162205" y="68836"/>
                      <a:pt x="140154" y="68836"/>
                    </a:cubicBezTo>
                    <a:cubicBezTo>
                      <a:pt x="124730" y="68037"/>
                      <a:pt x="112311" y="55879"/>
                      <a:pt x="111190" y="40468"/>
                    </a:cubicBezTo>
                    <a:cubicBezTo>
                      <a:pt x="101774" y="36892"/>
                      <a:pt x="92715" y="30694"/>
                      <a:pt x="94026" y="28548"/>
                    </a:cubicBezTo>
                    <a:cubicBezTo>
                      <a:pt x="95337" y="26403"/>
                      <a:pt x="100701" y="1134"/>
                      <a:pt x="89259" y="6855"/>
                    </a:cubicBezTo>
                    <a:cubicBezTo>
                      <a:pt x="77816" y="12577"/>
                      <a:pt x="61844" y="30694"/>
                      <a:pt x="41582" y="27595"/>
                    </a:cubicBezTo>
                    <a:cubicBezTo>
                      <a:pt x="21319" y="24496"/>
                      <a:pt x="35861" y="22827"/>
                      <a:pt x="25491" y="18179"/>
                    </a:cubicBezTo>
                    <a:cubicBezTo>
                      <a:pt x="15121" y="13530"/>
                      <a:pt x="21677" y="2088"/>
                      <a:pt x="11188" y="181"/>
                    </a:cubicBezTo>
                    <a:cubicBezTo>
                      <a:pt x="699" y="-1727"/>
                      <a:pt x="8446" y="12100"/>
                      <a:pt x="2725" y="12100"/>
                    </a:cubicBezTo>
                    <a:cubicBezTo>
                      <a:pt x="-2996" y="12100"/>
                      <a:pt x="1772" y="28191"/>
                      <a:pt x="3678" y="32005"/>
                    </a:cubicBezTo>
                    <a:cubicBezTo>
                      <a:pt x="5586" y="35819"/>
                      <a:pt x="-135" y="56559"/>
                      <a:pt x="3678" y="57512"/>
                    </a:cubicBezTo>
                    <a:cubicBezTo>
                      <a:pt x="9734" y="62244"/>
                      <a:pt x="13953" y="68955"/>
                      <a:pt x="15598" y="76464"/>
                    </a:cubicBezTo>
                    <a:cubicBezTo>
                      <a:pt x="14644" y="79324"/>
                      <a:pt x="24180" y="88383"/>
                      <a:pt x="24180" y="95415"/>
                    </a:cubicBezTo>
                    <a:cubicBezTo>
                      <a:pt x="25241" y="102424"/>
                      <a:pt x="30497" y="108050"/>
                      <a:pt x="37410" y="109599"/>
                    </a:cubicBezTo>
                    <a:cubicBezTo>
                      <a:pt x="42178" y="109599"/>
                      <a:pt x="48733" y="112460"/>
                      <a:pt x="46826" y="118062"/>
                    </a:cubicBezTo>
                    <a:cubicBezTo>
                      <a:pt x="44919" y="123664"/>
                      <a:pt x="49687" y="132246"/>
                      <a:pt x="43966" y="132246"/>
                    </a:cubicBezTo>
                    <a:cubicBezTo>
                      <a:pt x="38245" y="132246"/>
                      <a:pt x="39317" y="148337"/>
                      <a:pt x="34550" y="151197"/>
                    </a:cubicBezTo>
                    <a:cubicBezTo>
                      <a:pt x="29782" y="154058"/>
                      <a:pt x="33596" y="171102"/>
                      <a:pt x="37410" y="173010"/>
                    </a:cubicBezTo>
                    <a:cubicBezTo>
                      <a:pt x="41224" y="174917"/>
                      <a:pt x="49329" y="179565"/>
                      <a:pt x="48733" y="186240"/>
                    </a:cubicBezTo>
                    <a:cubicBezTo>
                      <a:pt x="48137" y="192915"/>
                      <a:pt x="68638" y="203284"/>
                      <a:pt x="75313" y="204238"/>
                    </a:cubicBezTo>
                    <a:cubicBezTo>
                      <a:pt x="81988" y="205191"/>
                      <a:pt x="82822" y="214608"/>
                      <a:pt x="86637" y="218422"/>
                    </a:cubicBezTo>
                    <a:cubicBezTo>
                      <a:pt x="90450" y="222236"/>
                      <a:pt x="83776" y="230341"/>
                      <a:pt x="84729" y="234513"/>
                    </a:cubicBezTo>
                    <a:cubicBezTo>
                      <a:pt x="85683" y="238685"/>
                      <a:pt x="94146" y="242976"/>
                      <a:pt x="93192" y="250604"/>
                    </a:cubicBezTo>
                    <a:cubicBezTo>
                      <a:pt x="93192" y="255133"/>
                      <a:pt x="100344" y="262523"/>
                      <a:pt x="106780" y="269436"/>
                    </a:cubicBezTo>
                    <a:cubicBezTo>
                      <a:pt x="108616" y="268781"/>
                      <a:pt x="110546" y="268411"/>
                      <a:pt x="112501" y="268363"/>
                    </a:cubicBezTo>
                    <a:cubicBezTo>
                      <a:pt x="118938" y="268363"/>
                      <a:pt x="118580" y="261331"/>
                      <a:pt x="123586" y="265622"/>
                    </a:cubicBezTo>
                    <a:cubicBezTo>
                      <a:pt x="128592" y="269913"/>
                      <a:pt x="135505" y="265622"/>
                      <a:pt x="140154" y="264788"/>
                    </a:cubicBezTo>
                    <a:cubicBezTo>
                      <a:pt x="144803" y="263953"/>
                      <a:pt x="158629" y="290057"/>
                      <a:pt x="164588" y="302452"/>
                    </a:cubicBezTo>
                    <a:cubicBezTo>
                      <a:pt x="170548" y="314849"/>
                      <a:pt x="170310" y="319020"/>
                      <a:pt x="178415" y="324384"/>
                    </a:cubicBezTo>
                    <a:cubicBezTo>
                      <a:pt x="186520" y="329748"/>
                      <a:pt x="195817" y="326887"/>
                      <a:pt x="207498" y="338925"/>
                    </a:cubicBezTo>
                    <a:cubicBezTo>
                      <a:pt x="223374" y="350868"/>
                      <a:pt x="242290" y="358103"/>
                      <a:pt x="262088" y="359784"/>
                    </a:cubicBezTo>
                    <a:cubicBezTo>
                      <a:pt x="274841" y="360499"/>
                      <a:pt x="284377" y="345958"/>
                      <a:pt x="300706" y="349176"/>
                    </a:cubicBezTo>
                    <a:cubicBezTo>
                      <a:pt x="317035" y="352394"/>
                      <a:pt x="312625" y="373014"/>
                      <a:pt x="319062" y="380762"/>
                    </a:cubicBezTo>
                    <a:cubicBezTo>
                      <a:pt x="325498" y="388509"/>
                      <a:pt x="391411" y="392681"/>
                      <a:pt x="402497" y="396257"/>
                    </a:cubicBezTo>
                    <a:cubicBezTo>
                      <a:pt x="410756" y="397759"/>
                      <a:pt x="419136" y="398486"/>
                      <a:pt x="427527" y="398402"/>
                    </a:cubicBezTo>
                    <a:cubicBezTo>
                      <a:pt x="427527" y="396138"/>
                      <a:pt x="427527" y="393992"/>
                      <a:pt x="426931" y="392443"/>
                    </a:cubicBezTo>
                    <a:cubicBezTo>
                      <a:pt x="426800" y="382013"/>
                      <a:pt x="432700" y="372454"/>
                      <a:pt x="442068" y="367889"/>
                    </a:cubicBezTo>
                    <a:cubicBezTo>
                      <a:pt x="448874" y="364373"/>
                      <a:pt x="456264" y="362108"/>
                      <a:pt x="463881" y="361214"/>
                    </a:cubicBezTo>
                    <a:cubicBezTo>
                      <a:pt x="470794" y="359188"/>
                      <a:pt x="463284" y="344051"/>
                      <a:pt x="457563" y="342263"/>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66" name="Freeform: Shape 165">
                <a:extLst>
                  <a:ext uri="{FF2B5EF4-FFF2-40B4-BE49-F238E27FC236}">
                    <a16:creationId xmlns:a16="http://schemas.microsoft.com/office/drawing/2014/main" id="{6ECF882C-BCE2-4A16-A8F3-C6489F327CE9}"/>
                  </a:ext>
                </a:extLst>
              </p:cNvPr>
              <p:cNvSpPr/>
              <p:nvPr/>
            </p:nvSpPr>
            <p:spPr>
              <a:xfrm>
                <a:off x="4557328" y="8486379"/>
                <a:ext cx="440177" cy="453633"/>
              </a:xfrm>
              <a:custGeom>
                <a:avLst/>
                <a:gdLst>
                  <a:gd name="connsiteX0" fmla="*/ 402990 w 440177"/>
                  <a:gd name="connsiteY0" fmla="*/ 299160 h 453633"/>
                  <a:gd name="connsiteX1" fmla="*/ 392381 w 440177"/>
                  <a:gd name="connsiteY1" fmla="*/ 210481 h 453633"/>
                  <a:gd name="connsiteX2" fmla="*/ 394527 w 440177"/>
                  <a:gd name="connsiteY2" fmla="*/ 212627 h 453633"/>
                  <a:gd name="connsiteX3" fmla="*/ 393454 w 440177"/>
                  <a:gd name="connsiteY3" fmla="*/ 194509 h 453633"/>
                  <a:gd name="connsiteX4" fmla="*/ 391785 w 440177"/>
                  <a:gd name="connsiteY4" fmla="*/ 194509 h 453633"/>
                  <a:gd name="connsiteX5" fmla="*/ 387018 w 440177"/>
                  <a:gd name="connsiteY5" fmla="*/ 187596 h 453633"/>
                  <a:gd name="connsiteX6" fmla="*/ 392381 w 440177"/>
                  <a:gd name="connsiteY6" fmla="*/ 180683 h 453633"/>
                  <a:gd name="connsiteX7" fmla="*/ 397149 w 440177"/>
                  <a:gd name="connsiteY7" fmla="*/ 165188 h 453633"/>
                  <a:gd name="connsiteX8" fmla="*/ 400010 w 440177"/>
                  <a:gd name="connsiteY8" fmla="*/ 162923 h 453633"/>
                  <a:gd name="connsiteX9" fmla="*/ 404062 w 440177"/>
                  <a:gd name="connsiteY9" fmla="*/ 145521 h 453633"/>
                  <a:gd name="connsiteX10" fmla="*/ 408234 w 440177"/>
                  <a:gd name="connsiteY10" fmla="*/ 124782 h 453633"/>
                  <a:gd name="connsiteX11" fmla="*/ 414074 w 440177"/>
                  <a:gd name="connsiteY11" fmla="*/ 107856 h 453633"/>
                  <a:gd name="connsiteX12" fmla="*/ 423133 w 440177"/>
                  <a:gd name="connsiteY12" fmla="*/ 94507 h 453633"/>
                  <a:gd name="connsiteX13" fmla="*/ 433265 w 440177"/>
                  <a:gd name="connsiteY13" fmla="*/ 87593 h 453633"/>
                  <a:gd name="connsiteX14" fmla="*/ 440178 w 440177"/>
                  <a:gd name="connsiteY14" fmla="*/ 75674 h 453633"/>
                  <a:gd name="connsiteX15" fmla="*/ 432192 w 440177"/>
                  <a:gd name="connsiteY15" fmla="*/ 63755 h 453633"/>
                  <a:gd name="connsiteX16" fmla="*/ 434337 w 440177"/>
                  <a:gd name="connsiteY16" fmla="*/ 43016 h 453633"/>
                  <a:gd name="connsiteX17" fmla="*/ 434337 w 440177"/>
                  <a:gd name="connsiteY17" fmla="*/ 43016 h 453633"/>
                  <a:gd name="connsiteX18" fmla="*/ 406565 w 440177"/>
                  <a:gd name="connsiteY18" fmla="*/ 19177 h 453633"/>
                  <a:gd name="connsiteX19" fmla="*/ 394646 w 440177"/>
                  <a:gd name="connsiteY19" fmla="*/ 22157 h 453633"/>
                  <a:gd name="connsiteX20" fmla="*/ 381296 w 440177"/>
                  <a:gd name="connsiteY20" fmla="*/ 20608 h 453633"/>
                  <a:gd name="connsiteX21" fmla="*/ 366517 w 440177"/>
                  <a:gd name="connsiteY21" fmla="*/ 20608 h 453633"/>
                  <a:gd name="connsiteX22" fmla="*/ 356147 w 440177"/>
                  <a:gd name="connsiteY22" fmla="*/ 8688 h 453633"/>
                  <a:gd name="connsiteX23" fmla="*/ 349949 w 440177"/>
                  <a:gd name="connsiteY23" fmla="*/ 2371 h 453633"/>
                  <a:gd name="connsiteX24" fmla="*/ 349949 w 440177"/>
                  <a:gd name="connsiteY24" fmla="*/ 3325 h 453633"/>
                  <a:gd name="connsiteX25" fmla="*/ 332189 w 440177"/>
                  <a:gd name="connsiteY25" fmla="*/ 6304 h 453633"/>
                  <a:gd name="connsiteX26" fmla="*/ 305609 w 440177"/>
                  <a:gd name="connsiteY26" fmla="*/ 3325 h 453633"/>
                  <a:gd name="connsiteX27" fmla="*/ 286419 w 440177"/>
                  <a:gd name="connsiteY27" fmla="*/ 6304 h 453633"/>
                  <a:gd name="connsiteX28" fmla="*/ 261270 w 440177"/>
                  <a:gd name="connsiteY28" fmla="*/ 13694 h 453633"/>
                  <a:gd name="connsiteX29" fmla="*/ 242080 w 440177"/>
                  <a:gd name="connsiteY29" fmla="*/ 13694 h 453633"/>
                  <a:gd name="connsiteX30" fmla="*/ 234690 w 440177"/>
                  <a:gd name="connsiteY30" fmla="*/ 30024 h 453633"/>
                  <a:gd name="connsiteX31" fmla="*/ 188920 w 440177"/>
                  <a:gd name="connsiteY31" fmla="*/ 21084 h 453633"/>
                  <a:gd name="connsiteX32" fmla="*/ 169611 w 440177"/>
                  <a:gd name="connsiteY32" fmla="*/ 7854 h 453633"/>
                  <a:gd name="connsiteX33" fmla="*/ 144580 w 440177"/>
                  <a:gd name="connsiteY33" fmla="*/ 27044 h 453633"/>
                  <a:gd name="connsiteX34" fmla="*/ 144580 w 440177"/>
                  <a:gd name="connsiteY34" fmla="*/ 43135 h 453633"/>
                  <a:gd name="connsiteX35" fmla="*/ 141004 w 440177"/>
                  <a:gd name="connsiteY35" fmla="*/ 67927 h 453633"/>
                  <a:gd name="connsiteX36" fmla="*/ 132065 w 440177"/>
                  <a:gd name="connsiteY36" fmla="*/ 93077 h 453633"/>
                  <a:gd name="connsiteX37" fmla="*/ 114305 w 440177"/>
                  <a:gd name="connsiteY37" fmla="*/ 143495 h 453633"/>
                  <a:gd name="connsiteX38" fmla="*/ 93566 w 440177"/>
                  <a:gd name="connsiteY38" fmla="*/ 170194 h 453633"/>
                  <a:gd name="connsiteX39" fmla="*/ 92136 w 440177"/>
                  <a:gd name="connsiteY39" fmla="*/ 210124 h 453633"/>
                  <a:gd name="connsiteX40" fmla="*/ 83196 w 440177"/>
                  <a:gd name="connsiteY40" fmla="*/ 227883 h 453633"/>
                  <a:gd name="connsiteX41" fmla="*/ 68416 w 440177"/>
                  <a:gd name="connsiteY41" fmla="*/ 241233 h 453633"/>
                  <a:gd name="connsiteX42" fmla="*/ 58047 w 440177"/>
                  <a:gd name="connsiteY42" fmla="*/ 242782 h 453633"/>
                  <a:gd name="connsiteX43" fmla="*/ 38738 w 440177"/>
                  <a:gd name="connsiteY43" fmla="*/ 241233 h 453633"/>
                  <a:gd name="connsiteX44" fmla="*/ 22408 w 440177"/>
                  <a:gd name="connsiteY44" fmla="*/ 239802 h 453633"/>
                  <a:gd name="connsiteX45" fmla="*/ 0 w 440177"/>
                  <a:gd name="connsiteY45" fmla="*/ 251722 h 453633"/>
                  <a:gd name="connsiteX46" fmla="*/ 8582 w 440177"/>
                  <a:gd name="connsiteY46" fmla="*/ 278063 h 453633"/>
                  <a:gd name="connsiteX47" fmla="*/ 8582 w 440177"/>
                  <a:gd name="connsiteY47" fmla="*/ 280566 h 453633"/>
                  <a:gd name="connsiteX48" fmla="*/ 22051 w 440177"/>
                  <a:gd name="connsiteY48" fmla="*/ 273176 h 453633"/>
                  <a:gd name="connsiteX49" fmla="*/ 99645 w 440177"/>
                  <a:gd name="connsiteY49" fmla="*/ 273176 h 453633"/>
                  <a:gd name="connsiteX50" fmla="*/ 103936 w 440177"/>
                  <a:gd name="connsiteY50" fmla="*/ 293320 h 453633"/>
                  <a:gd name="connsiteX51" fmla="*/ 113471 w 440177"/>
                  <a:gd name="connsiteY51" fmla="*/ 311437 h 453633"/>
                  <a:gd name="connsiteX52" fmla="*/ 133734 w 440177"/>
                  <a:gd name="connsiteY52" fmla="*/ 326336 h 453633"/>
                  <a:gd name="connsiteX53" fmla="*/ 161387 w 440177"/>
                  <a:gd name="connsiteY53" fmla="*/ 322045 h 453633"/>
                  <a:gd name="connsiteX54" fmla="*/ 170922 w 440177"/>
                  <a:gd name="connsiteY54" fmla="*/ 300829 h 453633"/>
                  <a:gd name="connsiteX55" fmla="*/ 189993 w 440177"/>
                  <a:gd name="connsiteY55" fmla="*/ 300829 h 453633"/>
                  <a:gd name="connsiteX56" fmla="*/ 201912 w 440177"/>
                  <a:gd name="connsiteY56" fmla="*/ 306073 h 453633"/>
                  <a:gd name="connsiteX57" fmla="*/ 217884 w 440177"/>
                  <a:gd name="connsiteY57" fmla="*/ 309291 h 453633"/>
                  <a:gd name="connsiteX58" fmla="*/ 222174 w 440177"/>
                  <a:gd name="connsiteY58" fmla="*/ 328362 h 453633"/>
                  <a:gd name="connsiteX59" fmla="*/ 218956 w 440177"/>
                  <a:gd name="connsiteY59" fmla="*/ 362451 h 453633"/>
                  <a:gd name="connsiteX60" fmla="*/ 230876 w 440177"/>
                  <a:gd name="connsiteY60" fmla="*/ 381522 h 453633"/>
                  <a:gd name="connsiteX61" fmla="*/ 230876 w 440177"/>
                  <a:gd name="connsiteY61" fmla="*/ 400712 h 453633"/>
                  <a:gd name="connsiteX62" fmla="*/ 243629 w 440177"/>
                  <a:gd name="connsiteY62" fmla="*/ 394276 h 453633"/>
                  <a:gd name="connsiteX63" fmla="*/ 264846 w 440177"/>
                  <a:gd name="connsiteY63" fmla="*/ 392250 h 453633"/>
                  <a:gd name="connsiteX64" fmla="*/ 271401 w 440177"/>
                  <a:gd name="connsiteY64" fmla="*/ 392250 h 453633"/>
                  <a:gd name="connsiteX65" fmla="*/ 277718 w 440177"/>
                  <a:gd name="connsiteY65" fmla="*/ 398328 h 453633"/>
                  <a:gd name="connsiteX66" fmla="*/ 284035 w 440177"/>
                  <a:gd name="connsiteY66" fmla="*/ 403692 h 453633"/>
                  <a:gd name="connsiteX67" fmla="*/ 298934 w 440177"/>
                  <a:gd name="connsiteY67" fmla="*/ 402619 h 453633"/>
                  <a:gd name="connsiteX68" fmla="*/ 306325 w 440177"/>
                  <a:gd name="connsiteY68" fmla="*/ 414538 h 453633"/>
                  <a:gd name="connsiteX69" fmla="*/ 326587 w 440177"/>
                  <a:gd name="connsiteY69" fmla="*/ 420856 h 453633"/>
                  <a:gd name="connsiteX70" fmla="*/ 337195 w 440177"/>
                  <a:gd name="connsiteY70" fmla="*/ 417637 h 453633"/>
                  <a:gd name="connsiteX71" fmla="*/ 345658 w 440177"/>
                  <a:gd name="connsiteY71" fmla="*/ 413466 h 453633"/>
                  <a:gd name="connsiteX72" fmla="*/ 358412 w 440177"/>
                  <a:gd name="connsiteY72" fmla="*/ 427292 h 453633"/>
                  <a:gd name="connsiteX73" fmla="*/ 376529 w 440177"/>
                  <a:gd name="connsiteY73" fmla="*/ 431583 h 453633"/>
                  <a:gd name="connsiteX74" fmla="*/ 386064 w 440177"/>
                  <a:gd name="connsiteY74" fmla="*/ 451726 h 453633"/>
                  <a:gd name="connsiteX75" fmla="*/ 403109 w 440177"/>
                  <a:gd name="connsiteY75" fmla="*/ 451726 h 453633"/>
                  <a:gd name="connsiteX76" fmla="*/ 407280 w 440177"/>
                  <a:gd name="connsiteY76" fmla="*/ 441118 h 453633"/>
                  <a:gd name="connsiteX77" fmla="*/ 404182 w 440177"/>
                  <a:gd name="connsiteY77" fmla="*/ 424074 h 453633"/>
                  <a:gd name="connsiteX78" fmla="*/ 388210 w 440177"/>
                  <a:gd name="connsiteY78" fmla="*/ 429437 h 453633"/>
                  <a:gd name="connsiteX79" fmla="*/ 372238 w 440177"/>
                  <a:gd name="connsiteY79" fmla="*/ 410247 h 453633"/>
                  <a:gd name="connsiteX80" fmla="*/ 377601 w 440177"/>
                  <a:gd name="connsiteY80" fmla="*/ 387958 h 453633"/>
                  <a:gd name="connsiteX81" fmla="*/ 378674 w 440177"/>
                  <a:gd name="connsiteY81" fmla="*/ 361378 h 453633"/>
                  <a:gd name="connsiteX82" fmla="*/ 381773 w 440177"/>
                  <a:gd name="connsiteY82" fmla="*/ 348625 h 453633"/>
                  <a:gd name="connsiteX83" fmla="*/ 388210 w 440177"/>
                  <a:gd name="connsiteY83" fmla="*/ 332653 h 453633"/>
                  <a:gd name="connsiteX84" fmla="*/ 417054 w 440177"/>
                  <a:gd name="connsiteY84" fmla="*/ 328362 h 453633"/>
                  <a:gd name="connsiteX85" fmla="*/ 417889 w 440177"/>
                  <a:gd name="connsiteY85" fmla="*/ 327409 h 453633"/>
                  <a:gd name="connsiteX86" fmla="*/ 419438 w 440177"/>
                  <a:gd name="connsiteY86" fmla="*/ 323714 h 453633"/>
                  <a:gd name="connsiteX87" fmla="*/ 402990 w 440177"/>
                  <a:gd name="connsiteY87" fmla="*/ 299160 h 4536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Lst>
                <a:rect l="l" t="t" r="r" b="b"/>
                <a:pathLst>
                  <a:path w="440177" h="453633">
                    <a:moveTo>
                      <a:pt x="402990" y="299160"/>
                    </a:moveTo>
                    <a:cubicBezTo>
                      <a:pt x="391070" y="292843"/>
                      <a:pt x="386422" y="212507"/>
                      <a:pt x="392381" y="210481"/>
                    </a:cubicBezTo>
                    <a:cubicBezTo>
                      <a:pt x="393097" y="210481"/>
                      <a:pt x="393812" y="211077"/>
                      <a:pt x="394527" y="212627"/>
                    </a:cubicBezTo>
                    <a:lnTo>
                      <a:pt x="393454" y="194509"/>
                    </a:lnTo>
                    <a:lnTo>
                      <a:pt x="391785" y="194509"/>
                    </a:lnTo>
                    <a:cubicBezTo>
                      <a:pt x="388865" y="193484"/>
                      <a:pt x="386946" y="190683"/>
                      <a:pt x="387018" y="187596"/>
                    </a:cubicBezTo>
                    <a:cubicBezTo>
                      <a:pt x="386660" y="184223"/>
                      <a:pt x="389032" y="181172"/>
                      <a:pt x="392381" y="180683"/>
                    </a:cubicBezTo>
                    <a:cubicBezTo>
                      <a:pt x="392381" y="180683"/>
                      <a:pt x="391309" y="167333"/>
                      <a:pt x="397149" y="165188"/>
                    </a:cubicBezTo>
                    <a:cubicBezTo>
                      <a:pt x="398317" y="164759"/>
                      <a:pt x="399318" y="163960"/>
                      <a:pt x="400010" y="162923"/>
                    </a:cubicBezTo>
                    <a:cubicBezTo>
                      <a:pt x="403085" y="157667"/>
                      <a:pt x="404503" y="151600"/>
                      <a:pt x="404062" y="145521"/>
                    </a:cubicBezTo>
                    <a:cubicBezTo>
                      <a:pt x="404074" y="138405"/>
                      <a:pt x="405492" y="131349"/>
                      <a:pt x="408234" y="124782"/>
                    </a:cubicBezTo>
                    <a:cubicBezTo>
                      <a:pt x="410976" y="118941"/>
                      <a:pt x="409903" y="110955"/>
                      <a:pt x="414074" y="107856"/>
                    </a:cubicBezTo>
                    <a:cubicBezTo>
                      <a:pt x="418246" y="104757"/>
                      <a:pt x="417889" y="95937"/>
                      <a:pt x="423133" y="94507"/>
                    </a:cubicBezTo>
                    <a:cubicBezTo>
                      <a:pt x="428378" y="93077"/>
                      <a:pt x="432668" y="90812"/>
                      <a:pt x="433265" y="87593"/>
                    </a:cubicBezTo>
                    <a:cubicBezTo>
                      <a:pt x="433860" y="84375"/>
                      <a:pt x="440178" y="80204"/>
                      <a:pt x="440178" y="75674"/>
                    </a:cubicBezTo>
                    <a:cubicBezTo>
                      <a:pt x="440178" y="71145"/>
                      <a:pt x="432192" y="69834"/>
                      <a:pt x="432192" y="63755"/>
                    </a:cubicBezTo>
                    <a:cubicBezTo>
                      <a:pt x="432192" y="57676"/>
                      <a:pt x="434337" y="43016"/>
                      <a:pt x="434337" y="43016"/>
                    </a:cubicBezTo>
                    <a:lnTo>
                      <a:pt x="434337" y="43016"/>
                    </a:lnTo>
                    <a:cubicBezTo>
                      <a:pt x="422418" y="32527"/>
                      <a:pt x="409664" y="21680"/>
                      <a:pt x="406565" y="19177"/>
                    </a:cubicBezTo>
                    <a:cubicBezTo>
                      <a:pt x="403466" y="16674"/>
                      <a:pt x="394646" y="22157"/>
                      <a:pt x="394646" y="22157"/>
                    </a:cubicBezTo>
                    <a:cubicBezTo>
                      <a:pt x="394646" y="22157"/>
                      <a:pt x="387256" y="14648"/>
                      <a:pt x="381296" y="20608"/>
                    </a:cubicBezTo>
                    <a:cubicBezTo>
                      <a:pt x="375337" y="26567"/>
                      <a:pt x="366517" y="20608"/>
                      <a:pt x="366517" y="20608"/>
                    </a:cubicBezTo>
                    <a:cubicBezTo>
                      <a:pt x="361975" y="17723"/>
                      <a:pt x="358376" y="13587"/>
                      <a:pt x="356147" y="8688"/>
                    </a:cubicBezTo>
                    <a:cubicBezTo>
                      <a:pt x="354967" y="5864"/>
                      <a:pt x="352750" y="3599"/>
                      <a:pt x="349949" y="2371"/>
                    </a:cubicBezTo>
                    <a:lnTo>
                      <a:pt x="349949" y="3325"/>
                    </a:lnTo>
                    <a:lnTo>
                      <a:pt x="332189" y="6304"/>
                    </a:lnTo>
                    <a:cubicBezTo>
                      <a:pt x="332189" y="6304"/>
                      <a:pt x="310020" y="-5615"/>
                      <a:pt x="305609" y="3325"/>
                    </a:cubicBezTo>
                    <a:cubicBezTo>
                      <a:pt x="301199" y="12264"/>
                      <a:pt x="296789" y="6304"/>
                      <a:pt x="286419" y="6304"/>
                    </a:cubicBezTo>
                    <a:cubicBezTo>
                      <a:pt x="277575" y="6745"/>
                      <a:pt x="268958" y="9284"/>
                      <a:pt x="261270" y="13694"/>
                    </a:cubicBezTo>
                    <a:cubicBezTo>
                      <a:pt x="255310" y="16674"/>
                      <a:pt x="246490" y="10715"/>
                      <a:pt x="242080" y="13694"/>
                    </a:cubicBezTo>
                    <a:cubicBezTo>
                      <a:pt x="237670" y="16674"/>
                      <a:pt x="234690" y="30024"/>
                      <a:pt x="234690" y="30024"/>
                    </a:cubicBezTo>
                    <a:lnTo>
                      <a:pt x="188920" y="21084"/>
                    </a:lnTo>
                    <a:cubicBezTo>
                      <a:pt x="188920" y="21084"/>
                      <a:pt x="179981" y="7854"/>
                      <a:pt x="169611" y="7854"/>
                    </a:cubicBezTo>
                    <a:cubicBezTo>
                      <a:pt x="159241" y="7854"/>
                      <a:pt x="144580" y="27044"/>
                      <a:pt x="144580" y="27044"/>
                    </a:cubicBezTo>
                    <a:lnTo>
                      <a:pt x="144580" y="43135"/>
                    </a:lnTo>
                    <a:cubicBezTo>
                      <a:pt x="146094" y="51574"/>
                      <a:pt x="144843" y="60263"/>
                      <a:pt x="141004" y="67927"/>
                    </a:cubicBezTo>
                    <a:cubicBezTo>
                      <a:pt x="134890" y="74840"/>
                      <a:pt x="131684" y="83851"/>
                      <a:pt x="132065" y="93077"/>
                    </a:cubicBezTo>
                    <a:cubicBezTo>
                      <a:pt x="132065" y="107976"/>
                      <a:pt x="114305" y="131576"/>
                      <a:pt x="114305" y="143495"/>
                    </a:cubicBezTo>
                    <a:cubicBezTo>
                      <a:pt x="114305" y="155414"/>
                      <a:pt x="93566" y="162685"/>
                      <a:pt x="93566" y="170194"/>
                    </a:cubicBezTo>
                    <a:cubicBezTo>
                      <a:pt x="93566" y="177703"/>
                      <a:pt x="92136" y="194033"/>
                      <a:pt x="92136" y="210124"/>
                    </a:cubicBezTo>
                    <a:cubicBezTo>
                      <a:pt x="92136" y="226214"/>
                      <a:pt x="83196" y="213103"/>
                      <a:pt x="83196" y="227883"/>
                    </a:cubicBezTo>
                    <a:cubicBezTo>
                      <a:pt x="83196" y="242663"/>
                      <a:pt x="75806" y="233843"/>
                      <a:pt x="68416" y="241233"/>
                    </a:cubicBezTo>
                    <a:cubicBezTo>
                      <a:pt x="61026" y="248622"/>
                      <a:pt x="58047" y="250172"/>
                      <a:pt x="58047" y="242782"/>
                    </a:cubicBezTo>
                    <a:cubicBezTo>
                      <a:pt x="58047" y="235392"/>
                      <a:pt x="47677" y="233843"/>
                      <a:pt x="38738" y="241233"/>
                    </a:cubicBezTo>
                    <a:cubicBezTo>
                      <a:pt x="29798" y="248622"/>
                      <a:pt x="26818" y="241233"/>
                      <a:pt x="22408" y="239802"/>
                    </a:cubicBezTo>
                    <a:cubicBezTo>
                      <a:pt x="14196" y="242174"/>
                      <a:pt x="6555" y="246239"/>
                      <a:pt x="0" y="251722"/>
                    </a:cubicBezTo>
                    <a:cubicBezTo>
                      <a:pt x="3850" y="260149"/>
                      <a:pt x="6722" y="268993"/>
                      <a:pt x="8582" y="278063"/>
                    </a:cubicBezTo>
                    <a:cubicBezTo>
                      <a:pt x="8522" y="278897"/>
                      <a:pt x="8522" y="279732"/>
                      <a:pt x="8582" y="280566"/>
                    </a:cubicBezTo>
                    <a:cubicBezTo>
                      <a:pt x="12575" y="277288"/>
                      <a:pt x="17140" y="274785"/>
                      <a:pt x="22051" y="273176"/>
                    </a:cubicBezTo>
                    <a:cubicBezTo>
                      <a:pt x="29560" y="272103"/>
                      <a:pt x="99645" y="273176"/>
                      <a:pt x="99645" y="273176"/>
                    </a:cubicBezTo>
                    <a:cubicBezTo>
                      <a:pt x="103256" y="279231"/>
                      <a:pt x="104770" y="286311"/>
                      <a:pt x="103936" y="293320"/>
                    </a:cubicBezTo>
                    <a:cubicBezTo>
                      <a:pt x="101790" y="302974"/>
                      <a:pt x="108227" y="298683"/>
                      <a:pt x="113471" y="311437"/>
                    </a:cubicBezTo>
                    <a:cubicBezTo>
                      <a:pt x="118716" y="324190"/>
                      <a:pt x="123007" y="329435"/>
                      <a:pt x="133734" y="326336"/>
                    </a:cubicBezTo>
                    <a:cubicBezTo>
                      <a:pt x="142614" y="323249"/>
                      <a:pt x="151982" y="321795"/>
                      <a:pt x="161387" y="322045"/>
                    </a:cubicBezTo>
                    <a:cubicBezTo>
                      <a:pt x="165558" y="323118"/>
                      <a:pt x="164485" y="303928"/>
                      <a:pt x="170922" y="300829"/>
                    </a:cubicBezTo>
                    <a:cubicBezTo>
                      <a:pt x="177156" y="299101"/>
                      <a:pt x="183759" y="299101"/>
                      <a:pt x="189993" y="300829"/>
                    </a:cubicBezTo>
                    <a:cubicBezTo>
                      <a:pt x="189993" y="300829"/>
                      <a:pt x="191065" y="306073"/>
                      <a:pt x="201912" y="306073"/>
                    </a:cubicBezTo>
                    <a:cubicBezTo>
                      <a:pt x="212759" y="306073"/>
                      <a:pt x="217884" y="301901"/>
                      <a:pt x="217884" y="309291"/>
                    </a:cubicBezTo>
                    <a:cubicBezTo>
                      <a:pt x="217252" y="315942"/>
                      <a:pt x="218754" y="322617"/>
                      <a:pt x="222174" y="328362"/>
                    </a:cubicBezTo>
                    <a:cubicBezTo>
                      <a:pt x="225274" y="331580"/>
                      <a:pt x="213593" y="358160"/>
                      <a:pt x="218956" y="362451"/>
                    </a:cubicBezTo>
                    <a:cubicBezTo>
                      <a:pt x="224320" y="366742"/>
                      <a:pt x="231710" y="376277"/>
                      <a:pt x="230876" y="381522"/>
                    </a:cubicBezTo>
                    <a:cubicBezTo>
                      <a:pt x="230041" y="386766"/>
                      <a:pt x="226585" y="399639"/>
                      <a:pt x="230876" y="400712"/>
                    </a:cubicBezTo>
                    <a:cubicBezTo>
                      <a:pt x="235167" y="401785"/>
                      <a:pt x="236239" y="394276"/>
                      <a:pt x="243629" y="394276"/>
                    </a:cubicBezTo>
                    <a:cubicBezTo>
                      <a:pt x="250769" y="395146"/>
                      <a:pt x="258004" y="394455"/>
                      <a:pt x="264846" y="392250"/>
                    </a:cubicBezTo>
                    <a:cubicBezTo>
                      <a:pt x="266908" y="391224"/>
                      <a:pt x="269339" y="391224"/>
                      <a:pt x="271401" y="392250"/>
                    </a:cubicBezTo>
                    <a:cubicBezTo>
                      <a:pt x="274000" y="393691"/>
                      <a:pt x="276181" y="395789"/>
                      <a:pt x="277718" y="398328"/>
                    </a:cubicBezTo>
                    <a:cubicBezTo>
                      <a:pt x="277718" y="398328"/>
                      <a:pt x="279745" y="405837"/>
                      <a:pt x="284035" y="403692"/>
                    </a:cubicBezTo>
                    <a:cubicBezTo>
                      <a:pt x="288326" y="401546"/>
                      <a:pt x="300007" y="398328"/>
                      <a:pt x="298934" y="402619"/>
                    </a:cubicBezTo>
                    <a:cubicBezTo>
                      <a:pt x="297862" y="406910"/>
                      <a:pt x="302034" y="416446"/>
                      <a:pt x="306325" y="414538"/>
                    </a:cubicBezTo>
                    <a:cubicBezTo>
                      <a:pt x="310615" y="412631"/>
                      <a:pt x="321224" y="420856"/>
                      <a:pt x="326587" y="420856"/>
                    </a:cubicBezTo>
                    <a:cubicBezTo>
                      <a:pt x="331951" y="420856"/>
                      <a:pt x="337195" y="420856"/>
                      <a:pt x="337195" y="417637"/>
                    </a:cubicBezTo>
                    <a:cubicBezTo>
                      <a:pt x="337195" y="414419"/>
                      <a:pt x="343513" y="409175"/>
                      <a:pt x="345658" y="413466"/>
                    </a:cubicBezTo>
                    <a:cubicBezTo>
                      <a:pt x="347803" y="417756"/>
                      <a:pt x="353167" y="427292"/>
                      <a:pt x="358412" y="427292"/>
                    </a:cubicBezTo>
                    <a:cubicBezTo>
                      <a:pt x="363656" y="427292"/>
                      <a:pt x="376529" y="427292"/>
                      <a:pt x="376529" y="431583"/>
                    </a:cubicBezTo>
                    <a:cubicBezTo>
                      <a:pt x="377482" y="439140"/>
                      <a:pt x="380820" y="446196"/>
                      <a:pt x="386064" y="451726"/>
                    </a:cubicBezTo>
                    <a:cubicBezTo>
                      <a:pt x="391428" y="456017"/>
                      <a:pt x="403109" y="451726"/>
                      <a:pt x="403109" y="451726"/>
                    </a:cubicBezTo>
                    <a:cubicBezTo>
                      <a:pt x="406005" y="448985"/>
                      <a:pt x="407531" y="445099"/>
                      <a:pt x="407280" y="441118"/>
                    </a:cubicBezTo>
                    <a:cubicBezTo>
                      <a:pt x="407280" y="433609"/>
                      <a:pt x="407280" y="424074"/>
                      <a:pt x="404182" y="424074"/>
                    </a:cubicBezTo>
                    <a:cubicBezTo>
                      <a:pt x="401082" y="424074"/>
                      <a:pt x="395600" y="431583"/>
                      <a:pt x="388210" y="429437"/>
                    </a:cubicBezTo>
                    <a:cubicBezTo>
                      <a:pt x="380820" y="427292"/>
                      <a:pt x="375456" y="412393"/>
                      <a:pt x="372238" y="410247"/>
                    </a:cubicBezTo>
                    <a:cubicBezTo>
                      <a:pt x="369020" y="408102"/>
                      <a:pt x="377601" y="394276"/>
                      <a:pt x="377601" y="387958"/>
                    </a:cubicBezTo>
                    <a:cubicBezTo>
                      <a:pt x="377601" y="381641"/>
                      <a:pt x="382846" y="363524"/>
                      <a:pt x="378674" y="361378"/>
                    </a:cubicBezTo>
                    <a:cubicBezTo>
                      <a:pt x="374502" y="359233"/>
                      <a:pt x="376529" y="352916"/>
                      <a:pt x="381773" y="348625"/>
                    </a:cubicBezTo>
                    <a:cubicBezTo>
                      <a:pt x="387018" y="344334"/>
                      <a:pt x="379628" y="332653"/>
                      <a:pt x="388210" y="332653"/>
                    </a:cubicBezTo>
                    <a:cubicBezTo>
                      <a:pt x="396792" y="332653"/>
                      <a:pt x="412048" y="333487"/>
                      <a:pt x="417054" y="328362"/>
                    </a:cubicBezTo>
                    <a:cubicBezTo>
                      <a:pt x="417054" y="328362"/>
                      <a:pt x="417769" y="327766"/>
                      <a:pt x="417889" y="327409"/>
                    </a:cubicBezTo>
                    <a:cubicBezTo>
                      <a:pt x="418556" y="326240"/>
                      <a:pt x="419081" y="325001"/>
                      <a:pt x="419438" y="323714"/>
                    </a:cubicBezTo>
                    <a:cubicBezTo>
                      <a:pt x="415028" y="314774"/>
                      <a:pt x="409545" y="302736"/>
                      <a:pt x="402990" y="299160"/>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67" name="Freeform: Shape 166">
                <a:extLst>
                  <a:ext uri="{FF2B5EF4-FFF2-40B4-BE49-F238E27FC236}">
                    <a16:creationId xmlns:a16="http://schemas.microsoft.com/office/drawing/2014/main" id="{7B6BF0EC-4A52-41CF-A2D6-FE2E4DAE1343}"/>
                  </a:ext>
                </a:extLst>
              </p:cNvPr>
              <p:cNvSpPr/>
              <p:nvPr/>
            </p:nvSpPr>
            <p:spPr>
              <a:xfrm>
                <a:off x="4949471" y="8673498"/>
                <a:ext cx="38260" cy="50418"/>
              </a:xfrm>
              <a:custGeom>
                <a:avLst/>
                <a:gdLst>
                  <a:gd name="connsiteX0" fmla="*/ 2384 w 38260"/>
                  <a:gd name="connsiteY0" fmla="*/ 25507 h 50418"/>
                  <a:gd name="connsiteX1" fmla="*/ 8344 w 38260"/>
                  <a:gd name="connsiteY1" fmla="*/ 50419 h 50418"/>
                  <a:gd name="connsiteX2" fmla="*/ 18594 w 38260"/>
                  <a:gd name="connsiteY2" fmla="*/ 44459 h 50418"/>
                  <a:gd name="connsiteX3" fmla="*/ 38261 w 38260"/>
                  <a:gd name="connsiteY3" fmla="*/ 16210 h 50418"/>
                  <a:gd name="connsiteX4" fmla="*/ 32063 w 38260"/>
                  <a:gd name="connsiteY4" fmla="*/ 12515 h 50418"/>
                  <a:gd name="connsiteX5" fmla="*/ 31109 w 38260"/>
                  <a:gd name="connsiteY5" fmla="*/ 0 h 50418"/>
                  <a:gd name="connsiteX6" fmla="*/ 19905 w 38260"/>
                  <a:gd name="connsiteY6" fmla="*/ 0 h 50418"/>
                  <a:gd name="connsiteX7" fmla="*/ 7986 w 38260"/>
                  <a:gd name="connsiteY7" fmla="*/ 7390 h 50418"/>
                  <a:gd name="connsiteX8" fmla="*/ 0 w 38260"/>
                  <a:gd name="connsiteY8" fmla="*/ 6675 h 50418"/>
                  <a:gd name="connsiteX9" fmla="*/ 1669 w 38260"/>
                  <a:gd name="connsiteY9" fmla="*/ 6675 h 5041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Lst>
                <a:rect l="l" t="t" r="r" b="b"/>
                <a:pathLst>
                  <a:path w="38260" h="50418">
                    <a:moveTo>
                      <a:pt x="2384" y="25507"/>
                    </a:moveTo>
                    <a:cubicBezTo>
                      <a:pt x="5030" y="33636"/>
                      <a:pt x="7032" y="41968"/>
                      <a:pt x="8344" y="50419"/>
                    </a:cubicBezTo>
                    <a:cubicBezTo>
                      <a:pt x="11621" y="48201"/>
                      <a:pt x="15042" y="46211"/>
                      <a:pt x="18594" y="44459"/>
                    </a:cubicBezTo>
                    <a:cubicBezTo>
                      <a:pt x="24792" y="41956"/>
                      <a:pt x="38261" y="16210"/>
                      <a:pt x="38261" y="16210"/>
                    </a:cubicBezTo>
                    <a:lnTo>
                      <a:pt x="32063" y="12515"/>
                    </a:lnTo>
                    <a:cubicBezTo>
                      <a:pt x="32432" y="8320"/>
                      <a:pt x="32110" y="4089"/>
                      <a:pt x="31109" y="0"/>
                    </a:cubicBezTo>
                    <a:cubicBezTo>
                      <a:pt x="27378" y="274"/>
                      <a:pt x="23636" y="274"/>
                      <a:pt x="19905" y="0"/>
                    </a:cubicBezTo>
                    <a:cubicBezTo>
                      <a:pt x="19905" y="0"/>
                      <a:pt x="21097" y="9893"/>
                      <a:pt x="7986" y="7390"/>
                    </a:cubicBezTo>
                    <a:cubicBezTo>
                      <a:pt x="5340" y="6997"/>
                      <a:pt x="2670" y="6758"/>
                      <a:pt x="0" y="6675"/>
                    </a:cubicBezTo>
                    <a:lnTo>
                      <a:pt x="1669" y="6675"/>
                    </a:ln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68" name="Freeform: Shape 167">
                <a:extLst>
                  <a:ext uri="{FF2B5EF4-FFF2-40B4-BE49-F238E27FC236}">
                    <a16:creationId xmlns:a16="http://schemas.microsoft.com/office/drawing/2014/main" id="{06987468-42F1-4CD0-8840-1F4DCCAF019A}"/>
                  </a:ext>
                </a:extLst>
              </p:cNvPr>
              <p:cNvSpPr/>
              <p:nvPr/>
            </p:nvSpPr>
            <p:spPr>
              <a:xfrm>
                <a:off x="4973071" y="8871238"/>
                <a:ext cx="253812" cy="409664"/>
              </a:xfrm>
              <a:custGeom>
                <a:avLst/>
                <a:gdLst>
                  <a:gd name="connsiteX0" fmla="*/ 253641 w 253812"/>
                  <a:gd name="connsiteY0" fmla="*/ 105128 h 409664"/>
                  <a:gd name="connsiteX1" fmla="*/ 247563 w 253812"/>
                  <a:gd name="connsiteY1" fmla="*/ 58405 h 409664"/>
                  <a:gd name="connsiteX2" fmla="*/ 245536 w 253812"/>
                  <a:gd name="connsiteY2" fmla="*/ 954 h 409664"/>
                  <a:gd name="connsiteX3" fmla="*/ 245536 w 253812"/>
                  <a:gd name="connsiteY3" fmla="*/ 0 h 409664"/>
                  <a:gd name="connsiteX4" fmla="*/ 219672 w 253812"/>
                  <a:gd name="connsiteY4" fmla="*/ 13707 h 409664"/>
                  <a:gd name="connsiteX5" fmla="*/ 202627 w 253812"/>
                  <a:gd name="connsiteY5" fmla="*/ 17998 h 409664"/>
                  <a:gd name="connsiteX6" fmla="*/ 188443 w 253812"/>
                  <a:gd name="connsiteY6" fmla="*/ 17283 h 409664"/>
                  <a:gd name="connsiteX7" fmla="*/ 180696 w 253812"/>
                  <a:gd name="connsiteY7" fmla="*/ 26461 h 409664"/>
                  <a:gd name="connsiteX8" fmla="*/ 166512 w 253812"/>
                  <a:gd name="connsiteY8" fmla="*/ 27891 h 409664"/>
                  <a:gd name="connsiteX9" fmla="*/ 145891 w 253812"/>
                  <a:gd name="connsiteY9" fmla="*/ 30752 h 409664"/>
                  <a:gd name="connsiteX10" fmla="*/ 138144 w 253812"/>
                  <a:gd name="connsiteY10" fmla="*/ 23600 h 409664"/>
                  <a:gd name="connsiteX11" fmla="*/ 123960 w 253812"/>
                  <a:gd name="connsiteY11" fmla="*/ 26461 h 409664"/>
                  <a:gd name="connsiteX12" fmla="*/ 110372 w 253812"/>
                  <a:gd name="connsiteY12" fmla="*/ 25030 h 409664"/>
                  <a:gd name="connsiteX13" fmla="*/ 109061 w 253812"/>
                  <a:gd name="connsiteY13" fmla="*/ 33374 h 409664"/>
                  <a:gd name="connsiteX14" fmla="*/ 119311 w 253812"/>
                  <a:gd name="connsiteY14" fmla="*/ 84031 h 409664"/>
                  <a:gd name="connsiteX15" fmla="*/ 133853 w 253812"/>
                  <a:gd name="connsiteY15" fmla="*/ 98095 h 409664"/>
                  <a:gd name="connsiteX16" fmla="*/ 134568 w 253812"/>
                  <a:gd name="connsiteY16" fmla="*/ 121934 h 409664"/>
                  <a:gd name="connsiteX17" fmla="*/ 121100 w 253812"/>
                  <a:gd name="connsiteY17" fmla="*/ 137429 h 409664"/>
                  <a:gd name="connsiteX18" fmla="*/ 119073 w 253812"/>
                  <a:gd name="connsiteY18" fmla="*/ 159479 h 409664"/>
                  <a:gd name="connsiteX19" fmla="*/ 97022 w 253812"/>
                  <a:gd name="connsiteY19" fmla="*/ 130396 h 409664"/>
                  <a:gd name="connsiteX20" fmla="*/ 102029 w 253812"/>
                  <a:gd name="connsiteY20" fmla="*/ 99168 h 409664"/>
                  <a:gd name="connsiteX21" fmla="*/ 82839 w 253812"/>
                  <a:gd name="connsiteY21" fmla="*/ 96427 h 409664"/>
                  <a:gd name="connsiteX22" fmla="*/ 66629 w 253812"/>
                  <a:gd name="connsiteY22" fmla="*/ 84508 h 409664"/>
                  <a:gd name="connsiteX23" fmla="*/ 0 w 253812"/>
                  <a:gd name="connsiteY23" fmla="*/ 108346 h 409664"/>
                  <a:gd name="connsiteX24" fmla="*/ 4887 w 253812"/>
                  <a:gd name="connsiteY24" fmla="*/ 125986 h 409664"/>
                  <a:gd name="connsiteX25" fmla="*/ 3576 w 253812"/>
                  <a:gd name="connsiteY25" fmla="*/ 125986 h 409664"/>
                  <a:gd name="connsiteX26" fmla="*/ 7032 w 253812"/>
                  <a:gd name="connsiteY26" fmla="*/ 133734 h 409664"/>
                  <a:gd name="connsiteX27" fmla="*/ 37903 w 253812"/>
                  <a:gd name="connsiteY27" fmla="*/ 141124 h 409664"/>
                  <a:gd name="connsiteX28" fmla="*/ 65556 w 253812"/>
                  <a:gd name="connsiteY28" fmla="*/ 150659 h 409664"/>
                  <a:gd name="connsiteX29" fmla="*/ 66629 w 253812"/>
                  <a:gd name="connsiteY29" fmla="*/ 187847 h 409664"/>
                  <a:gd name="connsiteX30" fmla="*/ 60192 w 253812"/>
                  <a:gd name="connsiteY30" fmla="*/ 209183 h 409664"/>
                  <a:gd name="connsiteX31" fmla="*/ 67701 w 253812"/>
                  <a:gd name="connsiteY31" fmla="*/ 227181 h 409664"/>
                  <a:gd name="connsiteX32" fmla="*/ 54829 w 253812"/>
                  <a:gd name="connsiteY32" fmla="*/ 245298 h 409664"/>
                  <a:gd name="connsiteX33" fmla="*/ 48511 w 253812"/>
                  <a:gd name="connsiteY33" fmla="*/ 269137 h 409664"/>
                  <a:gd name="connsiteX34" fmla="*/ 24673 w 253812"/>
                  <a:gd name="connsiteY34" fmla="*/ 292975 h 409664"/>
                  <a:gd name="connsiteX35" fmla="*/ 25626 w 253812"/>
                  <a:gd name="connsiteY35" fmla="*/ 293809 h 409664"/>
                  <a:gd name="connsiteX36" fmla="*/ 40525 w 253812"/>
                  <a:gd name="connsiteY36" fmla="*/ 338387 h 409664"/>
                  <a:gd name="connsiteX37" fmla="*/ 42552 w 253812"/>
                  <a:gd name="connsiteY37" fmla="*/ 382012 h 409664"/>
                  <a:gd name="connsiteX38" fmla="*/ 45293 w 253812"/>
                  <a:gd name="connsiteY38" fmla="*/ 409664 h 409664"/>
                  <a:gd name="connsiteX39" fmla="*/ 63172 w 253812"/>
                  <a:gd name="connsiteY39" fmla="*/ 408234 h 409664"/>
                  <a:gd name="connsiteX40" fmla="*/ 64245 w 253812"/>
                  <a:gd name="connsiteY40" fmla="*/ 396315 h 409664"/>
                  <a:gd name="connsiteX41" fmla="*/ 54709 w 253812"/>
                  <a:gd name="connsiteY41" fmla="*/ 387137 h 409664"/>
                  <a:gd name="connsiteX42" fmla="*/ 92255 w 253812"/>
                  <a:gd name="connsiteY42" fmla="*/ 359484 h 409664"/>
                  <a:gd name="connsiteX43" fmla="*/ 122291 w 253812"/>
                  <a:gd name="connsiteY43" fmla="*/ 340771 h 409664"/>
                  <a:gd name="connsiteX44" fmla="*/ 124794 w 253812"/>
                  <a:gd name="connsiteY44" fmla="*/ 305967 h 409664"/>
                  <a:gd name="connsiteX45" fmla="*/ 120623 w 253812"/>
                  <a:gd name="connsiteY45" fmla="*/ 275931 h 409664"/>
                  <a:gd name="connsiteX46" fmla="*/ 108703 w 253812"/>
                  <a:gd name="connsiteY46" fmla="*/ 245417 h 409664"/>
                  <a:gd name="connsiteX47" fmla="*/ 112637 w 253812"/>
                  <a:gd name="connsiteY47" fmla="*/ 227300 h 409664"/>
                  <a:gd name="connsiteX48" fmla="*/ 123602 w 253812"/>
                  <a:gd name="connsiteY48" fmla="*/ 214546 h 409664"/>
                  <a:gd name="connsiteX49" fmla="*/ 143865 w 253812"/>
                  <a:gd name="connsiteY49" fmla="*/ 201793 h 409664"/>
                  <a:gd name="connsiteX50" fmla="*/ 169015 w 253812"/>
                  <a:gd name="connsiteY50" fmla="*/ 174260 h 409664"/>
                  <a:gd name="connsiteX51" fmla="*/ 215738 w 253812"/>
                  <a:gd name="connsiteY51" fmla="*/ 153997 h 409664"/>
                  <a:gd name="connsiteX52" fmla="*/ 253641 w 253812"/>
                  <a:gd name="connsiteY52" fmla="*/ 105128 h 409664"/>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Lst>
                <a:rect l="l" t="t" r="r" b="b"/>
                <a:pathLst>
                  <a:path w="253812" h="409664">
                    <a:moveTo>
                      <a:pt x="253641" y="105128"/>
                    </a:moveTo>
                    <a:cubicBezTo>
                      <a:pt x="249398" y="89919"/>
                      <a:pt x="247360" y="74185"/>
                      <a:pt x="247563" y="58405"/>
                    </a:cubicBezTo>
                    <a:cubicBezTo>
                      <a:pt x="248993" y="46485"/>
                      <a:pt x="245536" y="15853"/>
                      <a:pt x="245536" y="954"/>
                    </a:cubicBezTo>
                    <a:cubicBezTo>
                      <a:pt x="245536" y="954"/>
                      <a:pt x="245536" y="358"/>
                      <a:pt x="245536" y="0"/>
                    </a:cubicBezTo>
                    <a:cubicBezTo>
                      <a:pt x="236346" y="3409"/>
                      <a:pt x="227646" y="8022"/>
                      <a:pt x="219672" y="13707"/>
                    </a:cubicBezTo>
                    <a:cubicBezTo>
                      <a:pt x="217526" y="17998"/>
                      <a:pt x="208348" y="12992"/>
                      <a:pt x="202627" y="17998"/>
                    </a:cubicBezTo>
                    <a:cubicBezTo>
                      <a:pt x="196906" y="23004"/>
                      <a:pt x="193449" y="18713"/>
                      <a:pt x="188443" y="17283"/>
                    </a:cubicBezTo>
                    <a:cubicBezTo>
                      <a:pt x="183437" y="15853"/>
                      <a:pt x="181411" y="22170"/>
                      <a:pt x="180696" y="26461"/>
                    </a:cubicBezTo>
                    <a:cubicBezTo>
                      <a:pt x="179981" y="30752"/>
                      <a:pt x="170087" y="28606"/>
                      <a:pt x="166512" y="27891"/>
                    </a:cubicBezTo>
                    <a:cubicBezTo>
                      <a:pt x="162936" y="27176"/>
                      <a:pt x="151613" y="30752"/>
                      <a:pt x="145891" y="30752"/>
                    </a:cubicBezTo>
                    <a:cubicBezTo>
                      <a:pt x="140170" y="30752"/>
                      <a:pt x="144580" y="25746"/>
                      <a:pt x="138144" y="23600"/>
                    </a:cubicBezTo>
                    <a:cubicBezTo>
                      <a:pt x="131707" y="21455"/>
                      <a:pt x="127536" y="26461"/>
                      <a:pt x="123960" y="26461"/>
                    </a:cubicBezTo>
                    <a:cubicBezTo>
                      <a:pt x="120384" y="26461"/>
                      <a:pt x="115259" y="25746"/>
                      <a:pt x="110372" y="25030"/>
                    </a:cubicBezTo>
                    <a:cubicBezTo>
                      <a:pt x="110384" y="27867"/>
                      <a:pt x="109943" y="30680"/>
                      <a:pt x="109061" y="33374"/>
                    </a:cubicBezTo>
                    <a:cubicBezTo>
                      <a:pt x="104532" y="45293"/>
                      <a:pt x="118716" y="72588"/>
                      <a:pt x="119311" y="84031"/>
                    </a:cubicBezTo>
                    <a:cubicBezTo>
                      <a:pt x="124520" y="88334"/>
                      <a:pt x="129383" y="93030"/>
                      <a:pt x="133853" y="98095"/>
                    </a:cubicBezTo>
                    <a:cubicBezTo>
                      <a:pt x="140289" y="105843"/>
                      <a:pt x="133853" y="105128"/>
                      <a:pt x="134568" y="121934"/>
                    </a:cubicBezTo>
                    <a:cubicBezTo>
                      <a:pt x="135283" y="138740"/>
                      <a:pt x="127536" y="131827"/>
                      <a:pt x="121100" y="137429"/>
                    </a:cubicBezTo>
                    <a:cubicBezTo>
                      <a:pt x="114663" y="143031"/>
                      <a:pt x="120384" y="155904"/>
                      <a:pt x="119073" y="159479"/>
                    </a:cubicBezTo>
                    <a:cubicBezTo>
                      <a:pt x="117762" y="163055"/>
                      <a:pt x="98453" y="134688"/>
                      <a:pt x="97022" y="130396"/>
                    </a:cubicBezTo>
                    <a:cubicBezTo>
                      <a:pt x="95592" y="126106"/>
                      <a:pt x="104174" y="109180"/>
                      <a:pt x="102029" y="99168"/>
                    </a:cubicBezTo>
                    <a:cubicBezTo>
                      <a:pt x="99883" y="89156"/>
                      <a:pt x="87130" y="95711"/>
                      <a:pt x="82839" y="96427"/>
                    </a:cubicBezTo>
                    <a:cubicBezTo>
                      <a:pt x="78548" y="97142"/>
                      <a:pt x="68655" y="84508"/>
                      <a:pt x="66629" y="84508"/>
                    </a:cubicBezTo>
                    <a:cubicBezTo>
                      <a:pt x="64602" y="84508"/>
                      <a:pt x="0" y="108346"/>
                      <a:pt x="0" y="108346"/>
                    </a:cubicBezTo>
                    <a:lnTo>
                      <a:pt x="4887" y="125986"/>
                    </a:lnTo>
                    <a:lnTo>
                      <a:pt x="3576" y="125986"/>
                    </a:lnTo>
                    <a:lnTo>
                      <a:pt x="7032" y="133734"/>
                    </a:lnTo>
                    <a:cubicBezTo>
                      <a:pt x="17712" y="134139"/>
                      <a:pt x="28201" y="136642"/>
                      <a:pt x="37903" y="141124"/>
                    </a:cubicBezTo>
                    <a:cubicBezTo>
                      <a:pt x="46759" y="145272"/>
                      <a:pt x="56032" y="148466"/>
                      <a:pt x="65556" y="150659"/>
                    </a:cubicBezTo>
                    <a:cubicBezTo>
                      <a:pt x="68655" y="152805"/>
                      <a:pt x="65556" y="176166"/>
                      <a:pt x="66629" y="187847"/>
                    </a:cubicBezTo>
                    <a:cubicBezTo>
                      <a:pt x="67701" y="199528"/>
                      <a:pt x="53875" y="202746"/>
                      <a:pt x="60192" y="209183"/>
                    </a:cubicBezTo>
                    <a:cubicBezTo>
                      <a:pt x="66509" y="215619"/>
                      <a:pt x="63410" y="226227"/>
                      <a:pt x="67701" y="227181"/>
                    </a:cubicBezTo>
                    <a:cubicBezTo>
                      <a:pt x="71992" y="228134"/>
                      <a:pt x="60192" y="242080"/>
                      <a:pt x="54829" y="245298"/>
                    </a:cubicBezTo>
                    <a:cubicBezTo>
                      <a:pt x="49465" y="248516"/>
                      <a:pt x="54829" y="260197"/>
                      <a:pt x="48511" y="269137"/>
                    </a:cubicBezTo>
                    <a:cubicBezTo>
                      <a:pt x="40978" y="277480"/>
                      <a:pt x="33016" y="285442"/>
                      <a:pt x="24673" y="292975"/>
                    </a:cubicBezTo>
                    <a:cubicBezTo>
                      <a:pt x="25042" y="293190"/>
                      <a:pt x="25364" y="293476"/>
                      <a:pt x="25626" y="293809"/>
                    </a:cubicBezTo>
                    <a:cubicBezTo>
                      <a:pt x="27772" y="297504"/>
                      <a:pt x="34089" y="334692"/>
                      <a:pt x="40525" y="338387"/>
                    </a:cubicBezTo>
                    <a:cubicBezTo>
                      <a:pt x="46962" y="342082"/>
                      <a:pt x="43148" y="378793"/>
                      <a:pt x="42552" y="382012"/>
                    </a:cubicBezTo>
                    <a:cubicBezTo>
                      <a:pt x="41956" y="385230"/>
                      <a:pt x="45293" y="409664"/>
                      <a:pt x="45293" y="409664"/>
                    </a:cubicBezTo>
                    <a:cubicBezTo>
                      <a:pt x="51205" y="408735"/>
                      <a:pt x="57189" y="408258"/>
                      <a:pt x="63172" y="408234"/>
                    </a:cubicBezTo>
                    <a:cubicBezTo>
                      <a:pt x="63172" y="403466"/>
                      <a:pt x="64006" y="399175"/>
                      <a:pt x="64245" y="396315"/>
                    </a:cubicBezTo>
                    <a:cubicBezTo>
                      <a:pt x="64960" y="384992"/>
                      <a:pt x="57093" y="394169"/>
                      <a:pt x="54709" y="387137"/>
                    </a:cubicBezTo>
                    <a:cubicBezTo>
                      <a:pt x="52325" y="380105"/>
                      <a:pt x="71992" y="366993"/>
                      <a:pt x="92255" y="359484"/>
                    </a:cubicBezTo>
                    <a:cubicBezTo>
                      <a:pt x="112518" y="351975"/>
                      <a:pt x="120146" y="347565"/>
                      <a:pt x="122291" y="340771"/>
                    </a:cubicBezTo>
                    <a:cubicBezTo>
                      <a:pt x="124437" y="333977"/>
                      <a:pt x="122291" y="313834"/>
                      <a:pt x="124794" y="305967"/>
                    </a:cubicBezTo>
                    <a:cubicBezTo>
                      <a:pt x="127297" y="298100"/>
                      <a:pt x="123007" y="294048"/>
                      <a:pt x="120623" y="275931"/>
                    </a:cubicBezTo>
                    <a:cubicBezTo>
                      <a:pt x="118239" y="257813"/>
                      <a:pt x="111683" y="255310"/>
                      <a:pt x="108703" y="245417"/>
                    </a:cubicBezTo>
                    <a:cubicBezTo>
                      <a:pt x="105724" y="235524"/>
                      <a:pt x="106677" y="227657"/>
                      <a:pt x="112637" y="227300"/>
                    </a:cubicBezTo>
                    <a:cubicBezTo>
                      <a:pt x="118596" y="226942"/>
                      <a:pt x="118716" y="224201"/>
                      <a:pt x="123602" y="214546"/>
                    </a:cubicBezTo>
                    <a:cubicBezTo>
                      <a:pt x="128489" y="204892"/>
                      <a:pt x="134210" y="208944"/>
                      <a:pt x="143865" y="201793"/>
                    </a:cubicBezTo>
                    <a:cubicBezTo>
                      <a:pt x="153520" y="194641"/>
                      <a:pt x="153758" y="185940"/>
                      <a:pt x="169015" y="174260"/>
                    </a:cubicBezTo>
                    <a:cubicBezTo>
                      <a:pt x="184271" y="162579"/>
                      <a:pt x="200839" y="162340"/>
                      <a:pt x="215738" y="153997"/>
                    </a:cubicBezTo>
                    <a:cubicBezTo>
                      <a:pt x="230637" y="145653"/>
                      <a:pt x="256144" y="111445"/>
                      <a:pt x="253641" y="105128"/>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69" name="Freeform: Shape 168">
                <a:extLst>
                  <a:ext uri="{FF2B5EF4-FFF2-40B4-BE49-F238E27FC236}">
                    <a16:creationId xmlns:a16="http://schemas.microsoft.com/office/drawing/2014/main" id="{65940CA8-BF93-46EA-9D64-B4A9C9C451E9}"/>
                  </a:ext>
                </a:extLst>
              </p:cNvPr>
              <p:cNvSpPr/>
              <p:nvPr/>
            </p:nvSpPr>
            <p:spPr>
              <a:xfrm>
                <a:off x="4957576" y="8638217"/>
                <a:ext cx="260674" cy="264130"/>
              </a:xfrm>
              <a:custGeom>
                <a:avLst/>
                <a:gdLst>
                  <a:gd name="connsiteX0" fmla="*/ 243987 w 260674"/>
                  <a:gd name="connsiteY0" fmla="*/ 211328 h 264130"/>
                  <a:gd name="connsiteX1" fmla="*/ 235167 w 260674"/>
                  <a:gd name="connsiteY1" fmla="*/ 186894 h 264130"/>
                  <a:gd name="connsiteX2" fmla="*/ 232664 w 260674"/>
                  <a:gd name="connsiteY2" fmla="*/ 166989 h 264130"/>
                  <a:gd name="connsiteX3" fmla="*/ 236836 w 260674"/>
                  <a:gd name="connsiteY3" fmla="*/ 148990 h 264130"/>
                  <a:gd name="connsiteX4" fmla="*/ 224082 w 260674"/>
                  <a:gd name="connsiteY4" fmla="*/ 128728 h 264130"/>
                  <a:gd name="connsiteX5" fmla="*/ 234690 w 260674"/>
                  <a:gd name="connsiteY5" fmla="*/ 92374 h 264130"/>
                  <a:gd name="connsiteX6" fmla="*/ 194522 w 260674"/>
                  <a:gd name="connsiteY6" fmla="*/ 63768 h 264130"/>
                  <a:gd name="connsiteX7" fmla="*/ 195714 w 260674"/>
                  <a:gd name="connsiteY7" fmla="*/ 48988 h 264130"/>
                  <a:gd name="connsiteX8" fmla="*/ 105128 w 260674"/>
                  <a:gd name="connsiteY8" fmla="*/ 1311 h 264130"/>
                  <a:gd name="connsiteX9" fmla="*/ 93209 w 260674"/>
                  <a:gd name="connsiteY9" fmla="*/ 23838 h 264130"/>
                  <a:gd name="connsiteX10" fmla="*/ 94877 w 260674"/>
                  <a:gd name="connsiteY10" fmla="*/ 38738 h 264130"/>
                  <a:gd name="connsiteX11" fmla="*/ 56021 w 260674"/>
                  <a:gd name="connsiteY11" fmla="*/ 36592 h 264130"/>
                  <a:gd name="connsiteX12" fmla="*/ 56021 w 260674"/>
                  <a:gd name="connsiteY12" fmla="*/ 0 h 264130"/>
                  <a:gd name="connsiteX13" fmla="*/ 35996 w 260674"/>
                  <a:gd name="connsiteY13" fmla="*/ 1550 h 264130"/>
                  <a:gd name="connsiteX14" fmla="*/ 24792 w 260674"/>
                  <a:gd name="connsiteY14" fmla="*/ 4529 h 264130"/>
                  <a:gd name="connsiteX15" fmla="*/ 28725 w 260674"/>
                  <a:gd name="connsiteY15" fmla="*/ 15018 h 264130"/>
                  <a:gd name="connsiteX16" fmla="*/ 32301 w 260674"/>
                  <a:gd name="connsiteY16" fmla="*/ 30990 h 264130"/>
                  <a:gd name="connsiteX17" fmla="*/ 22766 w 260674"/>
                  <a:gd name="connsiteY17" fmla="*/ 35638 h 264130"/>
                  <a:gd name="connsiteX18" fmla="*/ 23720 w 260674"/>
                  <a:gd name="connsiteY18" fmla="*/ 48154 h 264130"/>
                  <a:gd name="connsiteX19" fmla="*/ 29917 w 260674"/>
                  <a:gd name="connsiteY19" fmla="*/ 51849 h 264130"/>
                  <a:gd name="connsiteX20" fmla="*/ 10251 w 260674"/>
                  <a:gd name="connsiteY20" fmla="*/ 80097 h 264130"/>
                  <a:gd name="connsiteX21" fmla="*/ 0 w 260674"/>
                  <a:gd name="connsiteY21" fmla="*/ 86057 h 264130"/>
                  <a:gd name="connsiteX22" fmla="*/ 14661 w 260674"/>
                  <a:gd name="connsiteY22" fmla="*/ 131827 h 264130"/>
                  <a:gd name="connsiteX23" fmla="*/ 27414 w 260674"/>
                  <a:gd name="connsiteY23" fmla="*/ 163174 h 264130"/>
                  <a:gd name="connsiteX24" fmla="*/ 33255 w 260674"/>
                  <a:gd name="connsiteY24" fmla="*/ 182245 h 264130"/>
                  <a:gd name="connsiteX25" fmla="*/ 19905 w 260674"/>
                  <a:gd name="connsiteY25" fmla="*/ 172233 h 264130"/>
                  <a:gd name="connsiteX26" fmla="*/ 18356 w 260674"/>
                  <a:gd name="connsiteY26" fmla="*/ 175928 h 264130"/>
                  <a:gd name="connsiteX27" fmla="*/ 17521 w 260674"/>
                  <a:gd name="connsiteY27" fmla="*/ 176881 h 264130"/>
                  <a:gd name="connsiteX28" fmla="*/ 34804 w 260674"/>
                  <a:gd name="connsiteY28" fmla="*/ 186775 h 264130"/>
                  <a:gd name="connsiteX29" fmla="*/ 56855 w 260674"/>
                  <a:gd name="connsiteY29" fmla="*/ 195356 h 264130"/>
                  <a:gd name="connsiteX30" fmla="*/ 87607 w 260674"/>
                  <a:gd name="connsiteY30" fmla="*/ 208825 h 264130"/>
                  <a:gd name="connsiteX31" fmla="*/ 89156 w 260674"/>
                  <a:gd name="connsiteY31" fmla="*/ 211209 h 264130"/>
                  <a:gd name="connsiteX32" fmla="*/ 105247 w 260674"/>
                  <a:gd name="connsiteY32" fmla="*/ 211209 h 264130"/>
                  <a:gd name="connsiteX33" fmla="*/ 108704 w 260674"/>
                  <a:gd name="connsiteY33" fmla="*/ 209898 h 264130"/>
                  <a:gd name="connsiteX34" fmla="*/ 125986 w 260674"/>
                  <a:gd name="connsiteY34" fmla="*/ 258409 h 264130"/>
                  <a:gd name="connsiteX35" fmla="*/ 139575 w 260674"/>
                  <a:gd name="connsiteY35" fmla="*/ 259839 h 264130"/>
                  <a:gd name="connsiteX36" fmla="*/ 153759 w 260674"/>
                  <a:gd name="connsiteY36" fmla="*/ 256979 h 264130"/>
                  <a:gd name="connsiteX37" fmla="*/ 161506 w 260674"/>
                  <a:gd name="connsiteY37" fmla="*/ 264130 h 264130"/>
                  <a:gd name="connsiteX38" fmla="*/ 182126 w 260674"/>
                  <a:gd name="connsiteY38" fmla="*/ 261270 h 264130"/>
                  <a:gd name="connsiteX39" fmla="*/ 196310 w 260674"/>
                  <a:gd name="connsiteY39" fmla="*/ 259839 h 264130"/>
                  <a:gd name="connsiteX40" fmla="*/ 204058 w 260674"/>
                  <a:gd name="connsiteY40" fmla="*/ 250662 h 264130"/>
                  <a:gd name="connsiteX41" fmla="*/ 218241 w 260674"/>
                  <a:gd name="connsiteY41" fmla="*/ 251377 h 264130"/>
                  <a:gd name="connsiteX42" fmla="*/ 235286 w 260674"/>
                  <a:gd name="connsiteY42" fmla="*/ 247086 h 264130"/>
                  <a:gd name="connsiteX43" fmla="*/ 260674 w 260674"/>
                  <a:gd name="connsiteY43" fmla="*/ 233378 h 264130"/>
                  <a:gd name="connsiteX44" fmla="*/ 243987 w 260674"/>
                  <a:gd name="connsiteY44" fmla="*/ 211328 h 26413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Lst>
                <a:rect l="l" t="t" r="r" b="b"/>
                <a:pathLst>
                  <a:path w="260674" h="264130">
                    <a:moveTo>
                      <a:pt x="243987" y="211328"/>
                    </a:moveTo>
                    <a:cubicBezTo>
                      <a:pt x="243272" y="196787"/>
                      <a:pt x="234809" y="196787"/>
                      <a:pt x="235167" y="186894"/>
                    </a:cubicBezTo>
                    <a:cubicBezTo>
                      <a:pt x="235524" y="177001"/>
                      <a:pt x="236239" y="168061"/>
                      <a:pt x="232664" y="166989"/>
                    </a:cubicBezTo>
                    <a:cubicBezTo>
                      <a:pt x="229088" y="165916"/>
                      <a:pt x="231234" y="157453"/>
                      <a:pt x="236836" y="148990"/>
                    </a:cubicBezTo>
                    <a:cubicBezTo>
                      <a:pt x="242437" y="140528"/>
                      <a:pt x="226585" y="139336"/>
                      <a:pt x="224082" y="128728"/>
                    </a:cubicBezTo>
                    <a:cubicBezTo>
                      <a:pt x="225608" y="116117"/>
                      <a:pt x="229195" y="103828"/>
                      <a:pt x="234690" y="92374"/>
                    </a:cubicBezTo>
                    <a:cubicBezTo>
                      <a:pt x="214785" y="78667"/>
                      <a:pt x="194522" y="63768"/>
                      <a:pt x="194522" y="63768"/>
                    </a:cubicBezTo>
                    <a:lnTo>
                      <a:pt x="195714" y="48988"/>
                    </a:lnTo>
                    <a:lnTo>
                      <a:pt x="105128" y="1311"/>
                    </a:lnTo>
                    <a:cubicBezTo>
                      <a:pt x="105509" y="10417"/>
                      <a:pt x="100956" y="19035"/>
                      <a:pt x="93209" y="23838"/>
                    </a:cubicBezTo>
                    <a:cubicBezTo>
                      <a:pt x="86296" y="27057"/>
                      <a:pt x="102744" y="37188"/>
                      <a:pt x="94877" y="38738"/>
                    </a:cubicBezTo>
                    <a:cubicBezTo>
                      <a:pt x="87011" y="40287"/>
                      <a:pt x="68774" y="31348"/>
                      <a:pt x="56021" y="36592"/>
                    </a:cubicBezTo>
                    <a:cubicBezTo>
                      <a:pt x="47439" y="40168"/>
                      <a:pt x="49227" y="18832"/>
                      <a:pt x="56021" y="0"/>
                    </a:cubicBezTo>
                    <a:lnTo>
                      <a:pt x="35996" y="1550"/>
                    </a:lnTo>
                    <a:lnTo>
                      <a:pt x="24792" y="4529"/>
                    </a:lnTo>
                    <a:lnTo>
                      <a:pt x="28725" y="15018"/>
                    </a:lnTo>
                    <a:cubicBezTo>
                      <a:pt x="31264" y="19953"/>
                      <a:pt x="32492" y="25448"/>
                      <a:pt x="32301" y="30990"/>
                    </a:cubicBezTo>
                    <a:cubicBezTo>
                      <a:pt x="32301" y="33731"/>
                      <a:pt x="27414" y="35043"/>
                      <a:pt x="22766" y="35638"/>
                    </a:cubicBezTo>
                    <a:cubicBezTo>
                      <a:pt x="23767" y="39727"/>
                      <a:pt x="24089" y="43958"/>
                      <a:pt x="23720" y="48154"/>
                    </a:cubicBezTo>
                    <a:lnTo>
                      <a:pt x="29917" y="51849"/>
                    </a:lnTo>
                    <a:cubicBezTo>
                      <a:pt x="29917" y="51849"/>
                      <a:pt x="16449" y="77594"/>
                      <a:pt x="10251" y="80097"/>
                    </a:cubicBezTo>
                    <a:cubicBezTo>
                      <a:pt x="6699" y="81849"/>
                      <a:pt x="3278" y="83840"/>
                      <a:pt x="0" y="86057"/>
                    </a:cubicBezTo>
                    <a:cubicBezTo>
                      <a:pt x="3695" y="104174"/>
                      <a:pt x="8105" y="125748"/>
                      <a:pt x="14661" y="131827"/>
                    </a:cubicBezTo>
                    <a:cubicBezTo>
                      <a:pt x="26580" y="142912"/>
                      <a:pt x="24792" y="155665"/>
                      <a:pt x="27414" y="163174"/>
                    </a:cubicBezTo>
                    <a:cubicBezTo>
                      <a:pt x="30037" y="170684"/>
                      <a:pt x="40764" y="179027"/>
                      <a:pt x="33255" y="182245"/>
                    </a:cubicBezTo>
                    <a:cubicBezTo>
                      <a:pt x="28487" y="184271"/>
                      <a:pt x="24196" y="179146"/>
                      <a:pt x="19905" y="172233"/>
                    </a:cubicBezTo>
                    <a:cubicBezTo>
                      <a:pt x="19548" y="173520"/>
                      <a:pt x="19023" y="174760"/>
                      <a:pt x="18356" y="175928"/>
                    </a:cubicBezTo>
                    <a:cubicBezTo>
                      <a:pt x="18356" y="175928"/>
                      <a:pt x="17760" y="175928"/>
                      <a:pt x="17521" y="176881"/>
                    </a:cubicBezTo>
                    <a:cubicBezTo>
                      <a:pt x="22540" y="181339"/>
                      <a:pt x="28428" y="184701"/>
                      <a:pt x="34804" y="186775"/>
                    </a:cubicBezTo>
                    <a:cubicBezTo>
                      <a:pt x="40883" y="186775"/>
                      <a:pt x="50776" y="194164"/>
                      <a:pt x="56855" y="195356"/>
                    </a:cubicBezTo>
                    <a:cubicBezTo>
                      <a:pt x="67737" y="198229"/>
                      <a:pt x="78119" y="202770"/>
                      <a:pt x="87607" y="208825"/>
                    </a:cubicBezTo>
                    <a:lnTo>
                      <a:pt x="89156" y="211209"/>
                    </a:lnTo>
                    <a:cubicBezTo>
                      <a:pt x="94508" y="210851"/>
                      <a:pt x="99895" y="210851"/>
                      <a:pt x="105247" y="211209"/>
                    </a:cubicBezTo>
                    <a:cubicBezTo>
                      <a:pt x="106200" y="210362"/>
                      <a:pt x="107428" y="209886"/>
                      <a:pt x="108704" y="209898"/>
                    </a:cubicBezTo>
                    <a:cubicBezTo>
                      <a:pt x="116809" y="209898"/>
                      <a:pt x="126463" y="240530"/>
                      <a:pt x="125986" y="258409"/>
                    </a:cubicBezTo>
                    <a:cubicBezTo>
                      <a:pt x="130873" y="259124"/>
                      <a:pt x="137906" y="259839"/>
                      <a:pt x="139575" y="259839"/>
                    </a:cubicBezTo>
                    <a:cubicBezTo>
                      <a:pt x="141243" y="259839"/>
                      <a:pt x="147441" y="254953"/>
                      <a:pt x="153759" y="256979"/>
                    </a:cubicBezTo>
                    <a:cubicBezTo>
                      <a:pt x="160076" y="259005"/>
                      <a:pt x="155904" y="264130"/>
                      <a:pt x="161506" y="264130"/>
                    </a:cubicBezTo>
                    <a:cubicBezTo>
                      <a:pt x="167108" y="264130"/>
                      <a:pt x="178550" y="260554"/>
                      <a:pt x="182126" y="261270"/>
                    </a:cubicBezTo>
                    <a:cubicBezTo>
                      <a:pt x="185702" y="261985"/>
                      <a:pt x="195595" y="264130"/>
                      <a:pt x="196310" y="259839"/>
                    </a:cubicBezTo>
                    <a:cubicBezTo>
                      <a:pt x="197025" y="255548"/>
                      <a:pt x="199171" y="249231"/>
                      <a:pt x="204058" y="250662"/>
                    </a:cubicBezTo>
                    <a:cubicBezTo>
                      <a:pt x="208944" y="252092"/>
                      <a:pt x="212520" y="256264"/>
                      <a:pt x="218241" y="251377"/>
                    </a:cubicBezTo>
                    <a:cubicBezTo>
                      <a:pt x="223963" y="246490"/>
                      <a:pt x="233140" y="251377"/>
                      <a:pt x="235286" y="247086"/>
                    </a:cubicBezTo>
                    <a:cubicBezTo>
                      <a:pt x="243117" y="241436"/>
                      <a:pt x="251651" y="236823"/>
                      <a:pt x="260674" y="233378"/>
                    </a:cubicBezTo>
                    <a:cubicBezTo>
                      <a:pt x="260197" y="219433"/>
                      <a:pt x="244702" y="225512"/>
                      <a:pt x="243987" y="211328"/>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70" name="Freeform: Shape 169">
                <a:extLst>
                  <a:ext uri="{FF2B5EF4-FFF2-40B4-BE49-F238E27FC236}">
                    <a16:creationId xmlns:a16="http://schemas.microsoft.com/office/drawing/2014/main" id="{5D5D0CEA-3645-41FA-B6A3-BAF134A20BD2}"/>
                  </a:ext>
                </a:extLst>
              </p:cNvPr>
              <p:cNvSpPr/>
              <p:nvPr/>
            </p:nvSpPr>
            <p:spPr>
              <a:xfrm>
                <a:off x="5034744" y="8848800"/>
                <a:ext cx="75363" cy="183997"/>
              </a:xfrm>
              <a:custGeom>
                <a:avLst/>
                <a:gdLst>
                  <a:gd name="connsiteX0" fmla="*/ 72538 w 75363"/>
                  <a:gd name="connsiteY0" fmla="*/ 120533 h 183997"/>
                  <a:gd name="connsiteX1" fmla="*/ 57996 w 75363"/>
                  <a:gd name="connsiteY1" fmla="*/ 106469 h 183997"/>
                  <a:gd name="connsiteX2" fmla="*/ 57281 w 75363"/>
                  <a:gd name="connsiteY2" fmla="*/ 110521 h 183997"/>
                  <a:gd name="connsiteX3" fmla="*/ 31297 w 75363"/>
                  <a:gd name="connsiteY3" fmla="*/ 73929 h 183997"/>
                  <a:gd name="connsiteX4" fmla="*/ 33919 w 75363"/>
                  <a:gd name="connsiteY4" fmla="*/ 31377 h 183997"/>
                  <a:gd name="connsiteX5" fmla="*/ 28317 w 75363"/>
                  <a:gd name="connsiteY5" fmla="*/ 268 h 183997"/>
                  <a:gd name="connsiteX6" fmla="*/ 12226 w 75363"/>
                  <a:gd name="connsiteY6" fmla="*/ 268 h 183997"/>
                  <a:gd name="connsiteX7" fmla="*/ 21643 w 75363"/>
                  <a:gd name="connsiteY7" fmla="*/ 24107 h 183997"/>
                  <a:gd name="connsiteX8" fmla="*/ 13061 w 75363"/>
                  <a:gd name="connsiteY8" fmla="*/ 28994 h 183997"/>
                  <a:gd name="connsiteX9" fmla="*/ 14253 w 75363"/>
                  <a:gd name="connsiteY9" fmla="*/ 68327 h 183997"/>
                  <a:gd name="connsiteX10" fmla="*/ 4479 w 75363"/>
                  <a:gd name="connsiteY10" fmla="*/ 74406 h 183997"/>
                  <a:gd name="connsiteX11" fmla="*/ 784 w 75363"/>
                  <a:gd name="connsiteY11" fmla="*/ 98244 h 183997"/>
                  <a:gd name="connsiteX12" fmla="*/ 5075 w 75363"/>
                  <a:gd name="connsiteY12" fmla="*/ 108733 h 183997"/>
                  <a:gd name="connsiteX13" fmla="*/ 5075 w 75363"/>
                  <a:gd name="connsiteY13" fmla="*/ 108733 h 183997"/>
                  <a:gd name="connsiteX14" fmla="*/ 21285 w 75363"/>
                  <a:gd name="connsiteY14" fmla="*/ 120653 h 183997"/>
                  <a:gd name="connsiteX15" fmla="*/ 40475 w 75363"/>
                  <a:gd name="connsiteY15" fmla="*/ 123394 h 183997"/>
                  <a:gd name="connsiteX16" fmla="*/ 35469 w 75363"/>
                  <a:gd name="connsiteY16" fmla="*/ 154622 h 183997"/>
                  <a:gd name="connsiteX17" fmla="*/ 57520 w 75363"/>
                  <a:gd name="connsiteY17" fmla="*/ 183705 h 183997"/>
                  <a:gd name="connsiteX18" fmla="*/ 59546 w 75363"/>
                  <a:gd name="connsiteY18" fmla="*/ 161655 h 183997"/>
                  <a:gd name="connsiteX19" fmla="*/ 73014 w 75363"/>
                  <a:gd name="connsiteY19" fmla="*/ 146160 h 183997"/>
                  <a:gd name="connsiteX20" fmla="*/ 72538 w 75363"/>
                  <a:gd name="connsiteY20" fmla="*/ 120533 h 18399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75363" h="183997">
                    <a:moveTo>
                      <a:pt x="72538" y="120533"/>
                    </a:moveTo>
                    <a:cubicBezTo>
                      <a:pt x="68068" y="115468"/>
                      <a:pt x="63205" y="110771"/>
                      <a:pt x="57996" y="106469"/>
                    </a:cubicBezTo>
                    <a:cubicBezTo>
                      <a:pt x="58258" y="107863"/>
                      <a:pt x="58008" y="109305"/>
                      <a:pt x="57281" y="110521"/>
                    </a:cubicBezTo>
                    <a:cubicBezTo>
                      <a:pt x="51083" y="119580"/>
                      <a:pt x="33442" y="91450"/>
                      <a:pt x="31297" y="73929"/>
                    </a:cubicBezTo>
                    <a:cubicBezTo>
                      <a:pt x="29152" y="56408"/>
                      <a:pt x="41429" y="47826"/>
                      <a:pt x="33919" y="31377"/>
                    </a:cubicBezTo>
                    <a:cubicBezTo>
                      <a:pt x="27721" y="17551"/>
                      <a:pt x="23907" y="4321"/>
                      <a:pt x="28317" y="268"/>
                    </a:cubicBezTo>
                    <a:cubicBezTo>
                      <a:pt x="22965" y="-89"/>
                      <a:pt x="17578" y="-89"/>
                      <a:pt x="12226" y="268"/>
                    </a:cubicBezTo>
                    <a:cubicBezTo>
                      <a:pt x="16672" y="7634"/>
                      <a:pt x="19855" y="15692"/>
                      <a:pt x="21643" y="24107"/>
                    </a:cubicBezTo>
                    <a:cubicBezTo>
                      <a:pt x="21643" y="28994"/>
                      <a:pt x="15564" y="22915"/>
                      <a:pt x="13061" y="28994"/>
                    </a:cubicBezTo>
                    <a:cubicBezTo>
                      <a:pt x="10558" y="35072"/>
                      <a:pt x="9366" y="63440"/>
                      <a:pt x="14253" y="68327"/>
                    </a:cubicBezTo>
                    <a:cubicBezTo>
                      <a:pt x="19140" y="73214"/>
                      <a:pt x="4479" y="69519"/>
                      <a:pt x="4479" y="74406"/>
                    </a:cubicBezTo>
                    <a:cubicBezTo>
                      <a:pt x="4479" y="79293"/>
                      <a:pt x="3287" y="96456"/>
                      <a:pt x="784" y="98244"/>
                    </a:cubicBezTo>
                    <a:cubicBezTo>
                      <a:pt x="-1719" y="100032"/>
                      <a:pt x="2333" y="103131"/>
                      <a:pt x="5075" y="108733"/>
                    </a:cubicBezTo>
                    <a:lnTo>
                      <a:pt x="5075" y="108733"/>
                    </a:lnTo>
                    <a:cubicBezTo>
                      <a:pt x="7101" y="108733"/>
                      <a:pt x="16994" y="120653"/>
                      <a:pt x="21285" y="120653"/>
                    </a:cubicBezTo>
                    <a:cubicBezTo>
                      <a:pt x="25576" y="120653"/>
                      <a:pt x="38329" y="113501"/>
                      <a:pt x="40475" y="123394"/>
                    </a:cubicBezTo>
                    <a:cubicBezTo>
                      <a:pt x="42621" y="133287"/>
                      <a:pt x="34039" y="150331"/>
                      <a:pt x="35469" y="154622"/>
                    </a:cubicBezTo>
                    <a:cubicBezTo>
                      <a:pt x="36899" y="158913"/>
                      <a:pt x="56089" y="187162"/>
                      <a:pt x="57520" y="183705"/>
                    </a:cubicBezTo>
                    <a:cubicBezTo>
                      <a:pt x="58950" y="180249"/>
                      <a:pt x="53228" y="167376"/>
                      <a:pt x="59546" y="161655"/>
                    </a:cubicBezTo>
                    <a:cubicBezTo>
                      <a:pt x="65863" y="155933"/>
                      <a:pt x="73730" y="163085"/>
                      <a:pt x="73014" y="146160"/>
                    </a:cubicBezTo>
                    <a:cubicBezTo>
                      <a:pt x="72299" y="129234"/>
                      <a:pt x="78974" y="128281"/>
                      <a:pt x="72538" y="120533"/>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71" name="Freeform: Shape 170">
                <a:extLst>
                  <a:ext uri="{FF2B5EF4-FFF2-40B4-BE49-F238E27FC236}">
                    <a16:creationId xmlns:a16="http://schemas.microsoft.com/office/drawing/2014/main" id="{0267ED0D-7F41-4B8F-9FC0-933480945825}"/>
                  </a:ext>
                </a:extLst>
              </p:cNvPr>
              <p:cNvSpPr/>
              <p:nvPr/>
            </p:nvSpPr>
            <p:spPr>
              <a:xfrm>
                <a:off x="8181115" y="9124340"/>
                <a:ext cx="70140" cy="49104"/>
              </a:xfrm>
              <a:custGeom>
                <a:avLst/>
                <a:gdLst>
                  <a:gd name="connsiteX0" fmla="*/ 19 w 70140"/>
                  <a:gd name="connsiteY0" fmla="*/ 1016 h 49104"/>
                  <a:gd name="connsiteX1" fmla="*/ 69508 w 70140"/>
                  <a:gd name="connsiteY1" fmla="*/ 48693 h 49104"/>
                  <a:gd name="connsiteX2" fmla="*/ 19 w 70140"/>
                  <a:gd name="connsiteY2" fmla="*/ 1016 h 49104"/>
                </a:gdLst>
                <a:ahLst/>
                <a:cxnLst>
                  <a:cxn ang="0">
                    <a:pos x="connsiteX0" y="connsiteY0"/>
                  </a:cxn>
                  <a:cxn ang="0">
                    <a:pos x="connsiteX1" y="connsiteY1"/>
                  </a:cxn>
                  <a:cxn ang="0">
                    <a:pos x="connsiteX2" y="connsiteY2"/>
                  </a:cxn>
                </a:cxnLst>
                <a:rect l="l" t="t" r="r" b="b"/>
                <a:pathLst>
                  <a:path w="70140" h="49104">
                    <a:moveTo>
                      <a:pt x="19" y="1016"/>
                    </a:moveTo>
                    <a:cubicBezTo>
                      <a:pt x="-1411" y="-7804"/>
                      <a:pt x="77971" y="43568"/>
                      <a:pt x="69508" y="48693"/>
                    </a:cubicBezTo>
                    <a:cubicBezTo>
                      <a:pt x="61046" y="53818"/>
                      <a:pt x="1450" y="9598"/>
                      <a:pt x="19" y="1016"/>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72" name="Freeform: Shape 171">
                <a:extLst>
                  <a:ext uri="{FF2B5EF4-FFF2-40B4-BE49-F238E27FC236}">
                    <a16:creationId xmlns:a16="http://schemas.microsoft.com/office/drawing/2014/main" id="{000EA9E4-C0EA-4FE7-8906-C5255A255B4A}"/>
                  </a:ext>
                </a:extLst>
              </p:cNvPr>
              <p:cNvSpPr/>
              <p:nvPr/>
            </p:nvSpPr>
            <p:spPr>
              <a:xfrm>
                <a:off x="5885883" y="7572527"/>
                <a:ext cx="183638" cy="120886"/>
              </a:xfrm>
              <a:custGeom>
                <a:avLst/>
                <a:gdLst>
                  <a:gd name="connsiteX0" fmla="*/ 149669 w 183638"/>
                  <a:gd name="connsiteY0" fmla="*/ 98444 h 120886"/>
                  <a:gd name="connsiteX1" fmla="*/ 158847 w 183638"/>
                  <a:gd name="connsiteY1" fmla="*/ 105238 h 120886"/>
                  <a:gd name="connsiteX2" fmla="*/ 175653 w 183638"/>
                  <a:gd name="connsiteY2" fmla="*/ 110483 h 120886"/>
                  <a:gd name="connsiteX3" fmla="*/ 183639 w 183638"/>
                  <a:gd name="connsiteY3" fmla="*/ 109052 h 120886"/>
                  <a:gd name="connsiteX4" fmla="*/ 178871 w 183638"/>
                  <a:gd name="connsiteY4" fmla="*/ 76870 h 120886"/>
                  <a:gd name="connsiteX5" fmla="*/ 155032 w 183638"/>
                  <a:gd name="connsiteY5" fmla="*/ 61733 h 120886"/>
                  <a:gd name="connsiteX6" fmla="*/ 151219 w 183638"/>
                  <a:gd name="connsiteY6" fmla="*/ 40874 h 120886"/>
                  <a:gd name="connsiteX7" fmla="*/ 119990 w 183638"/>
                  <a:gd name="connsiteY7" fmla="*/ 42781 h 120886"/>
                  <a:gd name="connsiteX8" fmla="*/ 100085 w 183638"/>
                  <a:gd name="connsiteY8" fmla="*/ 38967 h 120886"/>
                  <a:gd name="connsiteX9" fmla="*/ 78392 w 183638"/>
                  <a:gd name="connsiteY9" fmla="*/ 38014 h 120886"/>
                  <a:gd name="connsiteX10" fmla="*/ 44303 w 183638"/>
                  <a:gd name="connsiteY10" fmla="*/ 35153 h 120886"/>
                  <a:gd name="connsiteX11" fmla="*/ 61347 w 183638"/>
                  <a:gd name="connsiteY11" fmla="*/ 20969 h 120886"/>
                  <a:gd name="connsiteX12" fmla="*/ 68738 w 183638"/>
                  <a:gd name="connsiteY12" fmla="*/ 20969 h 120886"/>
                  <a:gd name="connsiteX13" fmla="*/ 77200 w 183638"/>
                  <a:gd name="connsiteY13" fmla="*/ 1302 h 120886"/>
                  <a:gd name="connsiteX14" fmla="*/ 60871 w 183638"/>
                  <a:gd name="connsiteY14" fmla="*/ 4878 h 120886"/>
                  <a:gd name="connsiteX15" fmla="*/ 42396 w 183638"/>
                  <a:gd name="connsiteY15" fmla="*/ 9169 h 120886"/>
                  <a:gd name="connsiteX16" fmla="*/ 30476 w 183638"/>
                  <a:gd name="connsiteY16" fmla="*/ 21804 h 120886"/>
                  <a:gd name="connsiteX17" fmla="*/ 22729 w 183638"/>
                  <a:gd name="connsiteY17" fmla="*/ 35272 h 120886"/>
                  <a:gd name="connsiteX18" fmla="*/ 83 w 183638"/>
                  <a:gd name="connsiteY18" fmla="*/ 43854 h 120886"/>
                  <a:gd name="connsiteX19" fmla="*/ 14982 w 183638"/>
                  <a:gd name="connsiteY19" fmla="*/ 62210 h 120886"/>
                  <a:gd name="connsiteX20" fmla="*/ 17723 w 183638"/>
                  <a:gd name="connsiteY20" fmla="*/ 83545 h 120886"/>
                  <a:gd name="connsiteX21" fmla="*/ 7830 w 183638"/>
                  <a:gd name="connsiteY21" fmla="*/ 108576 h 120886"/>
                  <a:gd name="connsiteX22" fmla="*/ 19034 w 183638"/>
                  <a:gd name="connsiteY22" fmla="*/ 109768 h 120886"/>
                  <a:gd name="connsiteX23" fmla="*/ 43707 w 183638"/>
                  <a:gd name="connsiteY23" fmla="*/ 103093 h 120886"/>
                  <a:gd name="connsiteX24" fmla="*/ 66473 w 183638"/>
                  <a:gd name="connsiteY24" fmla="*/ 91769 h 120886"/>
                  <a:gd name="connsiteX25" fmla="*/ 88166 w 183638"/>
                  <a:gd name="connsiteY25" fmla="*/ 70911 h 120886"/>
                  <a:gd name="connsiteX26" fmla="*/ 97582 w 183638"/>
                  <a:gd name="connsiteY26" fmla="*/ 90816 h 120886"/>
                  <a:gd name="connsiteX27" fmla="*/ 98536 w 183638"/>
                  <a:gd name="connsiteY27" fmla="*/ 119184 h 120886"/>
                  <a:gd name="connsiteX28" fmla="*/ 109859 w 183638"/>
                  <a:gd name="connsiteY28" fmla="*/ 119184 h 120886"/>
                  <a:gd name="connsiteX29" fmla="*/ 122732 w 183638"/>
                  <a:gd name="connsiteY29" fmla="*/ 114893 h 120886"/>
                  <a:gd name="connsiteX30" fmla="*/ 149669 w 183638"/>
                  <a:gd name="connsiteY30" fmla="*/ 98444 h 12088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Lst>
                <a:rect l="l" t="t" r="r" b="b"/>
                <a:pathLst>
                  <a:path w="183638" h="120886">
                    <a:moveTo>
                      <a:pt x="149669" y="98444"/>
                    </a:moveTo>
                    <a:cubicBezTo>
                      <a:pt x="155032" y="101662"/>
                      <a:pt x="153960" y="105953"/>
                      <a:pt x="158847" y="105238"/>
                    </a:cubicBezTo>
                    <a:cubicBezTo>
                      <a:pt x="164914" y="104773"/>
                      <a:pt x="170921" y="106657"/>
                      <a:pt x="175653" y="110483"/>
                    </a:cubicBezTo>
                    <a:cubicBezTo>
                      <a:pt x="178275" y="109827"/>
                      <a:pt x="180945" y="109350"/>
                      <a:pt x="183639" y="109052"/>
                    </a:cubicBezTo>
                    <a:cubicBezTo>
                      <a:pt x="183639" y="109052"/>
                      <a:pt x="179825" y="84380"/>
                      <a:pt x="178871" y="76870"/>
                    </a:cubicBezTo>
                    <a:cubicBezTo>
                      <a:pt x="177918" y="69361"/>
                      <a:pt x="155032" y="61733"/>
                      <a:pt x="155032" y="61733"/>
                    </a:cubicBezTo>
                    <a:lnTo>
                      <a:pt x="151219" y="40874"/>
                    </a:lnTo>
                    <a:cubicBezTo>
                      <a:pt x="140908" y="42615"/>
                      <a:pt x="130443" y="43258"/>
                      <a:pt x="119990" y="42781"/>
                    </a:cubicBezTo>
                    <a:cubicBezTo>
                      <a:pt x="115222" y="40874"/>
                      <a:pt x="104853" y="45642"/>
                      <a:pt x="100085" y="38967"/>
                    </a:cubicBezTo>
                    <a:cubicBezTo>
                      <a:pt x="95317" y="32293"/>
                      <a:pt x="86855" y="43735"/>
                      <a:pt x="78392" y="38014"/>
                    </a:cubicBezTo>
                    <a:cubicBezTo>
                      <a:pt x="69929" y="32293"/>
                      <a:pt x="45257" y="39921"/>
                      <a:pt x="44303" y="35153"/>
                    </a:cubicBezTo>
                    <a:cubicBezTo>
                      <a:pt x="43349" y="30385"/>
                      <a:pt x="54673" y="20016"/>
                      <a:pt x="61347" y="20969"/>
                    </a:cubicBezTo>
                    <a:cubicBezTo>
                      <a:pt x="63803" y="21184"/>
                      <a:pt x="66282" y="21184"/>
                      <a:pt x="68738" y="20969"/>
                    </a:cubicBezTo>
                    <a:cubicBezTo>
                      <a:pt x="71836" y="15963"/>
                      <a:pt x="78869" y="4163"/>
                      <a:pt x="77200" y="1302"/>
                    </a:cubicBezTo>
                    <a:cubicBezTo>
                      <a:pt x="75531" y="-1558"/>
                      <a:pt x="66592" y="587"/>
                      <a:pt x="60871" y="4878"/>
                    </a:cubicBezTo>
                    <a:cubicBezTo>
                      <a:pt x="55149" y="9169"/>
                      <a:pt x="44541" y="2733"/>
                      <a:pt x="42396" y="9169"/>
                    </a:cubicBezTo>
                    <a:cubicBezTo>
                      <a:pt x="40250" y="15606"/>
                      <a:pt x="37509" y="21804"/>
                      <a:pt x="30476" y="21804"/>
                    </a:cubicBezTo>
                    <a:cubicBezTo>
                      <a:pt x="23444" y="21804"/>
                      <a:pt x="29046" y="32531"/>
                      <a:pt x="22729" y="35272"/>
                    </a:cubicBezTo>
                    <a:cubicBezTo>
                      <a:pt x="16412" y="38014"/>
                      <a:pt x="1513" y="37418"/>
                      <a:pt x="83" y="43854"/>
                    </a:cubicBezTo>
                    <a:cubicBezTo>
                      <a:pt x="-1348" y="50291"/>
                      <a:pt x="16293" y="54462"/>
                      <a:pt x="14982" y="62210"/>
                    </a:cubicBezTo>
                    <a:cubicBezTo>
                      <a:pt x="13670" y="69957"/>
                      <a:pt x="24159" y="78539"/>
                      <a:pt x="17723" y="83545"/>
                    </a:cubicBezTo>
                    <a:cubicBezTo>
                      <a:pt x="10297" y="89600"/>
                      <a:pt x="6543" y="99076"/>
                      <a:pt x="7830" y="108576"/>
                    </a:cubicBezTo>
                    <a:cubicBezTo>
                      <a:pt x="12479" y="111436"/>
                      <a:pt x="16889" y="114059"/>
                      <a:pt x="19034" y="109768"/>
                    </a:cubicBezTo>
                    <a:cubicBezTo>
                      <a:pt x="22848" y="102139"/>
                      <a:pt x="43707" y="109768"/>
                      <a:pt x="43707" y="103093"/>
                    </a:cubicBezTo>
                    <a:cubicBezTo>
                      <a:pt x="43707" y="96418"/>
                      <a:pt x="66473" y="98325"/>
                      <a:pt x="66473" y="91769"/>
                    </a:cubicBezTo>
                    <a:cubicBezTo>
                      <a:pt x="66473" y="85214"/>
                      <a:pt x="79703" y="69957"/>
                      <a:pt x="88166" y="70911"/>
                    </a:cubicBezTo>
                    <a:cubicBezTo>
                      <a:pt x="96629" y="71864"/>
                      <a:pt x="87212" y="86048"/>
                      <a:pt x="97582" y="90816"/>
                    </a:cubicBezTo>
                    <a:cubicBezTo>
                      <a:pt x="107952" y="95584"/>
                      <a:pt x="92934" y="112509"/>
                      <a:pt x="98536" y="119184"/>
                    </a:cubicBezTo>
                    <a:cubicBezTo>
                      <a:pt x="100681" y="121687"/>
                      <a:pt x="104853" y="121210"/>
                      <a:pt x="109859" y="119184"/>
                    </a:cubicBezTo>
                    <a:lnTo>
                      <a:pt x="122732" y="114893"/>
                    </a:lnTo>
                    <a:cubicBezTo>
                      <a:pt x="132863" y="107503"/>
                      <a:pt x="145497" y="95941"/>
                      <a:pt x="149669" y="98444"/>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73" name="Freeform: Shape 172">
                <a:extLst>
                  <a:ext uri="{FF2B5EF4-FFF2-40B4-BE49-F238E27FC236}">
                    <a16:creationId xmlns:a16="http://schemas.microsoft.com/office/drawing/2014/main" id="{37C6A424-C388-41FC-971E-5FA3A89D5F52}"/>
                  </a:ext>
                </a:extLst>
              </p:cNvPr>
              <p:cNvSpPr/>
              <p:nvPr/>
            </p:nvSpPr>
            <p:spPr>
              <a:xfrm>
                <a:off x="2373961" y="7994984"/>
                <a:ext cx="18231" cy="37532"/>
              </a:xfrm>
              <a:custGeom>
                <a:avLst/>
                <a:gdLst>
                  <a:gd name="connsiteX0" fmla="*/ 17760 w 18231"/>
                  <a:gd name="connsiteY0" fmla="*/ 36782 h 37532"/>
                  <a:gd name="connsiteX1" fmla="*/ 8224 w 18231"/>
                  <a:gd name="connsiteY1" fmla="*/ 27127 h 37532"/>
                  <a:gd name="connsiteX2" fmla="*/ 0 w 18231"/>
                  <a:gd name="connsiteY2" fmla="*/ 11037 h 37532"/>
                  <a:gd name="connsiteX3" fmla="*/ 8820 w 18231"/>
                  <a:gd name="connsiteY3" fmla="*/ 4004 h 37532"/>
                  <a:gd name="connsiteX4" fmla="*/ 11204 w 18231"/>
                  <a:gd name="connsiteY4" fmla="*/ 22002 h 37532"/>
                  <a:gd name="connsiteX5" fmla="*/ 17760 w 18231"/>
                  <a:gd name="connsiteY5" fmla="*/ 36782 h 3753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Lst>
                <a:rect l="l" t="t" r="r" b="b"/>
                <a:pathLst>
                  <a:path w="18231" h="37532">
                    <a:moveTo>
                      <a:pt x="17760" y="36782"/>
                    </a:moveTo>
                    <a:cubicBezTo>
                      <a:pt x="16210" y="39881"/>
                      <a:pt x="8344" y="32730"/>
                      <a:pt x="8224" y="27127"/>
                    </a:cubicBezTo>
                    <a:cubicBezTo>
                      <a:pt x="8105" y="21525"/>
                      <a:pt x="0" y="20572"/>
                      <a:pt x="0" y="11037"/>
                    </a:cubicBezTo>
                    <a:cubicBezTo>
                      <a:pt x="0" y="1501"/>
                      <a:pt x="3933" y="-4339"/>
                      <a:pt x="8820" y="4004"/>
                    </a:cubicBezTo>
                    <a:cubicBezTo>
                      <a:pt x="13707" y="12348"/>
                      <a:pt x="10370" y="17950"/>
                      <a:pt x="11204" y="22002"/>
                    </a:cubicBezTo>
                    <a:cubicBezTo>
                      <a:pt x="12039" y="26055"/>
                      <a:pt x="20263" y="31299"/>
                      <a:pt x="17760" y="36782"/>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74" name="Freeform: Shape 173">
                <a:extLst>
                  <a:ext uri="{FF2B5EF4-FFF2-40B4-BE49-F238E27FC236}">
                    <a16:creationId xmlns:a16="http://schemas.microsoft.com/office/drawing/2014/main" id="{9C50001A-9E5D-4A35-9945-D78816EB2B3D}"/>
                  </a:ext>
                </a:extLst>
              </p:cNvPr>
              <p:cNvSpPr/>
              <p:nvPr/>
            </p:nvSpPr>
            <p:spPr>
              <a:xfrm>
                <a:off x="2773483" y="8356312"/>
                <a:ext cx="23081" cy="19434"/>
              </a:xfrm>
              <a:custGeom>
                <a:avLst/>
                <a:gdLst>
                  <a:gd name="connsiteX0" fmla="*/ 846 w 23081"/>
                  <a:gd name="connsiteY0" fmla="*/ 18490 h 19434"/>
                  <a:gd name="connsiteX1" fmla="*/ 846 w 23081"/>
                  <a:gd name="connsiteY1" fmla="*/ 6570 h 19434"/>
                  <a:gd name="connsiteX2" fmla="*/ 18486 w 23081"/>
                  <a:gd name="connsiteY2" fmla="*/ 1684 h 19434"/>
                  <a:gd name="connsiteX3" fmla="*/ 19678 w 23081"/>
                  <a:gd name="connsiteY3" fmla="*/ 15629 h 19434"/>
                  <a:gd name="connsiteX4" fmla="*/ 846 w 23081"/>
                  <a:gd name="connsiteY4" fmla="*/ 18490 h 19434"/>
                </a:gdLst>
                <a:ahLst/>
                <a:cxnLst>
                  <a:cxn ang="0">
                    <a:pos x="connsiteX0" y="connsiteY0"/>
                  </a:cxn>
                  <a:cxn ang="0">
                    <a:pos x="connsiteX1" y="connsiteY1"/>
                  </a:cxn>
                  <a:cxn ang="0">
                    <a:pos x="connsiteX2" y="connsiteY2"/>
                  </a:cxn>
                  <a:cxn ang="0">
                    <a:pos x="connsiteX3" y="connsiteY3"/>
                  </a:cxn>
                  <a:cxn ang="0">
                    <a:pos x="connsiteX4" y="connsiteY4"/>
                  </a:cxn>
                </a:cxnLst>
                <a:rect l="l" t="t" r="r" b="b"/>
                <a:pathLst>
                  <a:path w="23081" h="19434">
                    <a:moveTo>
                      <a:pt x="846" y="18490"/>
                    </a:moveTo>
                    <a:cubicBezTo>
                      <a:pt x="-2253" y="15510"/>
                      <a:pt x="5614" y="9670"/>
                      <a:pt x="846" y="6570"/>
                    </a:cubicBezTo>
                    <a:cubicBezTo>
                      <a:pt x="-3922" y="3472"/>
                      <a:pt x="12765" y="-3084"/>
                      <a:pt x="18486" y="1684"/>
                    </a:cubicBezTo>
                    <a:cubicBezTo>
                      <a:pt x="24208" y="6451"/>
                      <a:pt x="24565" y="13603"/>
                      <a:pt x="19678" y="15629"/>
                    </a:cubicBezTo>
                    <a:cubicBezTo>
                      <a:pt x="14791" y="17655"/>
                      <a:pt x="3706" y="21112"/>
                      <a:pt x="846" y="18490"/>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75" name="Freeform: Shape 174">
                <a:extLst>
                  <a:ext uri="{FF2B5EF4-FFF2-40B4-BE49-F238E27FC236}">
                    <a16:creationId xmlns:a16="http://schemas.microsoft.com/office/drawing/2014/main" id="{175BE23F-73C4-4C06-BB0E-102D6BF7B6A9}"/>
                  </a:ext>
                </a:extLst>
              </p:cNvPr>
              <p:cNvSpPr/>
              <p:nvPr/>
            </p:nvSpPr>
            <p:spPr>
              <a:xfrm>
                <a:off x="5296440" y="7558608"/>
                <a:ext cx="80454" cy="68261"/>
              </a:xfrm>
              <a:custGeom>
                <a:avLst/>
                <a:gdLst>
                  <a:gd name="connsiteX0" fmla="*/ 75091 w 80454"/>
                  <a:gd name="connsiteY0" fmla="*/ 53005 h 68261"/>
                  <a:gd name="connsiteX1" fmla="*/ 60192 w 80454"/>
                  <a:gd name="connsiteY1" fmla="*/ 35365 h 68261"/>
                  <a:gd name="connsiteX2" fmla="*/ 51729 w 80454"/>
                  <a:gd name="connsiteY2" fmla="*/ 16175 h 68261"/>
                  <a:gd name="connsiteX3" fmla="*/ 45174 w 80454"/>
                  <a:gd name="connsiteY3" fmla="*/ 2229 h 68261"/>
                  <a:gd name="connsiteX4" fmla="*/ 23838 w 80454"/>
                  <a:gd name="connsiteY4" fmla="*/ 84 h 68261"/>
                  <a:gd name="connsiteX5" fmla="*/ 0 w 80454"/>
                  <a:gd name="connsiteY5" fmla="*/ 4971 h 68261"/>
                  <a:gd name="connsiteX6" fmla="*/ 5244 w 80454"/>
                  <a:gd name="connsiteY6" fmla="*/ 23922 h 68261"/>
                  <a:gd name="connsiteX7" fmla="*/ 23719 w 80454"/>
                  <a:gd name="connsiteY7" fmla="*/ 31789 h 68261"/>
                  <a:gd name="connsiteX8" fmla="*/ 28129 w 80454"/>
                  <a:gd name="connsiteY8" fmla="*/ 40609 h 68261"/>
                  <a:gd name="connsiteX9" fmla="*/ 30275 w 80454"/>
                  <a:gd name="connsiteY9" fmla="*/ 40609 h 68261"/>
                  <a:gd name="connsiteX10" fmla="*/ 36711 w 80454"/>
                  <a:gd name="connsiteY10" fmla="*/ 45854 h 68261"/>
                  <a:gd name="connsiteX11" fmla="*/ 48630 w 80454"/>
                  <a:gd name="connsiteY11" fmla="*/ 51456 h 68261"/>
                  <a:gd name="connsiteX12" fmla="*/ 59834 w 80454"/>
                  <a:gd name="connsiteY12" fmla="*/ 55508 h 68261"/>
                  <a:gd name="connsiteX13" fmla="*/ 64960 w 80454"/>
                  <a:gd name="connsiteY13" fmla="*/ 68262 h 68261"/>
                  <a:gd name="connsiteX14" fmla="*/ 80455 w 80454"/>
                  <a:gd name="connsiteY14" fmla="*/ 65044 h 68261"/>
                  <a:gd name="connsiteX15" fmla="*/ 75091 w 80454"/>
                  <a:gd name="connsiteY15" fmla="*/ 53005 h 68261"/>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Lst>
                <a:rect l="l" t="t" r="r" b="b"/>
                <a:pathLst>
                  <a:path w="80454" h="68261">
                    <a:moveTo>
                      <a:pt x="75091" y="53005"/>
                    </a:moveTo>
                    <a:cubicBezTo>
                      <a:pt x="75091" y="47403"/>
                      <a:pt x="60192" y="42397"/>
                      <a:pt x="60192" y="35365"/>
                    </a:cubicBezTo>
                    <a:cubicBezTo>
                      <a:pt x="60192" y="28332"/>
                      <a:pt x="50299" y="21896"/>
                      <a:pt x="51729" y="16175"/>
                    </a:cubicBezTo>
                    <a:cubicBezTo>
                      <a:pt x="53160" y="10453"/>
                      <a:pt x="47677" y="6759"/>
                      <a:pt x="45174" y="2229"/>
                    </a:cubicBezTo>
                    <a:cubicBezTo>
                      <a:pt x="38213" y="465"/>
                      <a:pt x="31014" y="-262"/>
                      <a:pt x="23838" y="84"/>
                    </a:cubicBezTo>
                    <a:cubicBezTo>
                      <a:pt x="15018" y="1157"/>
                      <a:pt x="8343" y="3659"/>
                      <a:pt x="0" y="4971"/>
                    </a:cubicBezTo>
                    <a:cubicBezTo>
                      <a:pt x="4648" y="12122"/>
                      <a:pt x="1311" y="14029"/>
                      <a:pt x="5244" y="23922"/>
                    </a:cubicBezTo>
                    <a:cubicBezTo>
                      <a:pt x="9178" y="33815"/>
                      <a:pt x="20144" y="28928"/>
                      <a:pt x="23719" y="31789"/>
                    </a:cubicBezTo>
                    <a:cubicBezTo>
                      <a:pt x="25745" y="34411"/>
                      <a:pt x="27247" y="37415"/>
                      <a:pt x="28129" y="40609"/>
                    </a:cubicBezTo>
                    <a:cubicBezTo>
                      <a:pt x="28844" y="40490"/>
                      <a:pt x="29559" y="40490"/>
                      <a:pt x="30275" y="40609"/>
                    </a:cubicBezTo>
                    <a:cubicBezTo>
                      <a:pt x="33266" y="40931"/>
                      <a:pt x="35793" y="42993"/>
                      <a:pt x="36711" y="45854"/>
                    </a:cubicBezTo>
                    <a:cubicBezTo>
                      <a:pt x="40895" y="47248"/>
                      <a:pt x="44888" y="49131"/>
                      <a:pt x="48630" y="51456"/>
                    </a:cubicBezTo>
                    <a:cubicBezTo>
                      <a:pt x="51729" y="52767"/>
                      <a:pt x="53756" y="48714"/>
                      <a:pt x="59834" y="55508"/>
                    </a:cubicBezTo>
                    <a:cubicBezTo>
                      <a:pt x="65913" y="62302"/>
                      <a:pt x="65556" y="63017"/>
                      <a:pt x="64960" y="68262"/>
                    </a:cubicBezTo>
                    <a:cubicBezTo>
                      <a:pt x="70287" y="68226"/>
                      <a:pt x="75556" y="67141"/>
                      <a:pt x="80455" y="65044"/>
                    </a:cubicBezTo>
                    <a:cubicBezTo>
                      <a:pt x="77856" y="61444"/>
                      <a:pt x="76033" y="57344"/>
                      <a:pt x="75091" y="53005"/>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76" name="Freeform: Shape 175">
                <a:extLst>
                  <a:ext uri="{FF2B5EF4-FFF2-40B4-BE49-F238E27FC236}">
                    <a16:creationId xmlns:a16="http://schemas.microsoft.com/office/drawing/2014/main" id="{B2751FAA-8787-451C-93B4-DE9664265DC2}"/>
                  </a:ext>
                </a:extLst>
              </p:cNvPr>
              <p:cNvSpPr/>
              <p:nvPr/>
            </p:nvSpPr>
            <p:spPr>
              <a:xfrm>
                <a:off x="5331959" y="7542720"/>
                <a:ext cx="115214" cy="96665"/>
              </a:xfrm>
              <a:custGeom>
                <a:avLst/>
                <a:gdLst>
                  <a:gd name="connsiteX0" fmla="*/ 112637 w 115214"/>
                  <a:gd name="connsiteY0" fmla="*/ 32063 h 96665"/>
                  <a:gd name="connsiteX1" fmla="*/ 91301 w 115214"/>
                  <a:gd name="connsiteY1" fmla="*/ 4410 h 96665"/>
                  <a:gd name="connsiteX2" fmla="*/ 75807 w 115214"/>
                  <a:gd name="connsiteY2" fmla="*/ 15733 h 96665"/>
                  <a:gd name="connsiteX3" fmla="*/ 65198 w 115214"/>
                  <a:gd name="connsiteY3" fmla="*/ 15733 h 96665"/>
                  <a:gd name="connsiteX4" fmla="*/ 47081 w 115214"/>
                  <a:gd name="connsiteY4" fmla="*/ 2980 h 96665"/>
                  <a:gd name="connsiteX5" fmla="*/ 39572 w 115214"/>
                  <a:gd name="connsiteY5" fmla="*/ 0 h 96665"/>
                  <a:gd name="connsiteX6" fmla="*/ 34685 w 115214"/>
                  <a:gd name="connsiteY6" fmla="*/ 8701 h 96665"/>
                  <a:gd name="connsiteX7" fmla="*/ 42552 w 115214"/>
                  <a:gd name="connsiteY7" fmla="*/ 19309 h 96665"/>
                  <a:gd name="connsiteX8" fmla="*/ 24077 w 115214"/>
                  <a:gd name="connsiteY8" fmla="*/ 17879 h 96665"/>
                  <a:gd name="connsiteX9" fmla="*/ 7747 w 115214"/>
                  <a:gd name="connsiteY9" fmla="*/ 12992 h 96665"/>
                  <a:gd name="connsiteX10" fmla="*/ 15614 w 115214"/>
                  <a:gd name="connsiteY10" fmla="*/ 32063 h 96665"/>
                  <a:gd name="connsiteX11" fmla="*/ 24077 w 115214"/>
                  <a:gd name="connsiteY11" fmla="*/ 51253 h 96665"/>
                  <a:gd name="connsiteX12" fmla="*/ 38976 w 115214"/>
                  <a:gd name="connsiteY12" fmla="*/ 68893 h 96665"/>
                  <a:gd name="connsiteX13" fmla="*/ 43744 w 115214"/>
                  <a:gd name="connsiteY13" fmla="*/ 80812 h 96665"/>
                  <a:gd name="connsiteX14" fmla="*/ 72350 w 115214"/>
                  <a:gd name="connsiteY14" fmla="*/ 63053 h 96665"/>
                  <a:gd name="connsiteX15" fmla="*/ 77118 w 115214"/>
                  <a:gd name="connsiteY15" fmla="*/ 84746 h 96665"/>
                  <a:gd name="connsiteX16" fmla="*/ 94281 w 115214"/>
                  <a:gd name="connsiteY16" fmla="*/ 96665 h 96665"/>
                  <a:gd name="connsiteX17" fmla="*/ 98453 w 115214"/>
                  <a:gd name="connsiteY17" fmla="*/ 82481 h 96665"/>
                  <a:gd name="connsiteX18" fmla="*/ 112637 w 115214"/>
                  <a:gd name="connsiteY18" fmla="*/ 32063 h 96665"/>
                  <a:gd name="connsiteX19" fmla="*/ 11919 w 115214"/>
                  <a:gd name="connsiteY19" fmla="*/ 67820 h 96665"/>
                  <a:gd name="connsiteX20" fmla="*/ 0 w 115214"/>
                  <a:gd name="connsiteY20" fmla="*/ 62218 h 96665"/>
                  <a:gd name="connsiteX21" fmla="*/ 7867 w 115214"/>
                  <a:gd name="connsiteY21" fmla="*/ 74972 h 96665"/>
                  <a:gd name="connsiteX22" fmla="*/ 23958 w 115214"/>
                  <a:gd name="connsiteY22" fmla="*/ 84388 h 96665"/>
                  <a:gd name="connsiteX23" fmla="*/ 28010 w 115214"/>
                  <a:gd name="connsiteY23" fmla="*/ 84388 h 96665"/>
                  <a:gd name="connsiteX24" fmla="*/ 22885 w 115214"/>
                  <a:gd name="connsiteY24" fmla="*/ 71635 h 96665"/>
                  <a:gd name="connsiteX25" fmla="*/ 11919 w 115214"/>
                  <a:gd name="connsiteY25" fmla="*/ 67344 h 9666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Lst>
                <a:rect l="l" t="t" r="r" b="b"/>
                <a:pathLst>
                  <a:path w="115214" h="96665">
                    <a:moveTo>
                      <a:pt x="112637" y="32063"/>
                    </a:moveTo>
                    <a:cubicBezTo>
                      <a:pt x="106046" y="22456"/>
                      <a:pt x="98930" y="13219"/>
                      <a:pt x="91301" y="4410"/>
                    </a:cubicBezTo>
                    <a:cubicBezTo>
                      <a:pt x="88322" y="13230"/>
                      <a:pt x="77833" y="10727"/>
                      <a:pt x="75807" y="15733"/>
                    </a:cubicBezTo>
                    <a:cubicBezTo>
                      <a:pt x="73780" y="20740"/>
                      <a:pt x="68297" y="14661"/>
                      <a:pt x="65198" y="15733"/>
                    </a:cubicBezTo>
                    <a:cubicBezTo>
                      <a:pt x="62100" y="16806"/>
                      <a:pt x="54590" y="3814"/>
                      <a:pt x="47081" y="2980"/>
                    </a:cubicBezTo>
                    <a:cubicBezTo>
                      <a:pt x="44423" y="2455"/>
                      <a:pt x="41872" y="1442"/>
                      <a:pt x="39572" y="0"/>
                    </a:cubicBezTo>
                    <a:cubicBezTo>
                      <a:pt x="36473" y="3218"/>
                      <a:pt x="33612" y="6913"/>
                      <a:pt x="34685" y="8701"/>
                    </a:cubicBezTo>
                    <a:cubicBezTo>
                      <a:pt x="36830" y="12277"/>
                      <a:pt x="46604" y="15733"/>
                      <a:pt x="42552" y="19309"/>
                    </a:cubicBezTo>
                    <a:cubicBezTo>
                      <a:pt x="36628" y="22420"/>
                      <a:pt x="29453" y="21872"/>
                      <a:pt x="24077" y="17879"/>
                    </a:cubicBezTo>
                    <a:cubicBezTo>
                      <a:pt x="20501" y="14303"/>
                      <a:pt x="9893" y="8701"/>
                      <a:pt x="7747" y="12992"/>
                    </a:cubicBezTo>
                    <a:cubicBezTo>
                      <a:pt x="5602" y="17283"/>
                      <a:pt x="17044" y="26342"/>
                      <a:pt x="15614" y="32063"/>
                    </a:cubicBezTo>
                    <a:cubicBezTo>
                      <a:pt x="14184" y="37784"/>
                      <a:pt x="24077" y="43982"/>
                      <a:pt x="24077" y="51253"/>
                    </a:cubicBezTo>
                    <a:cubicBezTo>
                      <a:pt x="24077" y="58523"/>
                      <a:pt x="38976" y="63172"/>
                      <a:pt x="38976" y="68893"/>
                    </a:cubicBezTo>
                    <a:cubicBezTo>
                      <a:pt x="39751" y="73148"/>
                      <a:pt x="41372" y="77201"/>
                      <a:pt x="43744" y="80812"/>
                    </a:cubicBezTo>
                    <a:cubicBezTo>
                      <a:pt x="55663" y="75806"/>
                      <a:pt x="64841" y="66748"/>
                      <a:pt x="72350" y="63053"/>
                    </a:cubicBezTo>
                    <a:cubicBezTo>
                      <a:pt x="84269" y="57331"/>
                      <a:pt x="79025" y="80932"/>
                      <a:pt x="77118" y="84746"/>
                    </a:cubicBezTo>
                    <a:cubicBezTo>
                      <a:pt x="75210" y="88560"/>
                      <a:pt x="84865" y="93566"/>
                      <a:pt x="94281" y="96665"/>
                    </a:cubicBezTo>
                    <a:cubicBezTo>
                      <a:pt x="93840" y="91575"/>
                      <a:pt x="95330" y="86510"/>
                      <a:pt x="98453" y="82481"/>
                    </a:cubicBezTo>
                    <a:cubicBezTo>
                      <a:pt x="111087" y="68178"/>
                      <a:pt x="119789" y="44816"/>
                      <a:pt x="112637" y="32063"/>
                    </a:cubicBezTo>
                    <a:close/>
                    <a:moveTo>
                      <a:pt x="11919" y="67820"/>
                    </a:moveTo>
                    <a:cubicBezTo>
                      <a:pt x="8177" y="65496"/>
                      <a:pt x="4184" y="63613"/>
                      <a:pt x="0" y="62218"/>
                    </a:cubicBezTo>
                    <a:cubicBezTo>
                      <a:pt x="1430" y="66509"/>
                      <a:pt x="1311" y="71992"/>
                      <a:pt x="7867" y="74972"/>
                    </a:cubicBezTo>
                    <a:cubicBezTo>
                      <a:pt x="18236" y="79621"/>
                      <a:pt x="3099" y="81528"/>
                      <a:pt x="23958" y="84388"/>
                    </a:cubicBezTo>
                    <a:cubicBezTo>
                      <a:pt x="25305" y="84507"/>
                      <a:pt x="26663" y="84507"/>
                      <a:pt x="28010" y="84388"/>
                    </a:cubicBezTo>
                    <a:cubicBezTo>
                      <a:pt x="28606" y="79144"/>
                      <a:pt x="28010" y="77594"/>
                      <a:pt x="22885" y="71635"/>
                    </a:cubicBezTo>
                    <a:cubicBezTo>
                      <a:pt x="17760" y="65675"/>
                      <a:pt x="15018" y="68655"/>
                      <a:pt x="11919" y="67344"/>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77" name="Freeform: Shape 176">
                <a:extLst>
                  <a:ext uri="{FF2B5EF4-FFF2-40B4-BE49-F238E27FC236}">
                    <a16:creationId xmlns:a16="http://schemas.microsoft.com/office/drawing/2014/main" id="{8775AA9A-FEF5-4844-A312-DBF796E7B456}"/>
                  </a:ext>
                </a:extLst>
              </p:cNvPr>
              <p:cNvSpPr/>
              <p:nvPr/>
            </p:nvSpPr>
            <p:spPr>
              <a:xfrm>
                <a:off x="5716420" y="7644110"/>
                <a:ext cx="340944" cy="242837"/>
              </a:xfrm>
              <a:custGeom>
                <a:avLst/>
                <a:gdLst>
                  <a:gd name="connsiteX0" fmla="*/ 328310 w 340944"/>
                  <a:gd name="connsiteY0" fmla="*/ 33655 h 242837"/>
                  <a:gd name="connsiteX1" fmla="*/ 319132 w 340944"/>
                  <a:gd name="connsiteY1" fmla="*/ 26861 h 242837"/>
                  <a:gd name="connsiteX2" fmla="*/ 293029 w 340944"/>
                  <a:gd name="connsiteY2" fmla="*/ 44025 h 242837"/>
                  <a:gd name="connsiteX3" fmla="*/ 281110 w 340944"/>
                  <a:gd name="connsiteY3" fmla="*/ 48316 h 242837"/>
                  <a:gd name="connsiteX4" fmla="*/ 269190 w 340944"/>
                  <a:gd name="connsiteY4" fmla="*/ 48316 h 242837"/>
                  <a:gd name="connsiteX5" fmla="*/ 268237 w 340944"/>
                  <a:gd name="connsiteY5" fmla="*/ 19948 h 242837"/>
                  <a:gd name="connsiteX6" fmla="*/ 258821 w 340944"/>
                  <a:gd name="connsiteY6" fmla="*/ 43 h 242837"/>
                  <a:gd name="connsiteX7" fmla="*/ 237128 w 340944"/>
                  <a:gd name="connsiteY7" fmla="*/ 20902 h 242837"/>
                  <a:gd name="connsiteX8" fmla="*/ 214362 w 340944"/>
                  <a:gd name="connsiteY8" fmla="*/ 32225 h 242837"/>
                  <a:gd name="connsiteX9" fmla="*/ 189689 w 340944"/>
                  <a:gd name="connsiteY9" fmla="*/ 38900 h 242837"/>
                  <a:gd name="connsiteX10" fmla="*/ 168950 w 340944"/>
                  <a:gd name="connsiteY10" fmla="*/ 33179 h 242837"/>
                  <a:gd name="connsiteX11" fmla="*/ 149045 w 340944"/>
                  <a:gd name="connsiteY11" fmla="*/ 26504 h 242837"/>
                  <a:gd name="connsiteX12" fmla="*/ 129139 w 340944"/>
                  <a:gd name="connsiteY12" fmla="*/ 22809 h 242837"/>
                  <a:gd name="connsiteX13" fmla="*/ 110307 w 340944"/>
                  <a:gd name="connsiteY13" fmla="*/ 34132 h 242837"/>
                  <a:gd name="connsiteX14" fmla="*/ 96123 w 340944"/>
                  <a:gd name="connsiteY14" fmla="*/ 57971 h 242837"/>
                  <a:gd name="connsiteX15" fmla="*/ 62034 w 340944"/>
                  <a:gd name="connsiteY15" fmla="*/ 77876 h 242837"/>
                  <a:gd name="connsiteX16" fmla="*/ 41176 w 340944"/>
                  <a:gd name="connsiteY16" fmla="*/ 85504 h 242837"/>
                  <a:gd name="connsiteX17" fmla="*/ 24131 w 340944"/>
                  <a:gd name="connsiteY17" fmla="*/ 80736 h 242837"/>
                  <a:gd name="connsiteX18" fmla="*/ 13761 w 340944"/>
                  <a:gd name="connsiteY18" fmla="*/ 92060 h 242837"/>
                  <a:gd name="connsiteX19" fmla="*/ 4345 w 340944"/>
                  <a:gd name="connsiteY19" fmla="*/ 111011 h 242837"/>
                  <a:gd name="connsiteX20" fmla="*/ 1484 w 340944"/>
                  <a:gd name="connsiteY20" fmla="*/ 131750 h 242837"/>
                  <a:gd name="connsiteX21" fmla="*/ 1484 w 340944"/>
                  <a:gd name="connsiteY21" fmla="*/ 157377 h 242837"/>
                  <a:gd name="connsiteX22" fmla="*/ 5299 w 340944"/>
                  <a:gd name="connsiteY22" fmla="*/ 184791 h 242837"/>
                  <a:gd name="connsiteX23" fmla="*/ 29137 w 340944"/>
                  <a:gd name="connsiteY23" fmla="*/ 196710 h 242837"/>
                  <a:gd name="connsiteX24" fmla="*/ 4583 w 340944"/>
                  <a:gd name="connsiteY24" fmla="*/ 230799 h 242837"/>
                  <a:gd name="connsiteX25" fmla="*/ 9351 w 340944"/>
                  <a:gd name="connsiteY25" fmla="*/ 238785 h 242837"/>
                  <a:gd name="connsiteX26" fmla="*/ 46301 w 340944"/>
                  <a:gd name="connsiteY26" fmla="*/ 242838 h 242837"/>
                  <a:gd name="connsiteX27" fmla="*/ 142608 w 340944"/>
                  <a:gd name="connsiteY27" fmla="*/ 230919 h 242837"/>
                  <a:gd name="connsiteX28" fmla="*/ 140463 w 340944"/>
                  <a:gd name="connsiteY28" fmla="*/ 207080 h 242837"/>
                  <a:gd name="connsiteX29" fmla="*/ 159653 w 340944"/>
                  <a:gd name="connsiteY29" fmla="*/ 195161 h 242837"/>
                  <a:gd name="connsiteX30" fmla="*/ 175863 w 340944"/>
                  <a:gd name="connsiteY30" fmla="*/ 190989 h 242837"/>
                  <a:gd name="connsiteX31" fmla="*/ 201370 w 340944"/>
                  <a:gd name="connsiteY31" fmla="*/ 182407 h 242837"/>
                  <a:gd name="connsiteX32" fmla="*/ 213289 w 340944"/>
                  <a:gd name="connsiteY32" fmla="*/ 171799 h 242837"/>
                  <a:gd name="connsiteX33" fmla="*/ 221156 w 340944"/>
                  <a:gd name="connsiteY33" fmla="*/ 146292 h 242837"/>
                  <a:gd name="connsiteX34" fmla="*/ 237485 w 340944"/>
                  <a:gd name="connsiteY34" fmla="*/ 136399 h 242837"/>
                  <a:gd name="connsiteX35" fmla="*/ 229619 w 340944"/>
                  <a:gd name="connsiteY35" fmla="*/ 120785 h 242837"/>
                  <a:gd name="connsiteX36" fmla="*/ 256556 w 340944"/>
                  <a:gd name="connsiteY36" fmla="*/ 121500 h 242837"/>
                  <a:gd name="connsiteX37" fmla="*/ 258702 w 340944"/>
                  <a:gd name="connsiteY37" fmla="*/ 102429 h 242837"/>
                  <a:gd name="connsiteX38" fmla="*/ 270025 w 340944"/>
                  <a:gd name="connsiteY38" fmla="*/ 85385 h 242837"/>
                  <a:gd name="connsiteX39" fmla="*/ 265734 w 340944"/>
                  <a:gd name="connsiteY39" fmla="*/ 71201 h 242837"/>
                  <a:gd name="connsiteX40" fmla="*/ 264566 w 340944"/>
                  <a:gd name="connsiteY40" fmla="*/ 61832 h 242837"/>
                  <a:gd name="connsiteX41" fmla="*/ 269310 w 340944"/>
                  <a:gd name="connsiteY41" fmla="*/ 59282 h 242837"/>
                  <a:gd name="connsiteX42" fmla="*/ 272885 w 340944"/>
                  <a:gd name="connsiteY42" fmla="*/ 57732 h 242837"/>
                  <a:gd name="connsiteX43" fmla="*/ 284805 w 340944"/>
                  <a:gd name="connsiteY43" fmla="*/ 53441 h 242837"/>
                  <a:gd name="connsiteX44" fmla="*/ 317106 w 340944"/>
                  <a:gd name="connsiteY44" fmla="*/ 43787 h 242837"/>
                  <a:gd name="connsiteX45" fmla="*/ 340944 w 340944"/>
                  <a:gd name="connsiteY45" fmla="*/ 36397 h 242837"/>
                  <a:gd name="connsiteX46" fmla="*/ 328310 w 340944"/>
                  <a:gd name="connsiteY46" fmla="*/ 33655 h 242837"/>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Lst>
                <a:rect l="l" t="t" r="r" b="b"/>
                <a:pathLst>
                  <a:path w="340944" h="242837">
                    <a:moveTo>
                      <a:pt x="328310" y="33655"/>
                    </a:moveTo>
                    <a:cubicBezTo>
                      <a:pt x="323423" y="34370"/>
                      <a:pt x="324496" y="30079"/>
                      <a:pt x="319132" y="26861"/>
                    </a:cubicBezTo>
                    <a:cubicBezTo>
                      <a:pt x="313769" y="23643"/>
                      <a:pt x="302326" y="35920"/>
                      <a:pt x="293029" y="44025"/>
                    </a:cubicBezTo>
                    <a:lnTo>
                      <a:pt x="281110" y="48316"/>
                    </a:lnTo>
                    <a:cubicBezTo>
                      <a:pt x="275865" y="49865"/>
                      <a:pt x="271694" y="50342"/>
                      <a:pt x="269190" y="48316"/>
                    </a:cubicBezTo>
                    <a:cubicBezTo>
                      <a:pt x="263588" y="41641"/>
                      <a:pt x="278726" y="24477"/>
                      <a:pt x="268237" y="19948"/>
                    </a:cubicBezTo>
                    <a:cubicBezTo>
                      <a:pt x="257748" y="15419"/>
                      <a:pt x="267283" y="996"/>
                      <a:pt x="258821" y="43"/>
                    </a:cubicBezTo>
                    <a:cubicBezTo>
                      <a:pt x="250358" y="-911"/>
                      <a:pt x="237128" y="14227"/>
                      <a:pt x="237128" y="20902"/>
                    </a:cubicBezTo>
                    <a:cubicBezTo>
                      <a:pt x="237128" y="27576"/>
                      <a:pt x="214362" y="25550"/>
                      <a:pt x="214362" y="32225"/>
                    </a:cubicBezTo>
                    <a:cubicBezTo>
                      <a:pt x="214362" y="38900"/>
                      <a:pt x="193504" y="31271"/>
                      <a:pt x="189689" y="38900"/>
                    </a:cubicBezTo>
                    <a:cubicBezTo>
                      <a:pt x="185875" y="46528"/>
                      <a:pt x="175625" y="33179"/>
                      <a:pt x="168950" y="33179"/>
                    </a:cubicBezTo>
                    <a:cubicBezTo>
                      <a:pt x="162275" y="33179"/>
                      <a:pt x="157626" y="23762"/>
                      <a:pt x="149045" y="26504"/>
                    </a:cubicBezTo>
                    <a:cubicBezTo>
                      <a:pt x="140463" y="29245"/>
                      <a:pt x="135814" y="23762"/>
                      <a:pt x="129139" y="22809"/>
                    </a:cubicBezTo>
                    <a:cubicBezTo>
                      <a:pt x="122465" y="21855"/>
                      <a:pt x="117816" y="36993"/>
                      <a:pt x="110307" y="34132"/>
                    </a:cubicBezTo>
                    <a:cubicBezTo>
                      <a:pt x="102798" y="31271"/>
                      <a:pt x="98388" y="48316"/>
                      <a:pt x="96123" y="57971"/>
                    </a:cubicBezTo>
                    <a:cubicBezTo>
                      <a:pt x="93858" y="67625"/>
                      <a:pt x="61081" y="67506"/>
                      <a:pt x="62034" y="77876"/>
                    </a:cubicBezTo>
                    <a:cubicBezTo>
                      <a:pt x="62988" y="88245"/>
                      <a:pt x="43082" y="92060"/>
                      <a:pt x="41176" y="85504"/>
                    </a:cubicBezTo>
                    <a:cubicBezTo>
                      <a:pt x="39269" y="78948"/>
                      <a:pt x="26992" y="82643"/>
                      <a:pt x="24131" y="80736"/>
                    </a:cubicBezTo>
                    <a:cubicBezTo>
                      <a:pt x="21270" y="78829"/>
                      <a:pt x="12808" y="82643"/>
                      <a:pt x="13761" y="92060"/>
                    </a:cubicBezTo>
                    <a:cubicBezTo>
                      <a:pt x="14715" y="101476"/>
                      <a:pt x="5299" y="107197"/>
                      <a:pt x="4345" y="111011"/>
                    </a:cubicBezTo>
                    <a:cubicBezTo>
                      <a:pt x="3391" y="114825"/>
                      <a:pt x="-2330" y="126148"/>
                      <a:pt x="1484" y="131750"/>
                    </a:cubicBezTo>
                    <a:cubicBezTo>
                      <a:pt x="5299" y="137353"/>
                      <a:pt x="-3283" y="146888"/>
                      <a:pt x="1484" y="157377"/>
                    </a:cubicBezTo>
                    <a:cubicBezTo>
                      <a:pt x="6252" y="167866"/>
                      <a:pt x="3391" y="181215"/>
                      <a:pt x="5299" y="184791"/>
                    </a:cubicBezTo>
                    <a:cubicBezTo>
                      <a:pt x="7206" y="188367"/>
                      <a:pt x="25085" y="186698"/>
                      <a:pt x="29137" y="196710"/>
                    </a:cubicBezTo>
                    <a:cubicBezTo>
                      <a:pt x="33190" y="206723"/>
                      <a:pt x="5299" y="225078"/>
                      <a:pt x="4583" y="230799"/>
                    </a:cubicBezTo>
                    <a:cubicBezTo>
                      <a:pt x="4583" y="233183"/>
                      <a:pt x="6371" y="235925"/>
                      <a:pt x="9351" y="238785"/>
                    </a:cubicBezTo>
                    <a:cubicBezTo>
                      <a:pt x="21747" y="239333"/>
                      <a:pt x="34084" y="240692"/>
                      <a:pt x="46301" y="242838"/>
                    </a:cubicBezTo>
                    <a:cubicBezTo>
                      <a:pt x="78757" y="242599"/>
                      <a:pt x="111070" y="238595"/>
                      <a:pt x="142608" y="230919"/>
                    </a:cubicBezTo>
                    <a:cubicBezTo>
                      <a:pt x="144038" y="228058"/>
                      <a:pt x="139748" y="210298"/>
                      <a:pt x="140463" y="207080"/>
                    </a:cubicBezTo>
                    <a:cubicBezTo>
                      <a:pt x="144313" y="200012"/>
                      <a:pt x="151607" y="195483"/>
                      <a:pt x="159653" y="195161"/>
                    </a:cubicBezTo>
                    <a:cubicBezTo>
                      <a:pt x="168115" y="195876"/>
                      <a:pt x="175863" y="197306"/>
                      <a:pt x="175863" y="190989"/>
                    </a:cubicBezTo>
                    <a:cubicBezTo>
                      <a:pt x="175863" y="184672"/>
                      <a:pt x="199701" y="176805"/>
                      <a:pt x="201370" y="182407"/>
                    </a:cubicBezTo>
                    <a:cubicBezTo>
                      <a:pt x="203039" y="188009"/>
                      <a:pt x="212098" y="185983"/>
                      <a:pt x="213289" y="171799"/>
                    </a:cubicBezTo>
                    <a:cubicBezTo>
                      <a:pt x="214481" y="157615"/>
                      <a:pt x="212693" y="147007"/>
                      <a:pt x="221156" y="146292"/>
                    </a:cubicBezTo>
                    <a:cubicBezTo>
                      <a:pt x="229619" y="145577"/>
                      <a:pt x="238201" y="140690"/>
                      <a:pt x="237485" y="136399"/>
                    </a:cubicBezTo>
                    <a:cubicBezTo>
                      <a:pt x="236770" y="132108"/>
                      <a:pt x="226758" y="123645"/>
                      <a:pt x="229619" y="120785"/>
                    </a:cubicBezTo>
                    <a:cubicBezTo>
                      <a:pt x="232479" y="117924"/>
                      <a:pt x="253457" y="127936"/>
                      <a:pt x="256556" y="121500"/>
                    </a:cubicBezTo>
                    <a:cubicBezTo>
                      <a:pt x="259655" y="115064"/>
                      <a:pt x="255126" y="108031"/>
                      <a:pt x="258702" y="102429"/>
                    </a:cubicBezTo>
                    <a:cubicBezTo>
                      <a:pt x="262277" y="96827"/>
                      <a:pt x="270621" y="91106"/>
                      <a:pt x="270025" y="85385"/>
                    </a:cubicBezTo>
                    <a:cubicBezTo>
                      <a:pt x="269429" y="79663"/>
                      <a:pt x="270740" y="76207"/>
                      <a:pt x="265734" y="71201"/>
                    </a:cubicBezTo>
                    <a:cubicBezTo>
                      <a:pt x="262826" y="68936"/>
                      <a:pt x="262301" y="64741"/>
                      <a:pt x="264566" y="61832"/>
                    </a:cubicBezTo>
                    <a:cubicBezTo>
                      <a:pt x="265722" y="60354"/>
                      <a:pt x="267438" y="59425"/>
                      <a:pt x="269310" y="59282"/>
                    </a:cubicBezTo>
                    <a:cubicBezTo>
                      <a:pt x="270609" y="59055"/>
                      <a:pt x="271837" y="58519"/>
                      <a:pt x="272885" y="57732"/>
                    </a:cubicBezTo>
                    <a:cubicBezTo>
                      <a:pt x="277117" y="57148"/>
                      <a:pt x="281181" y="55694"/>
                      <a:pt x="284805" y="53441"/>
                    </a:cubicBezTo>
                    <a:cubicBezTo>
                      <a:pt x="294090" y="46504"/>
                      <a:pt x="305532" y="43083"/>
                      <a:pt x="317106" y="43787"/>
                    </a:cubicBezTo>
                    <a:cubicBezTo>
                      <a:pt x="325795" y="45551"/>
                      <a:pt x="334782" y="42762"/>
                      <a:pt x="340944" y="36397"/>
                    </a:cubicBezTo>
                    <a:cubicBezTo>
                      <a:pt x="337047" y="34406"/>
                      <a:pt x="332684" y="33453"/>
                      <a:pt x="328310" y="33655"/>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78" name="Freeform: Shape 177">
                <a:extLst>
                  <a:ext uri="{FF2B5EF4-FFF2-40B4-BE49-F238E27FC236}">
                    <a16:creationId xmlns:a16="http://schemas.microsoft.com/office/drawing/2014/main" id="{56A57730-2EA9-4C6C-ABF6-0E65410F2C30}"/>
                  </a:ext>
                </a:extLst>
              </p:cNvPr>
              <p:cNvSpPr/>
              <p:nvPr/>
            </p:nvSpPr>
            <p:spPr>
              <a:xfrm>
                <a:off x="5725890" y="7680149"/>
                <a:ext cx="396314" cy="358292"/>
              </a:xfrm>
              <a:custGeom>
                <a:avLst/>
                <a:gdLst>
                  <a:gd name="connsiteX0" fmla="*/ 377005 w 396314"/>
                  <a:gd name="connsiteY0" fmla="*/ 37188 h 358292"/>
                  <a:gd name="connsiteX1" fmla="*/ 365086 w 396314"/>
                  <a:gd name="connsiteY1" fmla="*/ 19190 h 358292"/>
                  <a:gd name="connsiteX2" fmla="*/ 343274 w 396314"/>
                  <a:gd name="connsiteY2" fmla="*/ 1430 h 358292"/>
                  <a:gd name="connsiteX3" fmla="*/ 336003 w 396314"/>
                  <a:gd name="connsiteY3" fmla="*/ 2861 h 358292"/>
                  <a:gd name="connsiteX4" fmla="*/ 331593 w 396314"/>
                  <a:gd name="connsiteY4" fmla="*/ 0 h 358292"/>
                  <a:gd name="connsiteX5" fmla="*/ 307755 w 396314"/>
                  <a:gd name="connsiteY5" fmla="*/ 7390 h 358292"/>
                  <a:gd name="connsiteX6" fmla="*/ 275454 w 396314"/>
                  <a:gd name="connsiteY6" fmla="*/ 17045 h 358292"/>
                  <a:gd name="connsiteX7" fmla="*/ 263534 w 396314"/>
                  <a:gd name="connsiteY7" fmla="*/ 21336 h 358292"/>
                  <a:gd name="connsiteX8" fmla="*/ 259959 w 396314"/>
                  <a:gd name="connsiteY8" fmla="*/ 22885 h 358292"/>
                  <a:gd name="connsiteX9" fmla="*/ 253832 w 396314"/>
                  <a:gd name="connsiteY9" fmla="*/ 30060 h 358292"/>
                  <a:gd name="connsiteX10" fmla="*/ 256383 w 396314"/>
                  <a:gd name="connsiteY10" fmla="*/ 34804 h 358292"/>
                  <a:gd name="connsiteX11" fmla="*/ 260674 w 396314"/>
                  <a:gd name="connsiteY11" fmla="*/ 48988 h 358292"/>
                  <a:gd name="connsiteX12" fmla="*/ 249350 w 396314"/>
                  <a:gd name="connsiteY12" fmla="*/ 66033 h 358292"/>
                  <a:gd name="connsiteX13" fmla="*/ 247205 w 396314"/>
                  <a:gd name="connsiteY13" fmla="*/ 85103 h 358292"/>
                  <a:gd name="connsiteX14" fmla="*/ 220267 w 396314"/>
                  <a:gd name="connsiteY14" fmla="*/ 84388 h 358292"/>
                  <a:gd name="connsiteX15" fmla="*/ 228134 w 396314"/>
                  <a:gd name="connsiteY15" fmla="*/ 100002 h 358292"/>
                  <a:gd name="connsiteX16" fmla="*/ 211805 w 396314"/>
                  <a:gd name="connsiteY16" fmla="*/ 109895 h 358292"/>
                  <a:gd name="connsiteX17" fmla="*/ 203938 w 396314"/>
                  <a:gd name="connsiteY17" fmla="*/ 135403 h 358292"/>
                  <a:gd name="connsiteX18" fmla="*/ 192019 w 396314"/>
                  <a:gd name="connsiteY18" fmla="*/ 146011 h 358292"/>
                  <a:gd name="connsiteX19" fmla="*/ 166512 w 396314"/>
                  <a:gd name="connsiteY19" fmla="*/ 154593 h 358292"/>
                  <a:gd name="connsiteX20" fmla="*/ 150301 w 396314"/>
                  <a:gd name="connsiteY20" fmla="*/ 158764 h 358292"/>
                  <a:gd name="connsiteX21" fmla="*/ 131112 w 396314"/>
                  <a:gd name="connsiteY21" fmla="*/ 170684 h 358292"/>
                  <a:gd name="connsiteX22" fmla="*/ 133257 w 396314"/>
                  <a:gd name="connsiteY22" fmla="*/ 194522 h 358292"/>
                  <a:gd name="connsiteX23" fmla="*/ 36949 w 396314"/>
                  <a:gd name="connsiteY23" fmla="*/ 206441 h 358292"/>
                  <a:gd name="connsiteX24" fmla="*/ 0 w 396314"/>
                  <a:gd name="connsiteY24" fmla="*/ 202389 h 358292"/>
                  <a:gd name="connsiteX25" fmla="*/ 11323 w 396314"/>
                  <a:gd name="connsiteY25" fmla="*/ 215261 h 358292"/>
                  <a:gd name="connsiteX26" fmla="*/ 35877 w 396314"/>
                  <a:gd name="connsiteY26" fmla="*/ 236001 h 358292"/>
                  <a:gd name="connsiteX27" fmla="*/ 47200 w 396314"/>
                  <a:gd name="connsiteY27" fmla="*/ 262581 h 358292"/>
                  <a:gd name="connsiteX28" fmla="*/ 52921 w 396314"/>
                  <a:gd name="connsiteY28" fmla="*/ 280460 h 358292"/>
                  <a:gd name="connsiteX29" fmla="*/ 31109 w 396314"/>
                  <a:gd name="connsiteY29" fmla="*/ 287135 h 358292"/>
                  <a:gd name="connsiteX30" fmla="*/ 15972 w 396314"/>
                  <a:gd name="connsiteY30" fmla="*/ 311688 h 358292"/>
                  <a:gd name="connsiteX31" fmla="*/ 16568 w 396314"/>
                  <a:gd name="connsiteY31" fmla="*/ 317648 h 358292"/>
                  <a:gd name="connsiteX32" fmla="*/ 61265 w 396314"/>
                  <a:gd name="connsiteY32" fmla="*/ 314430 h 358292"/>
                  <a:gd name="connsiteX33" fmla="*/ 79740 w 396314"/>
                  <a:gd name="connsiteY33" fmla="*/ 311688 h 358292"/>
                  <a:gd name="connsiteX34" fmla="*/ 118358 w 396314"/>
                  <a:gd name="connsiteY34" fmla="*/ 311688 h 358292"/>
                  <a:gd name="connsiteX35" fmla="*/ 137429 w 396314"/>
                  <a:gd name="connsiteY35" fmla="*/ 317290 h 358292"/>
                  <a:gd name="connsiteX36" fmla="*/ 148514 w 396314"/>
                  <a:gd name="connsiteY36" fmla="*/ 330401 h 358292"/>
                  <a:gd name="connsiteX37" fmla="*/ 153401 w 396314"/>
                  <a:gd name="connsiteY37" fmla="*/ 346731 h 358292"/>
                  <a:gd name="connsiteX38" fmla="*/ 174378 w 396314"/>
                  <a:gd name="connsiteY38" fmla="*/ 355908 h 358292"/>
                  <a:gd name="connsiteX39" fmla="*/ 178192 w 396314"/>
                  <a:gd name="connsiteY39" fmla="*/ 358292 h 358292"/>
                  <a:gd name="connsiteX40" fmla="*/ 179742 w 396314"/>
                  <a:gd name="connsiteY40" fmla="*/ 356504 h 358292"/>
                  <a:gd name="connsiteX41" fmla="*/ 201435 w 396314"/>
                  <a:gd name="connsiteY41" fmla="*/ 341367 h 358292"/>
                  <a:gd name="connsiteX42" fmla="*/ 224201 w 396314"/>
                  <a:gd name="connsiteY42" fmla="*/ 340413 h 358292"/>
                  <a:gd name="connsiteX43" fmla="*/ 242080 w 396314"/>
                  <a:gd name="connsiteY43" fmla="*/ 335765 h 358292"/>
                  <a:gd name="connsiteX44" fmla="*/ 233617 w 396314"/>
                  <a:gd name="connsiteY44" fmla="*/ 313953 h 358292"/>
                  <a:gd name="connsiteX45" fmla="*/ 223247 w 396314"/>
                  <a:gd name="connsiteY45" fmla="*/ 289399 h 358292"/>
                  <a:gd name="connsiteX46" fmla="*/ 208110 w 396314"/>
                  <a:gd name="connsiteY46" fmla="*/ 272355 h 358292"/>
                  <a:gd name="connsiteX47" fmla="*/ 226108 w 396314"/>
                  <a:gd name="connsiteY47" fmla="*/ 249589 h 358292"/>
                  <a:gd name="connsiteX48" fmla="*/ 243987 w 396314"/>
                  <a:gd name="connsiteY48" fmla="*/ 251496 h 358292"/>
                  <a:gd name="connsiteX49" fmla="*/ 260078 w 396314"/>
                  <a:gd name="connsiteY49" fmla="*/ 250542 h 358292"/>
                  <a:gd name="connsiteX50" fmla="*/ 273308 w 396314"/>
                  <a:gd name="connsiteY50" fmla="*/ 232664 h 358292"/>
                  <a:gd name="connsiteX51" fmla="*/ 293213 w 396314"/>
                  <a:gd name="connsiteY51" fmla="*/ 220744 h 358292"/>
                  <a:gd name="connsiteX52" fmla="*/ 302749 w 396314"/>
                  <a:gd name="connsiteY52" fmla="*/ 195237 h 358292"/>
                  <a:gd name="connsiteX53" fmla="*/ 316933 w 396314"/>
                  <a:gd name="connsiteY53" fmla="*/ 183318 h 358292"/>
                  <a:gd name="connsiteX54" fmla="*/ 328852 w 396314"/>
                  <a:gd name="connsiteY54" fmla="*/ 170088 h 358292"/>
                  <a:gd name="connsiteX55" fmla="*/ 333619 w 396314"/>
                  <a:gd name="connsiteY55" fmla="*/ 152090 h 358292"/>
                  <a:gd name="connsiteX56" fmla="*/ 345538 w 396314"/>
                  <a:gd name="connsiteY56" fmla="*/ 134091 h 358292"/>
                  <a:gd name="connsiteX57" fmla="*/ 334216 w 396314"/>
                  <a:gd name="connsiteY57" fmla="*/ 123722 h 358292"/>
                  <a:gd name="connsiteX58" fmla="*/ 319912 w 396314"/>
                  <a:gd name="connsiteY58" fmla="*/ 100956 h 358292"/>
                  <a:gd name="connsiteX59" fmla="*/ 316217 w 396314"/>
                  <a:gd name="connsiteY59" fmla="*/ 78309 h 358292"/>
                  <a:gd name="connsiteX60" fmla="*/ 328137 w 396314"/>
                  <a:gd name="connsiteY60" fmla="*/ 64960 h 358292"/>
                  <a:gd name="connsiteX61" fmla="*/ 363894 w 396314"/>
                  <a:gd name="connsiteY61" fmla="*/ 71635 h 358292"/>
                  <a:gd name="connsiteX62" fmla="*/ 387733 w 396314"/>
                  <a:gd name="connsiteY62" fmla="*/ 62218 h 358292"/>
                  <a:gd name="connsiteX63" fmla="*/ 396314 w 396314"/>
                  <a:gd name="connsiteY63" fmla="*/ 47439 h 358292"/>
                  <a:gd name="connsiteX64" fmla="*/ 377005 w 396314"/>
                  <a:gd name="connsiteY64" fmla="*/ 37188 h 3582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Lst>
                <a:rect l="l" t="t" r="r" b="b"/>
                <a:pathLst>
                  <a:path w="396314" h="358292">
                    <a:moveTo>
                      <a:pt x="377005" y="37188"/>
                    </a:moveTo>
                    <a:cubicBezTo>
                      <a:pt x="369818" y="34077"/>
                      <a:pt x="365146" y="27021"/>
                      <a:pt x="365086" y="19190"/>
                    </a:cubicBezTo>
                    <a:cubicBezTo>
                      <a:pt x="365086" y="16329"/>
                      <a:pt x="352452" y="8701"/>
                      <a:pt x="343274" y="1430"/>
                    </a:cubicBezTo>
                    <a:lnTo>
                      <a:pt x="336003" y="2861"/>
                    </a:lnTo>
                    <a:cubicBezTo>
                      <a:pt x="334668" y="1717"/>
                      <a:pt x="333178" y="763"/>
                      <a:pt x="331593" y="0"/>
                    </a:cubicBezTo>
                    <a:cubicBezTo>
                      <a:pt x="325431" y="6365"/>
                      <a:pt x="316444" y="9154"/>
                      <a:pt x="307755" y="7390"/>
                    </a:cubicBezTo>
                    <a:cubicBezTo>
                      <a:pt x="296181" y="6687"/>
                      <a:pt x="284738" y="10108"/>
                      <a:pt x="275454" y="17045"/>
                    </a:cubicBezTo>
                    <a:cubicBezTo>
                      <a:pt x="271830" y="19297"/>
                      <a:pt x="267766" y="20751"/>
                      <a:pt x="263534" y="21336"/>
                    </a:cubicBezTo>
                    <a:cubicBezTo>
                      <a:pt x="262486" y="22122"/>
                      <a:pt x="261258" y="22658"/>
                      <a:pt x="259959" y="22885"/>
                    </a:cubicBezTo>
                    <a:cubicBezTo>
                      <a:pt x="256287" y="23171"/>
                      <a:pt x="253546" y="26389"/>
                      <a:pt x="253832" y="30060"/>
                    </a:cubicBezTo>
                    <a:cubicBezTo>
                      <a:pt x="253975" y="31932"/>
                      <a:pt x="254905" y="33648"/>
                      <a:pt x="256383" y="34804"/>
                    </a:cubicBezTo>
                    <a:cubicBezTo>
                      <a:pt x="261389" y="39810"/>
                      <a:pt x="259959" y="43267"/>
                      <a:pt x="260674" y="48988"/>
                    </a:cubicBezTo>
                    <a:cubicBezTo>
                      <a:pt x="261389" y="54709"/>
                      <a:pt x="252926" y="60311"/>
                      <a:pt x="249350" y="66033"/>
                    </a:cubicBezTo>
                    <a:cubicBezTo>
                      <a:pt x="245775" y="71754"/>
                      <a:pt x="250065" y="78786"/>
                      <a:pt x="247205" y="85103"/>
                    </a:cubicBezTo>
                    <a:cubicBezTo>
                      <a:pt x="244344" y="91421"/>
                      <a:pt x="223366" y="81528"/>
                      <a:pt x="220267" y="84388"/>
                    </a:cubicBezTo>
                    <a:cubicBezTo>
                      <a:pt x="217169" y="87249"/>
                      <a:pt x="227419" y="95711"/>
                      <a:pt x="228134" y="100002"/>
                    </a:cubicBezTo>
                    <a:cubicBezTo>
                      <a:pt x="228849" y="104293"/>
                      <a:pt x="220267" y="109180"/>
                      <a:pt x="211805" y="109895"/>
                    </a:cubicBezTo>
                    <a:cubicBezTo>
                      <a:pt x="203342" y="110610"/>
                      <a:pt x="204653" y="121815"/>
                      <a:pt x="203938" y="135403"/>
                    </a:cubicBezTo>
                    <a:cubicBezTo>
                      <a:pt x="203223" y="148990"/>
                      <a:pt x="194760" y="151732"/>
                      <a:pt x="192019" y="146011"/>
                    </a:cubicBezTo>
                    <a:cubicBezTo>
                      <a:pt x="189277" y="140289"/>
                      <a:pt x="166512" y="148156"/>
                      <a:pt x="166512" y="154593"/>
                    </a:cubicBezTo>
                    <a:cubicBezTo>
                      <a:pt x="166512" y="161029"/>
                      <a:pt x="158764" y="159479"/>
                      <a:pt x="150301" y="158764"/>
                    </a:cubicBezTo>
                    <a:cubicBezTo>
                      <a:pt x="142256" y="159086"/>
                      <a:pt x="134962" y="163615"/>
                      <a:pt x="131112" y="170684"/>
                    </a:cubicBezTo>
                    <a:cubicBezTo>
                      <a:pt x="130397" y="174140"/>
                      <a:pt x="134687" y="191900"/>
                      <a:pt x="133257" y="194522"/>
                    </a:cubicBezTo>
                    <a:cubicBezTo>
                      <a:pt x="101719" y="202198"/>
                      <a:pt x="69406" y="206203"/>
                      <a:pt x="36949" y="206441"/>
                    </a:cubicBezTo>
                    <a:cubicBezTo>
                      <a:pt x="24732" y="204296"/>
                      <a:pt x="12396" y="202937"/>
                      <a:pt x="0" y="202389"/>
                    </a:cubicBezTo>
                    <a:cubicBezTo>
                      <a:pt x="4541" y="205941"/>
                      <a:pt x="8379" y="210303"/>
                      <a:pt x="11323" y="215261"/>
                    </a:cubicBezTo>
                    <a:cubicBezTo>
                      <a:pt x="16603" y="225023"/>
                      <a:pt x="25364" y="232437"/>
                      <a:pt x="35877" y="236001"/>
                    </a:cubicBezTo>
                    <a:cubicBezTo>
                      <a:pt x="47200" y="240769"/>
                      <a:pt x="41598" y="260674"/>
                      <a:pt x="47200" y="262581"/>
                    </a:cubicBezTo>
                    <a:cubicBezTo>
                      <a:pt x="52802" y="264488"/>
                      <a:pt x="60430" y="279506"/>
                      <a:pt x="52921" y="280460"/>
                    </a:cubicBezTo>
                    <a:cubicBezTo>
                      <a:pt x="45305" y="281354"/>
                      <a:pt x="37915" y="283618"/>
                      <a:pt x="31109" y="287135"/>
                    </a:cubicBezTo>
                    <a:cubicBezTo>
                      <a:pt x="21740" y="291700"/>
                      <a:pt x="15840" y="301259"/>
                      <a:pt x="15972" y="311688"/>
                    </a:cubicBezTo>
                    <a:cubicBezTo>
                      <a:pt x="15972" y="313238"/>
                      <a:pt x="15972" y="315264"/>
                      <a:pt x="16568" y="317648"/>
                    </a:cubicBezTo>
                    <a:cubicBezTo>
                      <a:pt x="35877" y="317648"/>
                      <a:pt x="58881" y="317648"/>
                      <a:pt x="61265" y="314430"/>
                    </a:cubicBezTo>
                    <a:cubicBezTo>
                      <a:pt x="66223" y="309698"/>
                      <a:pt x="73625" y="308601"/>
                      <a:pt x="79740" y="311688"/>
                    </a:cubicBezTo>
                    <a:cubicBezTo>
                      <a:pt x="92243" y="316051"/>
                      <a:pt x="105855" y="316051"/>
                      <a:pt x="118358" y="311688"/>
                    </a:cubicBezTo>
                    <a:cubicBezTo>
                      <a:pt x="130277" y="305133"/>
                      <a:pt x="137190" y="311688"/>
                      <a:pt x="137429" y="317290"/>
                    </a:cubicBezTo>
                    <a:cubicBezTo>
                      <a:pt x="137667" y="322892"/>
                      <a:pt x="143150" y="325514"/>
                      <a:pt x="148514" y="330401"/>
                    </a:cubicBezTo>
                    <a:cubicBezTo>
                      <a:pt x="153877" y="335288"/>
                      <a:pt x="149944" y="341009"/>
                      <a:pt x="153401" y="346731"/>
                    </a:cubicBezTo>
                    <a:cubicBezTo>
                      <a:pt x="156857" y="352452"/>
                      <a:pt x="164009" y="351379"/>
                      <a:pt x="174378" y="355908"/>
                    </a:cubicBezTo>
                    <a:cubicBezTo>
                      <a:pt x="175737" y="356564"/>
                      <a:pt x="177012" y="357363"/>
                      <a:pt x="178192" y="358292"/>
                    </a:cubicBezTo>
                    <a:lnTo>
                      <a:pt x="179742" y="356504"/>
                    </a:lnTo>
                    <a:cubicBezTo>
                      <a:pt x="185344" y="349949"/>
                      <a:pt x="186297" y="338626"/>
                      <a:pt x="201435" y="341367"/>
                    </a:cubicBezTo>
                    <a:cubicBezTo>
                      <a:pt x="216572" y="344108"/>
                      <a:pt x="215619" y="338626"/>
                      <a:pt x="224201" y="340413"/>
                    </a:cubicBezTo>
                    <a:cubicBezTo>
                      <a:pt x="232783" y="342201"/>
                      <a:pt x="238385" y="341367"/>
                      <a:pt x="242080" y="335765"/>
                    </a:cubicBezTo>
                    <a:cubicBezTo>
                      <a:pt x="245775" y="330163"/>
                      <a:pt x="238385" y="318720"/>
                      <a:pt x="233617" y="313953"/>
                    </a:cubicBezTo>
                    <a:cubicBezTo>
                      <a:pt x="227002" y="307493"/>
                      <a:pt x="223271" y="298648"/>
                      <a:pt x="223247" y="289399"/>
                    </a:cubicBezTo>
                    <a:cubicBezTo>
                      <a:pt x="224201" y="279864"/>
                      <a:pt x="208110" y="279864"/>
                      <a:pt x="208110" y="272355"/>
                    </a:cubicBezTo>
                    <a:cubicBezTo>
                      <a:pt x="208110" y="264845"/>
                      <a:pt x="223247" y="252450"/>
                      <a:pt x="226108" y="249589"/>
                    </a:cubicBezTo>
                    <a:cubicBezTo>
                      <a:pt x="228969" y="246728"/>
                      <a:pt x="241126" y="257217"/>
                      <a:pt x="243987" y="251496"/>
                    </a:cubicBezTo>
                    <a:cubicBezTo>
                      <a:pt x="246847" y="245775"/>
                      <a:pt x="255906" y="249589"/>
                      <a:pt x="260078" y="250542"/>
                    </a:cubicBezTo>
                    <a:cubicBezTo>
                      <a:pt x="264249" y="251496"/>
                      <a:pt x="271997" y="241126"/>
                      <a:pt x="273308" y="232664"/>
                    </a:cubicBezTo>
                    <a:cubicBezTo>
                      <a:pt x="274619" y="224201"/>
                      <a:pt x="290353" y="223128"/>
                      <a:pt x="293213" y="220744"/>
                    </a:cubicBezTo>
                    <a:cubicBezTo>
                      <a:pt x="296980" y="212472"/>
                      <a:pt x="300174" y="203950"/>
                      <a:pt x="302749" y="195237"/>
                    </a:cubicBezTo>
                    <a:cubicBezTo>
                      <a:pt x="304655" y="191423"/>
                      <a:pt x="316933" y="194284"/>
                      <a:pt x="316933" y="183318"/>
                    </a:cubicBezTo>
                    <a:cubicBezTo>
                      <a:pt x="316933" y="172352"/>
                      <a:pt x="322534" y="171399"/>
                      <a:pt x="328852" y="170088"/>
                    </a:cubicBezTo>
                    <a:cubicBezTo>
                      <a:pt x="335169" y="168776"/>
                      <a:pt x="332666" y="159599"/>
                      <a:pt x="333619" y="152090"/>
                    </a:cubicBezTo>
                    <a:cubicBezTo>
                      <a:pt x="333679" y="144259"/>
                      <a:pt x="338351" y="137202"/>
                      <a:pt x="345538" y="134091"/>
                    </a:cubicBezTo>
                    <a:cubicBezTo>
                      <a:pt x="353048" y="132184"/>
                      <a:pt x="342678" y="122172"/>
                      <a:pt x="334216" y="123722"/>
                    </a:cubicBezTo>
                    <a:cubicBezTo>
                      <a:pt x="325753" y="125271"/>
                      <a:pt x="319912" y="100956"/>
                      <a:pt x="319912" y="100956"/>
                    </a:cubicBezTo>
                    <a:cubicBezTo>
                      <a:pt x="319912" y="100956"/>
                      <a:pt x="320866" y="81051"/>
                      <a:pt x="316217" y="78309"/>
                    </a:cubicBezTo>
                    <a:cubicBezTo>
                      <a:pt x="311569" y="75568"/>
                      <a:pt x="318124" y="64960"/>
                      <a:pt x="328137" y="64960"/>
                    </a:cubicBezTo>
                    <a:cubicBezTo>
                      <a:pt x="338148" y="64960"/>
                      <a:pt x="357458" y="76879"/>
                      <a:pt x="363894" y="71635"/>
                    </a:cubicBezTo>
                    <a:cubicBezTo>
                      <a:pt x="371487" y="67666"/>
                      <a:pt x="379473" y="64507"/>
                      <a:pt x="387733" y="62218"/>
                    </a:cubicBezTo>
                    <a:cubicBezTo>
                      <a:pt x="390593" y="60788"/>
                      <a:pt x="394527" y="51610"/>
                      <a:pt x="396314" y="47439"/>
                    </a:cubicBezTo>
                    <a:cubicBezTo>
                      <a:pt x="390093" y="43636"/>
                      <a:pt x="383644" y="40216"/>
                      <a:pt x="377005" y="37188"/>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79" name="Freeform: Shape 178">
                <a:extLst>
                  <a:ext uri="{FF2B5EF4-FFF2-40B4-BE49-F238E27FC236}">
                    <a16:creationId xmlns:a16="http://schemas.microsoft.com/office/drawing/2014/main" id="{DB1D4FAF-85DE-43ED-A2EC-352C31AF41B9}"/>
                  </a:ext>
                </a:extLst>
              </p:cNvPr>
              <p:cNvSpPr/>
              <p:nvPr/>
            </p:nvSpPr>
            <p:spPr>
              <a:xfrm>
                <a:off x="6523228" y="8485277"/>
                <a:ext cx="1098179" cy="387543"/>
              </a:xfrm>
              <a:custGeom>
                <a:avLst/>
                <a:gdLst>
                  <a:gd name="connsiteX0" fmla="*/ 75985 w 1098179"/>
                  <a:gd name="connsiteY0" fmla="*/ 163072 h 387543"/>
                  <a:gd name="connsiteX1" fmla="*/ 87904 w 1098179"/>
                  <a:gd name="connsiteY1" fmla="*/ 176421 h 387543"/>
                  <a:gd name="connsiteX2" fmla="*/ 75985 w 1098179"/>
                  <a:gd name="connsiteY2" fmla="*/ 163072 h 387543"/>
                  <a:gd name="connsiteX3" fmla="*/ 307695 w 1098179"/>
                  <a:gd name="connsiteY3" fmla="*/ 206219 h 387543"/>
                  <a:gd name="connsiteX4" fmla="*/ 294941 w 1098179"/>
                  <a:gd name="connsiteY4" fmla="*/ 211941 h 387543"/>
                  <a:gd name="connsiteX5" fmla="*/ 308052 w 1098179"/>
                  <a:gd name="connsiteY5" fmla="*/ 206219 h 387543"/>
                  <a:gd name="connsiteX6" fmla="*/ 41300 w 1098179"/>
                  <a:gd name="connsiteY6" fmla="*/ 102045 h 387543"/>
                  <a:gd name="connsiteX7" fmla="*/ 56199 w 1098179"/>
                  <a:gd name="connsiteY7" fmla="*/ 121235 h 387543"/>
                  <a:gd name="connsiteX8" fmla="*/ 41657 w 1098179"/>
                  <a:gd name="connsiteY8" fmla="*/ 102045 h 387543"/>
                  <a:gd name="connsiteX9" fmla="*/ 576593 w 1098179"/>
                  <a:gd name="connsiteY9" fmla="*/ 223264 h 387543"/>
                  <a:gd name="connsiteX10" fmla="*/ 583744 w 1098179"/>
                  <a:gd name="connsiteY10" fmla="*/ 248771 h 387543"/>
                  <a:gd name="connsiteX11" fmla="*/ 586606 w 1098179"/>
                  <a:gd name="connsiteY11" fmla="*/ 276423 h 387543"/>
                  <a:gd name="connsiteX12" fmla="*/ 598525 w 1098179"/>
                  <a:gd name="connsiteY12" fmla="*/ 252585 h 387543"/>
                  <a:gd name="connsiteX13" fmla="*/ 595664 w 1098179"/>
                  <a:gd name="connsiteY13" fmla="*/ 208722 h 387543"/>
                  <a:gd name="connsiteX14" fmla="*/ 611278 w 1098179"/>
                  <a:gd name="connsiteY14" fmla="*/ 218615 h 387543"/>
                  <a:gd name="connsiteX15" fmla="*/ 623197 w 1098179"/>
                  <a:gd name="connsiteY15" fmla="*/ 242454 h 387543"/>
                  <a:gd name="connsiteX16" fmla="*/ 645129 w 1098179"/>
                  <a:gd name="connsiteY16" fmla="*/ 245314 h 387543"/>
                  <a:gd name="connsiteX17" fmla="*/ 646559 w 1098179"/>
                  <a:gd name="connsiteY17" fmla="*/ 226840 h 387543"/>
                  <a:gd name="connsiteX18" fmla="*/ 641553 w 1098179"/>
                  <a:gd name="connsiteY18" fmla="*/ 199306 h 387543"/>
                  <a:gd name="connsiteX19" fmla="*/ 633805 w 1098179"/>
                  <a:gd name="connsiteY19" fmla="*/ 179401 h 387543"/>
                  <a:gd name="connsiteX20" fmla="*/ 669563 w 1098179"/>
                  <a:gd name="connsiteY20" fmla="*/ 153179 h 387543"/>
                  <a:gd name="connsiteX21" fmla="*/ 620694 w 1098179"/>
                  <a:gd name="connsiteY21" fmla="*/ 167362 h 387543"/>
                  <a:gd name="connsiteX22" fmla="*/ 590896 w 1098179"/>
                  <a:gd name="connsiteY22" fmla="*/ 143524 h 387543"/>
                  <a:gd name="connsiteX23" fmla="*/ 670278 w 1098179"/>
                  <a:gd name="connsiteY23" fmla="*/ 125764 h 387543"/>
                  <a:gd name="connsiteX24" fmla="*/ 712115 w 1098179"/>
                  <a:gd name="connsiteY24" fmla="*/ 100973 h 387543"/>
                  <a:gd name="connsiteX25" fmla="*/ 686607 w 1098179"/>
                  <a:gd name="connsiteY25" fmla="*/ 110985 h 387543"/>
                  <a:gd name="connsiteX26" fmla="*/ 626296 w 1098179"/>
                  <a:gd name="connsiteY26" fmla="*/ 104548 h 387543"/>
                  <a:gd name="connsiteX27" fmla="*/ 597332 w 1098179"/>
                  <a:gd name="connsiteY27" fmla="*/ 116467 h 387543"/>
                  <a:gd name="connsiteX28" fmla="*/ 580288 w 1098179"/>
                  <a:gd name="connsiteY28" fmla="*/ 152225 h 387543"/>
                  <a:gd name="connsiteX29" fmla="*/ 561098 w 1098179"/>
                  <a:gd name="connsiteY29" fmla="*/ 198353 h 387543"/>
                  <a:gd name="connsiteX30" fmla="*/ 576593 w 1098179"/>
                  <a:gd name="connsiteY30" fmla="*/ 223264 h 387543"/>
                  <a:gd name="connsiteX31" fmla="*/ 252867 w 1098179"/>
                  <a:gd name="connsiteY31" fmla="*/ 241619 h 387543"/>
                  <a:gd name="connsiteX32" fmla="*/ 256323 w 1098179"/>
                  <a:gd name="connsiteY32" fmla="*/ 216827 h 387543"/>
                  <a:gd name="connsiteX33" fmla="*/ 266216 w 1098179"/>
                  <a:gd name="connsiteY33" fmla="*/ 211226 h 387543"/>
                  <a:gd name="connsiteX34" fmla="*/ 266931 w 1098179"/>
                  <a:gd name="connsiteY34" fmla="*/ 196327 h 387543"/>
                  <a:gd name="connsiteX35" fmla="*/ 247145 w 1098179"/>
                  <a:gd name="connsiteY35" fmla="*/ 177136 h 387543"/>
                  <a:gd name="connsiteX36" fmla="*/ 244285 w 1098179"/>
                  <a:gd name="connsiteY36" fmla="*/ 187864 h 387543"/>
                  <a:gd name="connsiteX37" fmla="*/ 253463 w 1098179"/>
                  <a:gd name="connsiteY37" fmla="*/ 199187 h 387543"/>
                  <a:gd name="connsiteX38" fmla="*/ 238683 w 1098179"/>
                  <a:gd name="connsiteY38" fmla="*/ 194896 h 387543"/>
                  <a:gd name="connsiteX39" fmla="*/ 223784 w 1098179"/>
                  <a:gd name="connsiteY39" fmla="*/ 182143 h 387543"/>
                  <a:gd name="connsiteX40" fmla="*/ 202448 w 1098179"/>
                  <a:gd name="connsiteY40" fmla="*/ 160926 h 387543"/>
                  <a:gd name="connsiteX41" fmla="*/ 197561 w 1098179"/>
                  <a:gd name="connsiteY41" fmla="*/ 143882 h 387543"/>
                  <a:gd name="connsiteX42" fmla="*/ 185642 w 1098179"/>
                  <a:gd name="connsiteY42" fmla="*/ 121950 h 387543"/>
                  <a:gd name="connsiteX43" fmla="*/ 172888 w 1098179"/>
                  <a:gd name="connsiteY43" fmla="*/ 111342 h 387543"/>
                  <a:gd name="connsiteX44" fmla="*/ 160969 w 1098179"/>
                  <a:gd name="connsiteY44" fmla="*/ 99423 h 387543"/>
                  <a:gd name="connsiteX45" fmla="*/ 146070 w 1098179"/>
                  <a:gd name="connsiteY45" fmla="*/ 92271 h 387543"/>
                  <a:gd name="connsiteX46" fmla="*/ 127595 w 1098179"/>
                  <a:gd name="connsiteY46" fmla="*/ 84524 h 387543"/>
                  <a:gd name="connsiteX47" fmla="*/ 107094 w 1098179"/>
                  <a:gd name="connsiteY47" fmla="*/ 63904 h 387543"/>
                  <a:gd name="connsiteX48" fmla="*/ 66688 w 1098179"/>
                  <a:gd name="connsiteY48" fmla="*/ 28146 h 387543"/>
                  <a:gd name="connsiteX49" fmla="*/ 32003 w 1098179"/>
                  <a:gd name="connsiteY49" fmla="*/ 11817 h 387543"/>
                  <a:gd name="connsiteX50" fmla="*/ 775 w 1098179"/>
                  <a:gd name="connsiteY50" fmla="*/ 2639 h 387543"/>
                  <a:gd name="connsiteX51" fmla="*/ 33433 w 1098179"/>
                  <a:gd name="connsiteY51" fmla="*/ 48766 h 387543"/>
                  <a:gd name="connsiteX52" fmla="*/ 65972 w 1098179"/>
                  <a:gd name="connsiteY52" fmla="*/ 82736 h 387543"/>
                  <a:gd name="connsiteX53" fmla="*/ 92195 w 1098179"/>
                  <a:gd name="connsiteY53" fmla="*/ 130413 h 387543"/>
                  <a:gd name="connsiteX54" fmla="*/ 129026 w 1098179"/>
                  <a:gd name="connsiteY54" fmla="*/ 185718 h 387543"/>
                  <a:gd name="connsiteX55" fmla="*/ 163710 w 1098179"/>
                  <a:gd name="connsiteY55" fmla="*/ 226840 h 387543"/>
                  <a:gd name="connsiteX56" fmla="*/ 206977 w 1098179"/>
                  <a:gd name="connsiteY56" fmla="*/ 264385 h 387543"/>
                  <a:gd name="connsiteX57" fmla="*/ 218896 w 1098179"/>
                  <a:gd name="connsiteY57" fmla="*/ 276304 h 387543"/>
                  <a:gd name="connsiteX58" fmla="*/ 244404 w 1098179"/>
                  <a:gd name="connsiteY58" fmla="*/ 277020 h 387543"/>
                  <a:gd name="connsiteX59" fmla="*/ 252867 w 1098179"/>
                  <a:gd name="connsiteY59" fmla="*/ 241619 h 387543"/>
                  <a:gd name="connsiteX60" fmla="*/ 794119 w 1098179"/>
                  <a:gd name="connsiteY60" fmla="*/ 128267 h 387543"/>
                  <a:gd name="connsiteX61" fmla="*/ 802701 w 1098179"/>
                  <a:gd name="connsiteY61" fmla="*/ 110627 h 387543"/>
                  <a:gd name="connsiteX62" fmla="*/ 788518 w 1098179"/>
                  <a:gd name="connsiteY62" fmla="*/ 104191 h 387543"/>
                  <a:gd name="connsiteX63" fmla="*/ 772187 w 1098179"/>
                  <a:gd name="connsiteY63" fmla="*/ 95013 h 387543"/>
                  <a:gd name="connsiteX64" fmla="*/ 784941 w 1098179"/>
                  <a:gd name="connsiteY64" fmla="*/ 147458 h 387543"/>
                  <a:gd name="connsiteX65" fmla="*/ 794119 w 1098179"/>
                  <a:gd name="connsiteY65" fmla="*/ 128267 h 387543"/>
                  <a:gd name="connsiteX66" fmla="*/ 736073 w 1098179"/>
                  <a:gd name="connsiteY66" fmla="*/ 216827 h 387543"/>
                  <a:gd name="connsiteX67" fmla="*/ 765156 w 1098179"/>
                  <a:gd name="connsiteY67" fmla="*/ 224694 h 387543"/>
                  <a:gd name="connsiteX68" fmla="*/ 736073 w 1098179"/>
                  <a:gd name="connsiteY68" fmla="*/ 216827 h 387543"/>
                  <a:gd name="connsiteX69" fmla="*/ 680052 w 1098179"/>
                  <a:gd name="connsiteY69" fmla="*/ 336616 h 387543"/>
                  <a:gd name="connsiteX70" fmla="*/ 629038 w 1098179"/>
                  <a:gd name="connsiteY70" fmla="*/ 340907 h 387543"/>
                  <a:gd name="connsiteX71" fmla="*/ 584459 w 1098179"/>
                  <a:gd name="connsiteY71" fmla="*/ 347224 h 387543"/>
                  <a:gd name="connsiteX72" fmla="*/ 623436 w 1098179"/>
                  <a:gd name="connsiteY72" fmla="*/ 354375 h 387543"/>
                  <a:gd name="connsiteX73" fmla="*/ 672305 w 1098179"/>
                  <a:gd name="connsiteY73" fmla="*/ 343767 h 387543"/>
                  <a:gd name="connsiteX74" fmla="*/ 680052 w 1098179"/>
                  <a:gd name="connsiteY74" fmla="*/ 336616 h 387543"/>
                  <a:gd name="connsiteX75" fmla="*/ 831665 w 1098179"/>
                  <a:gd name="connsiteY75" fmla="*/ 206934 h 387543"/>
                  <a:gd name="connsiteX76" fmla="*/ 784941 w 1098179"/>
                  <a:gd name="connsiteY76" fmla="*/ 215397 h 387543"/>
                  <a:gd name="connsiteX77" fmla="*/ 817600 w 1098179"/>
                  <a:gd name="connsiteY77" fmla="*/ 220403 h 387543"/>
                  <a:gd name="connsiteX78" fmla="*/ 847994 w 1098179"/>
                  <a:gd name="connsiteY78" fmla="*/ 231011 h 387543"/>
                  <a:gd name="connsiteX79" fmla="*/ 831665 w 1098179"/>
                  <a:gd name="connsiteY79" fmla="*/ 206934 h 387543"/>
                  <a:gd name="connsiteX80" fmla="*/ 458235 w 1098179"/>
                  <a:gd name="connsiteY80" fmla="*/ 328868 h 387543"/>
                  <a:gd name="connsiteX81" fmla="*/ 416518 w 1098179"/>
                  <a:gd name="connsiteY81" fmla="*/ 322432 h 387543"/>
                  <a:gd name="connsiteX82" fmla="*/ 440356 w 1098179"/>
                  <a:gd name="connsiteY82" fmla="*/ 306103 h 387543"/>
                  <a:gd name="connsiteX83" fmla="*/ 411988 w 1098179"/>
                  <a:gd name="connsiteY83" fmla="*/ 305506 h 387543"/>
                  <a:gd name="connsiteX84" fmla="*/ 362405 w 1098179"/>
                  <a:gd name="connsiteY84" fmla="*/ 299785 h 387543"/>
                  <a:gd name="connsiteX85" fmla="*/ 311390 w 1098179"/>
                  <a:gd name="connsiteY85" fmla="*/ 288462 h 387543"/>
                  <a:gd name="connsiteX86" fmla="*/ 255369 w 1098179"/>
                  <a:gd name="connsiteY86" fmla="*/ 285601 h 387543"/>
                  <a:gd name="connsiteX87" fmla="*/ 243450 w 1098179"/>
                  <a:gd name="connsiteY87" fmla="*/ 299785 h 387543"/>
                  <a:gd name="connsiteX88" fmla="*/ 261210 w 1098179"/>
                  <a:gd name="connsiteY88" fmla="*/ 303361 h 387543"/>
                  <a:gd name="connsiteX89" fmla="*/ 273963 w 1098179"/>
                  <a:gd name="connsiteY89" fmla="*/ 316711 h 387543"/>
                  <a:gd name="connsiteX90" fmla="*/ 316396 w 1098179"/>
                  <a:gd name="connsiteY90" fmla="*/ 320287 h 387543"/>
                  <a:gd name="connsiteX91" fmla="*/ 361808 w 1098179"/>
                  <a:gd name="connsiteY91" fmla="*/ 331610 h 387543"/>
                  <a:gd name="connsiteX92" fmla="*/ 421404 w 1098179"/>
                  <a:gd name="connsiteY92" fmla="*/ 341622 h 387543"/>
                  <a:gd name="connsiteX93" fmla="*/ 453348 w 1098179"/>
                  <a:gd name="connsiteY93" fmla="*/ 342933 h 387543"/>
                  <a:gd name="connsiteX94" fmla="*/ 481716 w 1098179"/>
                  <a:gd name="connsiteY94" fmla="*/ 343767 h 387543"/>
                  <a:gd name="connsiteX95" fmla="*/ 458235 w 1098179"/>
                  <a:gd name="connsiteY95" fmla="*/ 328868 h 387543"/>
                  <a:gd name="connsiteX96" fmla="*/ 1015936 w 1098179"/>
                  <a:gd name="connsiteY96" fmla="*/ 173918 h 387543"/>
                  <a:gd name="connsiteX97" fmla="*/ 994720 w 1098179"/>
                  <a:gd name="connsiteY97" fmla="*/ 192989 h 387543"/>
                  <a:gd name="connsiteX98" fmla="*/ 955744 w 1098179"/>
                  <a:gd name="connsiteY98" fmla="*/ 217781 h 387543"/>
                  <a:gd name="connsiteX99" fmla="*/ 930237 w 1098179"/>
                  <a:gd name="connsiteY99" fmla="*/ 158185 h 387543"/>
                  <a:gd name="connsiteX100" fmla="*/ 875647 w 1098179"/>
                  <a:gd name="connsiteY100" fmla="*/ 151033 h 387543"/>
                  <a:gd name="connsiteX101" fmla="*/ 855146 w 1098179"/>
                  <a:gd name="connsiteY101" fmla="*/ 166647 h 387543"/>
                  <a:gd name="connsiteX102" fmla="*/ 867899 w 1098179"/>
                  <a:gd name="connsiteY102" fmla="*/ 173084 h 387543"/>
                  <a:gd name="connsiteX103" fmla="*/ 881368 w 1098179"/>
                  <a:gd name="connsiteY103" fmla="*/ 189294 h 387543"/>
                  <a:gd name="connsiteX104" fmla="*/ 919629 w 1098179"/>
                  <a:gd name="connsiteY104" fmla="*/ 191440 h 387543"/>
                  <a:gd name="connsiteX105" fmla="*/ 917483 w 1098179"/>
                  <a:gd name="connsiteY105" fmla="*/ 198591 h 387543"/>
                  <a:gd name="connsiteX106" fmla="*/ 896863 w 1098179"/>
                  <a:gd name="connsiteY106" fmla="*/ 202048 h 387543"/>
                  <a:gd name="connsiteX107" fmla="*/ 882679 w 1098179"/>
                  <a:gd name="connsiteY107" fmla="*/ 205624 h 387543"/>
                  <a:gd name="connsiteX108" fmla="*/ 897578 w 1098179"/>
                  <a:gd name="connsiteY108" fmla="*/ 226840 h 387543"/>
                  <a:gd name="connsiteX109" fmla="*/ 913907 w 1098179"/>
                  <a:gd name="connsiteY109" fmla="*/ 226840 h 387543"/>
                  <a:gd name="connsiteX110" fmla="*/ 938700 w 1098179"/>
                  <a:gd name="connsiteY110" fmla="*/ 233991 h 387543"/>
                  <a:gd name="connsiteX111" fmla="*/ 959916 w 1098179"/>
                  <a:gd name="connsiteY111" fmla="*/ 245314 h 387543"/>
                  <a:gd name="connsiteX112" fmla="*/ 1027260 w 1098179"/>
                  <a:gd name="connsiteY112" fmla="*/ 269153 h 387543"/>
                  <a:gd name="connsiteX113" fmla="*/ 1040728 w 1098179"/>
                  <a:gd name="connsiteY113" fmla="*/ 296806 h 387543"/>
                  <a:gd name="connsiteX114" fmla="*/ 1040013 w 1098179"/>
                  <a:gd name="connsiteY114" fmla="*/ 318141 h 387543"/>
                  <a:gd name="connsiteX115" fmla="*/ 1017366 w 1098179"/>
                  <a:gd name="connsiteY115" fmla="*/ 337212 h 387543"/>
                  <a:gd name="connsiteX116" fmla="*/ 1072672 w 1098179"/>
                  <a:gd name="connsiteY116" fmla="*/ 334351 h 387543"/>
                  <a:gd name="connsiteX117" fmla="*/ 1098179 w 1098179"/>
                  <a:gd name="connsiteY117" fmla="*/ 354256 h 387543"/>
                  <a:gd name="connsiteX118" fmla="*/ 1098179 w 1098179"/>
                  <a:gd name="connsiteY118" fmla="*/ 203120 h 387543"/>
                  <a:gd name="connsiteX119" fmla="*/ 1015936 w 1098179"/>
                  <a:gd name="connsiteY119" fmla="*/ 174395 h 387543"/>
                  <a:gd name="connsiteX120" fmla="*/ 709254 w 1098179"/>
                  <a:gd name="connsiteY120" fmla="*/ 353422 h 387543"/>
                  <a:gd name="connsiteX121" fmla="*/ 701387 w 1098179"/>
                  <a:gd name="connsiteY121" fmla="*/ 356759 h 387543"/>
                  <a:gd name="connsiteX122" fmla="*/ 697931 w 1098179"/>
                  <a:gd name="connsiteY122" fmla="*/ 363672 h 387543"/>
                  <a:gd name="connsiteX123" fmla="*/ 690064 w 1098179"/>
                  <a:gd name="connsiteY123" fmla="*/ 359262 h 387543"/>
                  <a:gd name="connsiteX124" fmla="*/ 678145 w 1098179"/>
                  <a:gd name="connsiteY124" fmla="*/ 386438 h 387543"/>
                  <a:gd name="connsiteX125" fmla="*/ 708301 w 1098179"/>
                  <a:gd name="connsiteY125" fmla="*/ 369274 h 387543"/>
                  <a:gd name="connsiteX126" fmla="*/ 711519 w 1098179"/>
                  <a:gd name="connsiteY126" fmla="*/ 365222 h 387543"/>
                  <a:gd name="connsiteX127" fmla="*/ 713903 w 1098179"/>
                  <a:gd name="connsiteY127" fmla="*/ 363077 h 387543"/>
                  <a:gd name="connsiteX128" fmla="*/ 716286 w 1098179"/>
                  <a:gd name="connsiteY128" fmla="*/ 361408 h 387543"/>
                  <a:gd name="connsiteX129" fmla="*/ 709254 w 1098179"/>
                  <a:gd name="connsiteY129" fmla="*/ 353898 h 387543"/>
                  <a:gd name="connsiteX130" fmla="*/ 512110 w 1098179"/>
                  <a:gd name="connsiteY130" fmla="*/ 171057 h 387543"/>
                  <a:gd name="connsiteX131" fmla="*/ 526294 w 1098179"/>
                  <a:gd name="connsiteY131" fmla="*/ 134227 h 387543"/>
                  <a:gd name="connsiteX132" fmla="*/ 562052 w 1098179"/>
                  <a:gd name="connsiteY132" fmla="*/ 113607 h 387543"/>
                  <a:gd name="connsiteX133" fmla="*/ 545841 w 1098179"/>
                  <a:gd name="connsiteY133" fmla="*/ 94536 h 387543"/>
                  <a:gd name="connsiteX134" fmla="*/ 537975 w 1098179"/>
                  <a:gd name="connsiteY134" fmla="*/ 75346 h 387543"/>
                  <a:gd name="connsiteX135" fmla="*/ 530227 w 1098179"/>
                  <a:gd name="connsiteY135" fmla="*/ 54130 h 387543"/>
                  <a:gd name="connsiteX136" fmla="*/ 531657 w 1098179"/>
                  <a:gd name="connsiteY136" fmla="*/ 36370 h 387543"/>
                  <a:gd name="connsiteX137" fmla="*/ 535234 w 1098179"/>
                  <a:gd name="connsiteY137" fmla="*/ 34582 h 387543"/>
                  <a:gd name="connsiteX138" fmla="*/ 523314 w 1098179"/>
                  <a:gd name="connsiteY138" fmla="*/ 30768 h 387543"/>
                  <a:gd name="connsiteX139" fmla="*/ 486484 w 1098179"/>
                  <a:gd name="connsiteY139" fmla="*/ 46263 h 387543"/>
                  <a:gd name="connsiteX140" fmla="*/ 472300 w 1098179"/>
                  <a:gd name="connsiteY140" fmla="*/ 67599 h 387543"/>
                  <a:gd name="connsiteX141" fmla="*/ 465267 w 1098179"/>
                  <a:gd name="connsiteY141" fmla="*/ 90245 h 387543"/>
                  <a:gd name="connsiteX142" fmla="*/ 444051 w 1098179"/>
                  <a:gd name="connsiteY142" fmla="*/ 104429 h 387543"/>
                  <a:gd name="connsiteX143" fmla="*/ 421285 w 1098179"/>
                  <a:gd name="connsiteY143" fmla="*/ 100138 h 387543"/>
                  <a:gd name="connsiteX144" fmla="*/ 397446 w 1098179"/>
                  <a:gd name="connsiteY144" fmla="*/ 110150 h 387543"/>
                  <a:gd name="connsiteX145" fmla="*/ 366337 w 1098179"/>
                  <a:gd name="connsiteY145" fmla="*/ 112892 h 387543"/>
                  <a:gd name="connsiteX146" fmla="*/ 346433 w 1098179"/>
                  <a:gd name="connsiteY146" fmla="*/ 102999 h 387543"/>
                  <a:gd name="connsiteX147" fmla="*/ 339281 w 1098179"/>
                  <a:gd name="connsiteY147" fmla="*/ 87742 h 387543"/>
                  <a:gd name="connsiteX148" fmla="*/ 336539 w 1098179"/>
                  <a:gd name="connsiteY148" fmla="*/ 87742 h 387543"/>
                  <a:gd name="connsiteX149" fmla="*/ 320925 w 1098179"/>
                  <a:gd name="connsiteY149" fmla="*/ 121116 h 387543"/>
                  <a:gd name="connsiteX150" fmla="*/ 333679 w 1098179"/>
                  <a:gd name="connsiteY150" fmla="*/ 154371 h 387543"/>
                  <a:gd name="connsiteX151" fmla="*/ 354299 w 1098179"/>
                  <a:gd name="connsiteY151" fmla="*/ 178209 h 387543"/>
                  <a:gd name="connsiteX152" fmla="*/ 376946 w 1098179"/>
                  <a:gd name="connsiteY152" fmla="*/ 210153 h 387543"/>
                  <a:gd name="connsiteX153" fmla="*/ 396016 w 1098179"/>
                  <a:gd name="connsiteY153" fmla="*/ 219331 h 387543"/>
                  <a:gd name="connsiteX154" fmla="*/ 427960 w 1098179"/>
                  <a:gd name="connsiteY154" fmla="*/ 215755 h 387543"/>
                  <a:gd name="connsiteX155" fmla="*/ 458474 w 1098179"/>
                  <a:gd name="connsiteY155" fmla="*/ 229938 h 387543"/>
                  <a:gd name="connsiteX156" fmla="*/ 493158 w 1098179"/>
                  <a:gd name="connsiteY156" fmla="*/ 224336 h 387543"/>
                  <a:gd name="connsiteX157" fmla="*/ 512110 w 1098179"/>
                  <a:gd name="connsiteY157" fmla="*/ 171534 h 387543"/>
                  <a:gd name="connsiteX158" fmla="*/ 565270 w 1098179"/>
                  <a:gd name="connsiteY158" fmla="*/ 369394 h 387543"/>
                  <a:gd name="connsiteX159" fmla="*/ 586606 w 1098179"/>
                  <a:gd name="connsiteY159" fmla="*/ 380121 h 387543"/>
                  <a:gd name="connsiteX160" fmla="*/ 609252 w 1098179"/>
                  <a:gd name="connsiteY160" fmla="*/ 381551 h 387543"/>
                  <a:gd name="connsiteX161" fmla="*/ 565270 w 1098179"/>
                  <a:gd name="connsiteY161" fmla="*/ 369871 h 387543"/>
                  <a:gd name="connsiteX162" fmla="*/ 529512 w 1098179"/>
                  <a:gd name="connsiteY162" fmla="*/ 334709 h 387543"/>
                  <a:gd name="connsiteX163" fmla="*/ 507581 w 1098179"/>
                  <a:gd name="connsiteY163" fmla="*/ 337569 h 387543"/>
                  <a:gd name="connsiteX164" fmla="*/ 495662 w 1098179"/>
                  <a:gd name="connsiteY164" fmla="*/ 350323 h 387543"/>
                  <a:gd name="connsiteX165" fmla="*/ 530346 w 1098179"/>
                  <a:gd name="connsiteY165" fmla="*/ 356044 h 387543"/>
                  <a:gd name="connsiteX166" fmla="*/ 564316 w 1098179"/>
                  <a:gd name="connsiteY166" fmla="*/ 346032 h 387543"/>
                  <a:gd name="connsiteX167" fmla="*/ 529870 w 1098179"/>
                  <a:gd name="connsiteY167" fmla="*/ 335186 h 38754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 ang="0">
                    <a:pos x="connsiteX134" y="connsiteY134"/>
                  </a:cxn>
                  <a:cxn ang="0">
                    <a:pos x="connsiteX135" y="connsiteY135"/>
                  </a:cxn>
                  <a:cxn ang="0">
                    <a:pos x="connsiteX136" y="connsiteY136"/>
                  </a:cxn>
                  <a:cxn ang="0">
                    <a:pos x="connsiteX137" y="connsiteY137"/>
                  </a:cxn>
                  <a:cxn ang="0">
                    <a:pos x="connsiteX138" y="connsiteY138"/>
                  </a:cxn>
                  <a:cxn ang="0">
                    <a:pos x="connsiteX139" y="connsiteY139"/>
                  </a:cxn>
                  <a:cxn ang="0">
                    <a:pos x="connsiteX140" y="connsiteY140"/>
                  </a:cxn>
                  <a:cxn ang="0">
                    <a:pos x="connsiteX141" y="connsiteY141"/>
                  </a:cxn>
                  <a:cxn ang="0">
                    <a:pos x="connsiteX142" y="connsiteY142"/>
                  </a:cxn>
                  <a:cxn ang="0">
                    <a:pos x="connsiteX143" y="connsiteY143"/>
                  </a:cxn>
                  <a:cxn ang="0">
                    <a:pos x="connsiteX144" y="connsiteY144"/>
                  </a:cxn>
                  <a:cxn ang="0">
                    <a:pos x="connsiteX145" y="connsiteY145"/>
                  </a:cxn>
                  <a:cxn ang="0">
                    <a:pos x="connsiteX146" y="connsiteY146"/>
                  </a:cxn>
                  <a:cxn ang="0">
                    <a:pos x="connsiteX147" y="connsiteY147"/>
                  </a:cxn>
                  <a:cxn ang="0">
                    <a:pos x="connsiteX148" y="connsiteY148"/>
                  </a:cxn>
                  <a:cxn ang="0">
                    <a:pos x="connsiteX149" y="connsiteY149"/>
                  </a:cxn>
                  <a:cxn ang="0">
                    <a:pos x="connsiteX150" y="connsiteY150"/>
                  </a:cxn>
                  <a:cxn ang="0">
                    <a:pos x="connsiteX151" y="connsiteY151"/>
                  </a:cxn>
                  <a:cxn ang="0">
                    <a:pos x="connsiteX152" y="connsiteY152"/>
                  </a:cxn>
                  <a:cxn ang="0">
                    <a:pos x="connsiteX153" y="connsiteY153"/>
                  </a:cxn>
                  <a:cxn ang="0">
                    <a:pos x="connsiteX154" y="connsiteY154"/>
                  </a:cxn>
                  <a:cxn ang="0">
                    <a:pos x="connsiteX155" y="connsiteY155"/>
                  </a:cxn>
                  <a:cxn ang="0">
                    <a:pos x="connsiteX156" y="connsiteY156"/>
                  </a:cxn>
                  <a:cxn ang="0">
                    <a:pos x="connsiteX157" y="connsiteY157"/>
                  </a:cxn>
                  <a:cxn ang="0">
                    <a:pos x="connsiteX158" y="connsiteY158"/>
                  </a:cxn>
                  <a:cxn ang="0">
                    <a:pos x="connsiteX159" y="connsiteY159"/>
                  </a:cxn>
                  <a:cxn ang="0">
                    <a:pos x="connsiteX160" y="connsiteY160"/>
                  </a:cxn>
                  <a:cxn ang="0">
                    <a:pos x="connsiteX161" y="connsiteY161"/>
                  </a:cxn>
                  <a:cxn ang="0">
                    <a:pos x="connsiteX162" y="connsiteY162"/>
                  </a:cxn>
                  <a:cxn ang="0">
                    <a:pos x="connsiteX163" y="connsiteY163"/>
                  </a:cxn>
                  <a:cxn ang="0">
                    <a:pos x="connsiteX164" y="connsiteY164"/>
                  </a:cxn>
                  <a:cxn ang="0">
                    <a:pos x="connsiteX165" y="connsiteY165"/>
                  </a:cxn>
                  <a:cxn ang="0">
                    <a:pos x="connsiteX166" y="connsiteY166"/>
                  </a:cxn>
                  <a:cxn ang="0">
                    <a:pos x="connsiteX167" y="connsiteY167"/>
                  </a:cxn>
                </a:cxnLst>
                <a:rect l="l" t="t" r="r" b="b"/>
                <a:pathLst>
                  <a:path w="1098179" h="387543">
                    <a:moveTo>
                      <a:pt x="75985" y="163072"/>
                    </a:moveTo>
                    <a:cubicBezTo>
                      <a:pt x="74555" y="166528"/>
                      <a:pt x="82421" y="180712"/>
                      <a:pt x="87904" y="176421"/>
                    </a:cubicBezTo>
                    <a:cubicBezTo>
                      <a:pt x="93387" y="172130"/>
                      <a:pt x="80871" y="151748"/>
                      <a:pt x="75985" y="163072"/>
                    </a:cubicBezTo>
                    <a:close/>
                    <a:moveTo>
                      <a:pt x="307695" y="206219"/>
                    </a:moveTo>
                    <a:cubicBezTo>
                      <a:pt x="307695" y="199902"/>
                      <a:pt x="289458" y="203001"/>
                      <a:pt x="294941" y="211941"/>
                    </a:cubicBezTo>
                    <a:cubicBezTo>
                      <a:pt x="300424" y="220880"/>
                      <a:pt x="308052" y="212537"/>
                      <a:pt x="308052" y="206219"/>
                    </a:cubicBezTo>
                    <a:close/>
                    <a:moveTo>
                      <a:pt x="41300" y="102045"/>
                    </a:moveTo>
                    <a:cubicBezTo>
                      <a:pt x="39869" y="109197"/>
                      <a:pt x="47617" y="129698"/>
                      <a:pt x="56199" y="121235"/>
                    </a:cubicBezTo>
                    <a:cubicBezTo>
                      <a:pt x="64781" y="112773"/>
                      <a:pt x="43088" y="95132"/>
                      <a:pt x="41657" y="102045"/>
                    </a:cubicBezTo>
                    <a:close/>
                    <a:moveTo>
                      <a:pt x="576593" y="223264"/>
                    </a:moveTo>
                    <a:cubicBezTo>
                      <a:pt x="587201" y="223979"/>
                      <a:pt x="585890" y="239593"/>
                      <a:pt x="583744" y="248771"/>
                    </a:cubicBezTo>
                    <a:cubicBezTo>
                      <a:pt x="581599" y="257949"/>
                      <a:pt x="577308" y="279880"/>
                      <a:pt x="586606" y="276423"/>
                    </a:cubicBezTo>
                    <a:cubicBezTo>
                      <a:pt x="597928" y="272133"/>
                      <a:pt x="604961" y="257949"/>
                      <a:pt x="598525" y="252585"/>
                    </a:cubicBezTo>
                    <a:cubicBezTo>
                      <a:pt x="592088" y="247222"/>
                      <a:pt x="592803" y="216827"/>
                      <a:pt x="595664" y="208722"/>
                    </a:cubicBezTo>
                    <a:cubicBezTo>
                      <a:pt x="598525" y="200617"/>
                      <a:pt x="617595" y="206577"/>
                      <a:pt x="611278" y="218615"/>
                    </a:cubicBezTo>
                    <a:cubicBezTo>
                      <a:pt x="604961" y="230654"/>
                      <a:pt x="623197" y="229223"/>
                      <a:pt x="623197" y="242454"/>
                    </a:cubicBezTo>
                    <a:cubicBezTo>
                      <a:pt x="623197" y="255684"/>
                      <a:pt x="633805" y="248890"/>
                      <a:pt x="645129" y="245314"/>
                    </a:cubicBezTo>
                    <a:cubicBezTo>
                      <a:pt x="656452" y="241739"/>
                      <a:pt x="654307" y="235422"/>
                      <a:pt x="646559" y="226840"/>
                    </a:cubicBezTo>
                    <a:cubicBezTo>
                      <a:pt x="638811" y="218258"/>
                      <a:pt x="652161" y="206339"/>
                      <a:pt x="641553" y="199306"/>
                    </a:cubicBezTo>
                    <a:cubicBezTo>
                      <a:pt x="630945" y="192274"/>
                      <a:pt x="623912" y="181546"/>
                      <a:pt x="633805" y="179401"/>
                    </a:cubicBezTo>
                    <a:cubicBezTo>
                      <a:pt x="643698" y="177256"/>
                      <a:pt x="673497" y="160330"/>
                      <a:pt x="669563" y="153179"/>
                    </a:cubicBezTo>
                    <a:cubicBezTo>
                      <a:pt x="665629" y="146027"/>
                      <a:pt x="624270" y="154609"/>
                      <a:pt x="620694" y="167362"/>
                    </a:cubicBezTo>
                    <a:cubicBezTo>
                      <a:pt x="617119" y="180116"/>
                      <a:pt x="587321" y="165932"/>
                      <a:pt x="590896" y="143524"/>
                    </a:cubicBezTo>
                    <a:cubicBezTo>
                      <a:pt x="594472" y="121116"/>
                      <a:pt x="653234" y="118017"/>
                      <a:pt x="670278" y="125764"/>
                    </a:cubicBezTo>
                    <a:cubicBezTo>
                      <a:pt x="687323" y="133512"/>
                      <a:pt x="706036" y="113011"/>
                      <a:pt x="712115" y="100973"/>
                    </a:cubicBezTo>
                    <a:cubicBezTo>
                      <a:pt x="718194" y="88934"/>
                      <a:pt x="698646" y="103118"/>
                      <a:pt x="686607" y="110985"/>
                    </a:cubicBezTo>
                    <a:cubicBezTo>
                      <a:pt x="674569" y="118851"/>
                      <a:pt x="642625" y="110270"/>
                      <a:pt x="626296" y="104548"/>
                    </a:cubicBezTo>
                    <a:cubicBezTo>
                      <a:pt x="609967" y="98827"/>
                      <a:pt x="610801" y="114441"/>
                      <a:pt x="597332" y="116467"/>
                    </a:cubicBezTo>
                    <a:cubicBezTo>
                      <a:pt x="583864" y="118494"/>
                      <a:pt x="586606" y="148411"/>
                      <a:pt x="580288" y="152225"/>
                    </a:cubicBezTo>
                    <a:cubicBezTo>
                      <a:pt x="573971" y="156039"/>
                      <a:pt x="573852" y="177732"/>
                      <a:pt x="561098" y="198353"/>
                    </a:cubicBezTo>
                    <a:cubicBezTo>
                      <a:pt x="548345" y="218973"/>
                      <a:pt x="565985" y="222549"/>
                      <a:pt x="576593" y="223264"/>
                    </a:cubicBezTo>
                    <a:close/>
                    <a:moveTo>
                      <a:pt x="252867" y="241619"/>
                    </a:moveTo>
                    <a:cubicBezTo>
                      <a:pt x="253319" y="233276"/>
                      <a:pt x="254475" y="224980"/>
                      <a:pt x="256323" y="216827"/>
                    </a:cubicBezTo>
                    <a:cubicBezTo>
                      <a:pt x="256323" y="211941"/>
                      <a:pt x="259899" y="209795"/>
                      <a:pt x="266216" y="211226"/>
                    </a:cubicBezTo>
                    <a:cubicBezTo>
                      <a:pt x="272533" y="212656"/>
                      <a:pt x="271937" y="197757"/>
                      <a:pt x="266931" y="196327"/>
                    </a:cubicBezTo>
                    <a:cubicBezTo>
                      <a:pt x="261925" y="194896"/>
                      <a:pt x="259184" y="177136"/>
                      <a:pt x="247145" y="177136"/>
                    </a:cubicBezTo>
                    <a:cubicBezTo>
                      <a:pt x="235106" y="177136"/>
                      <a:pt x="237253" y="187148"/>
                      <a:pt x="244285" y="187864"/>
                    </a:cubicBezTo>
                    <a:cubicBezTo>
                      <a:pt x="251317" y="188579"/>
                      <a:pt x="256204" y="194181"/>
                      <a:pt x="253463" y="199187"/>
                    </a:cubicBezTo>
                    <a:cubicBezTo>
                      <a:pt x="250721" y="204193"/>
                      <a:pt x="248575" y="194181"/>
                      <a:pt x="238683" y="194896"/>
                    </a:cubicBezTo>
                    <a:cubicBezTo>
                      <a:pt x="228790" y="195611"/>
                      <a:pt x="235106" y="182977"/>
                      <a:pt x="223784" y="182143"/>
                    </a:cubicBezTo>
                    <a:cubicBezTo>
                      <a:pt x="212460" y="181308"/>
                      <a:pt x="214606" y="160926"/>
                      <a:pt x="202448" y="160926"/>
                    </a:cubicBezTo>
                    <a:cubicBezTo>
                      <a:pt x="190291" y="160926"/>
                      <a:pt x="189694" y="150914"/>
                      <a:pt x="197561" y="143882"/>
                    </a:cubicBezTo>
                    <a:cubicBezTo>
                      <a:pt x="205428" y="136849"/>
                      <a:pt x="185642" y="130413"/>
                      <a:pt x="185642" y="121950"/>
                    </a:cubicBezTo>
                    <a:cubicBezTo>
                      <a:pt x="185642" y="113488"/>
                      <a:pt x="172888" y="118375"/>
                      <a:pt x="172888" y="111342"/>
                    </a:cubicBezTo>
                    <a:cubicBezTo>
                      <a:pt x="172888" y="104310"/>
                      <a:pt x="167167" y="107766"/>
                      <a:pt x="160969" y="99423"/>
                    </a:cubicBezTo>
                    <a:cubicBezTo>
                      <a:pt x="154771" y="91079"/>
                      <a:pt x="151672" y="98589"/>
                      <a:pt x="146070" y="92271"/>
                    </a:cubicBezTo>
                    <a:cubicBezTo>
                      <a:pt x="140468" y="85954"/>
                      <a:pt x="132601" y="82378"/>
                      <a:pt x="127595" y="84524"/>
                    </a:cubicBezTo>
                    <a:cubicBezTo>
                      <a:pt x="122589" y="86669"/>
                      <a:pt x="111385" y="75227"/>
                      <a:pt x="107094" y="63904"/>
                    </a:cubicBezTo>
                    <a:cubicBezTo>
                      <a:pt x="103757" y="54845"/>
                      <a:pt x="71336" y="40065"/>
                      <a:pt x="66688" y="28146"/>
                    </a:cubicBezTo>
                    <a:cubicBezTo>
                      <a:pt x="62040" y="16227"/>
                      <a:pt x="51073" y="11101"/>
                      <a:pt x="32003" y="11817"/>
                    </a:cubicBezTo>
                    <a:cubicBezTo>
                      <a:pt x="12932" y="12532"/>
                      <a:pt x="5304" y="-6897"/>
                      <a:pt x="775" y="2639"/>
                    </a:cubicBezTo>
                    <a:cubicBezTo>
                      <a:pt x="-4828" y="14558"/>
                      <a:pt x="21395" y="41615"/>
                      <a:pt x="33433" y="48766"/>
                    </a:cubicBezTo>
                    <a:cubicBezTo>
                      <a:pt x="45472" y="55918"/>
                      <a:pt x="51788" y="81306"/>
                      <a:pt x="65972" y="82736"/>
                    </a:cubicBezTo>
                    <a:cubicBezTo>
                      <a:pt x="80156" y="84166"/>
                      <a:pt x="81587" y="128744"/>
                      <a:pt x="92195" y="130413"/>
                    </a:cubicBezTo>
                    <a:cubicBezTo>
                      <a:pt x="102803" y="132082"/>
                      <a:pt x="125569" y="167244"/>
                      <a:pt x="129026" y="185718"/>
                    </a:cubicBezTo>
                    <a:cubicBezTo>
                      <a:pt x="132482" y="204193"/>
                      <a:pt x="155963" y="213371"/>
                      <a:pt x="163710" y="226840"/>
                    </a:cubicBezTo>
                    <a:cubicBezTo>
                      <a:pt x="171458" y="240308"/>
                      <a:pt x="202686" y="258664"/>
                      <a:pt x="206977" y="264385"/>
                    </a:cubicBezTo>
                    <a:cubicBezTo>
                      <a:pt x="211268" y="270106"/>
                      <a:pt x="215440" y="282741"/>
                      <a:pt x="218896" y="276304"/>
                    </a:cubicBezTo>
                    <a:cubicBezTo>
                      <a:pt x="222354" y="269868"/>
                      <a:pt x="237371" y="276304"/>
                      <a:pt x="244404" y="277020"/>
                    </a:cubicBezTo>
                    <a:cubicBezTo>
                      <a:pt x="251436" y="277735"/>
                      <a:pt x="253463" y="251632"/>
                      <a:pt x="252867" y="241619"/>
                    </a:cubicBezTo>
                    <a:close/>
                    <a:moveTo>
                      <a:pt x="794119" y="128267"/>
                    </a:moveTo>
                    <a:cubicBezTo>
                      <a:pt x="809733" y="129698"/>
                      <a:pt x="802701" y="120520"/>
                      <a:pt x="802701" y="110627"/>
                    </a:cubicBezTo>
                    <a:cubicBezTo>
                      <a:pt x="802701" y="100734"/>
                      <a:pt x="788518" y="109197"/>
                      <a:pt x="788518" y="104191"/>
                    </a:cubicBezTo>
                    <a:cubicBezTo>
                      <a:pt x="788518" y="99184"/>
                      <a:pt x="783511" y="79398"/>
                      <a:pt x="772187" y="95013"/>
                    </a:cubicBezTo>
                    <a:cubicBezTo>
                      <a:pt x="760865" y="110627"/>
                      <a:pt x="775882" y="149126"/>
                      <a:pt x="784941" y="147458"/>
                    </a:cubicBezTo>
                    <a:cubicBezTo>
                      <a:pt x="794000" y="145789"/>
                      <a:pt x="779220" y="126837"/>
                      <a:pt x="794119" y="128267"/>
                    </a:cubicBezTo>
                    <a:close/>
                    <a:moveTo>
                      <a:pt x="736073" y="216827"/>
                    </a:moveTo>
                    <a:cubicBezTo>
                      <a:pt x="738933" y="228151"/>
                      <a:pt x="759911" y="234587"/>
                      <a:pt x="765156" y="224694"/>
                    </a:cubicBezTo>
                    <a:cubicBezTo>
                      <a:pt x="770400" y="214801"/>
                      <a:pt x="732735" y="203716"/>
                      <a:pt x="736073" y="216827"/>
                    </a:cubicBezTo>
                    <a:close/>
                    <a:moveTo>
                      <a:pt x="680052" y="336616"/>
                    </a:moveTo>
                    <a:cubicBezTo>
                      <a:pt x="660981" y="333755"/>
                      <a:pt x="648228" y="347939"/>
                      <a:pt x="629038" y="340907"/>
                    </a:cubicBezTo>
                    <a:cubicBezTo>
                      <a:pt x="609847" y="333874"/>
                      <a:pt x="581361" y="340907"/>
                      <a:pt x="584459" y="347224"/>
                    </a:cubicBezTo>
                    <a:cubicBezTo>
                      <a:pt x="587559" y="353541"/>
                      <a:pt x="604246" y="353660"/>
                      <a:pt x="623436" y="354375"/>
                    </a:cubicBezTo>
                    <a:cubicBezTo>
                      <a:pt x="642625" y="355090"/>
                      <a:pt x="659193" y="344363"/>
                      <a:pt x="672305" y="343767"/>
                    </a:cubicBezTo>
                    <a:cubicBezTo>
                      <a:pt x="685416" y="343171"/>
                      <a:pt x="699242" y="339476"/>
                      <a:pt x="680052" y="336616"/>
                    </a:cubicBezTo>
                    <a:close/>
                    <a:moveTo>
                      <a:pt x="831665" y="206934"/>
                    </a:moveTo>
                    <a:cubicBezTo>
                      <a:pt x="813309" y="201332"/>
                      <a:pt x="781842" y="206100"/>
                      <a:pt x="784941" y="215397"/>
                    </a:cubicBezTo>
                    <a:cubicBezTo>
                      <a:pt x="788040" y="224694"/>
                      <a:pt x="802701" y="220403"/>
                      <a:pt x="817600" y="220403"/>
                    </a:cubicBezTo>
                    <a:cubicBezTo>
                      <a:pt x="832499" y="220403"/>
                      <a:pt x="840247" y="231011"/>
                      <a:pt x="847994" y="231011"/>
                    </a:cubicBezTo>
                    <a:cubicBezTo>
                      <a:pt x="855741" y="231011"/>
                      <a:pt x="850736" y="212537"/>
                      <a:pt x="831665" y="206934"/>
                    </a:cubicBezTo>
                    <a:close/>
                    <a:moveTo>
                      <a:pt x="458235" y="328868"/>
                    </a:moveTo>
                    <a:cubicBezTo>
                      <a:pt x="457639" y="320287"/>
                      <a:pt x="429987" y="328153"/>
                      <a:pt x="416518" y="322432"/>
                    </a:cubicBezTo>
                    <a:cubicBezTo>
                      <a:pt x="403049" y="316711"/>
                      <a:pt x="431417" y="311824"/>
                      <a:pt x="440356" y="306103"/>
                    </a:cubicBezTo>
                    <a:cubicBezTo>
                      <a:pt x="449296" y="300381"/>
                      <a:pt x="434635" y="298355"/>
                      <a:pt x="411988" y="305506"/>
                    </a:cubicBezTo>
                    <a:cubicBezTo>
                      <a:pt x="389341" y="312658"/>
                      <a:pt x="363120" y="289892"/>
                      <a:pt x="362405" y="299785"/>
                    </a:cubicBezTo>
                    <a:cubicBezTo>
                      <a:pt x="361689" y="309678"/>
                      <a:pt x="321283" y="295494"/>
                      <a:pt x="311390" y="288462"/>
                    </a:cubicBezTo>
                    <a:cubicBezTo>
                      <a:pt x="301497" y="281430"/>
                      <a:pt x="263713" y="272133"/>
                      <a:pt x="255369" y="285601"/>
                    </a:cubicBezTo>
                    <a:cubicBezTo>
                      <a:pt x="247026" y="299070"/>
                      <a:pt x="240828" y="287032"/>
                      <a:pt x="243450" y="299785"/>
                    </a:cubicBezTo>
                    <a:cubicBezTo>
                      <a:pt x="245595" y="308248"/>
                      <a:pt x="255369" y="303361"/>
                      <a:pt x="261210" y="303361"/>
                    </a:cubicBezTo>
                    <a:cubicBezTo>
                      <a:pt x="267051" y="303361"/>
                      <a:pt x="264667" y="315280"/>
                      <a:pt x="273963" y="316711"/>
                    </a:cubicBezTo>
                    <a:cubicBezTo>
                      <a:pt x="283261" y="318141"/>
                      <a:pt x="313655" y="326723"/>
                      <a:pt x="316396" y="320287"/>
                    </a:cubicBezTo>
                    <a:cubicBezTo>
                      <a:pt x="319138" y="313850"/>
                      <a:pt x="347624" y="320287"/>
                      <a:pt x="361808" y="331610"/>
                    </a:cubicBezTo>
                    <a:cubicBezTo>
                      <a:pt x="375992" y="342933"/>
                      <a:pt x="408532" y="343529"/>
                      <a:pt x="421404" y="341622"/>
                    </a:cubicBezTo>
                    <a:cubicBezTo>
                      <a:pt x="434277" y="339715"/>
                      <a:pt x="448342" y="350085"/>
                      <a:pt x="453348" y="342933"/>
                    </a:cubicBezTo>
                    <a:cubicBezTo>
                      <a:pt x="458354" y="335781"/>
                      <a:pt x="467532" y="354852"/>
                      <a:pt x="481716" y="343767"/>
                    </a:cubicBezTo>
                    <a:cubicBezTo>
                      <a:pt x="495900" y="332682"/>
                      <a:pt x="459069" y="337331"/>
                      <a:pt x="458235" y="328868"/>
                    </a:cubicBezTo>
                    <a:close/>
                    <a:moveTo>
                      <a:pt x="1015936" y="173918"/>
                    </a:moveTo>
                    <a:cubicBezTo>
                      <a:pt x="1005328" y="174633"/>
                      <a:pt x="1004017" y="192989"/>
                      <a:pt x="994720" y="192989"/>
                    </a:cubicBezTo>
                    <a:cubicBezTo>
                      <a:pt x="985423" y="192989"/>
                      <a:pt x="972789" y="212179"/>
                      <a:pt x="955744" y="217781"/>
                    </a:cubicBezTo>
                    <a:cubicBezTo>
                      <a:pt x="938700" y="223383"/>
                      <a:pt x="937985" y="168912"/>
                      <a:pt x="930237" y="158185"/>
                    </a:cubicBezTo>
                    <a:cubicBezTo>
                      <a:pt x="922490" y="147458"/>
                      <a:pt x="879938" y="138995"/>
                      <a:pt x="875647" y="151033"/>
                    </a:cubicBezTo>
                    <a:cubicBezTo>
                      <a:pt x="871356" y="163072"/>
                      <a:pt x="856576" y="156755"/>
                      <a:pt x="855146" y="166647"/>
                    </a:cubicBezTo>
                    <a:cubicBezTo>
                      <a:pt x="853715" y="176541"/>
                      <a:pt x="858602" y="173084"/>
                      <a:pt x="867899" y="173084"/>
                    </a:cubicBezTo>
                    <a:cubicBezTo>
                      <a:pt x="877196" y="173084"/>
                      <a:pt x="877077" y="180116"/>
                      <a:pt x="881368" y="189294"/>
                    </a:cubicBezTo>
                    <a:cubicBezTo>
                      <a:pt x="885659" y="198472"/>
                      <a:pt x="911047" y="192155"/>
                      <a:pt x="919629" y="191440"/>
                    </a:cubicBezTo>
                    <a:cubicBezTo>
                      <a:pt x="928211" y="190724"/>
                      <a:pt x="929522" y="203359"/>
                      <a:pt x="917483" y="198591"/>
                    </a:cubicBezTo>
                    <a:cubicBezTo>
                      <a:pt x="905445" y="193823"/>
                      <a:pt x="905564" y="204193"/>
                      <a:pt x="896863" y="202048"/>
                    </a:cubicBezTo>
                    <a:cubicBezTo>
                      <a:pt x="888162" y="199902"/>
                      <a:pt x="877077" y="200737"/>
                      <a:pt x="882679" y="205624"/>
                    </a:cubicBezTo>
                    <a:cubicBezTo>
                      <a:pt x="888282" y="210510"/>
                      <a:pt x="897578" y="215516"/>
                      <a:pt x="897578" y="226840"/>
                    </a:cubicBezTo>
                    <a:cubicBezTo>
                      <a:pt x="897578" y="238163"/>
                      <a:pt x="913907" y="236137"/>
                      <a:pt x="913907" y="226840"/>
                    </a:cubicBezTo>
                    <a:cubicBezTo>
                      <a:pt x="913907" y="217543"/>
                      <a:pt x="922370" y="229700"/>
                      <a:pt x="938700" y="233991"/>
                    </a:cubicBezTo>
                    <a:cubicBezTo>
                      <a:pt x="955029" y="238282"/>
                      <a:pt x="943706" y="244599"/>
                      <a:pt x="959916" y="245314"/>
                    </a:cubicBezTo>
                    <a:cubicBezTo>
                      <a:pt x="983802" y="248414"/>
                      <a:pt x="1006746" y="256531"/>
                      <a:pt x="1027260" y="269153"/>
                    </a:cubicBezTo>
                    <a:cubicBezTo>
                      <a:pt x="1041443" y="279761"/>
                      <a:pt x="1031550" y="286912"/>
                      <a:pt x="1040728" y="296806"/>
                    </a:cubicBezTo>
                    <a:cubicBezTo>
                      <a:pt x="1049906" y="306698"/>
                      <a:pt x="1052648" y="318141"/>
                      <a:pt x="1040013" y="318141"/>
                    </a:cubicBezTo>
                    <a:cubicBezTo>
                      <a:pt x="1027379" y="318141"/>
                      <a:pt x="1013791" y="330775"/>
                      <a:pt x="1017366" y="337212"/>
                    </a:cubicBezTo>
                    <a:cubicBezTo>
                      <a:pt x="1020943" y="343648"/>
                      <a:pt x="1062779" y="334351"/>
                      <a:pt x="1072672" y="334351"/>
                    </a:cubicBezTo>
                    <a:cubicBezTo>
                      <a:pt x="1079108" y="334351"/>
                      <a:pt x="1085664" y="346270"/>
                      <a:pt x="1098179" y="354256"/>
                    </a:cubicBezTo>
                    <a:lnTo>
                      <a:pt x="1098179" y="203120"/>
                    </a:lnTo>
                    <a:cubicBezTo>
                      <a:pt x="1067427" y="192870"/>
                      <a:pt x="1024638" y="173799"/>
                      <a:pt x="1015936" y="174395"/>
                    </a:cubicBezTo>
                    <a:close/>
                    <a:moveTo>
                      <a:pt x="709254" y="353422"/>
                    </a:moveTo>
                    <a:cubicBezTo>
                      <a:pt x="706870" y="355031"/>
                      <a:pt x="704200" y="356163"/>
                      <a:pt x="701387" y="356759"/>
                    </a:cubicBezTo>
                    <a:cubicBezTo>
                      <a:pt x="700756" y="359286"/>
                      <a:pt x="699576" y="361646"/>
                      <a:pt x="697931" y="363672"/>
                    </a:cubicBezTo>
                    <a:cubicBezTo>
                      <a:pt x="695905" y="365222"/>
                      <a:pt x="692448" y="362123"/>
                      <a:pt x="690064" y="359262"/>
                    </a:cubicBezTo>
                    <a:cubicBezTo>
                      <a:pt x="676357" y="364984"/>
                      <a:pt x="669206" y="381432"/>
                      <a:pt x="678145" y="386438"/>
                    </a:cubicBezTo>
                    <a:cubicBezTo>
                      <a:pt x="687085" y="391444"/>
                      <a:pt x="700672" y="378333"/>
                      <a:pt x="708301" y="369274"/>
                    </a:cubicBezTo>
                    <a:lnTo>
                      <a:pt x="711519" y="365222"/>
                    </a:lnTo>
                    <a:cubicBezTo>
                      <a:pt x="712174" y="364364"/>
                      <a:pt x="712985" y="363637"/>
                      <a:pt x="713903" y="363077"/>
                    </a:cubicBezTo>
                    <a:lnTo>
                      <a:pt x="716286" y="361408"/>
                    </a:lnTo>
                    <a:cubicBezTo>
                      <a:pt x="714236" y="358642"/>
                      <a:pt x="711876" y="356116"/>
                      <a:pt x="709254" y="353898"/>
                    </a:cubicBezTo>
                    <a:close/>
                    <a:moveTo>
                      <a:pt x="512110" y="171057"/>
                    </a:moveTo>
                    <a:cubicBezTo>
                      <a:pt x="523803" y="162738"/>
                      <a:pt x="529381" y="148232"/>
                      <a:pt x="526294" y="134227"/>
                    </a:cubicBezTo>
                    <a:cubicBezTo>
                      <a:pt x="524863" y="120043"/>
                      <a:pt x="557523" y="119328"/>
                      <a:pt x="562052" y="113607"/>
                    </a:cubicBezTo>
                    <a:cubicBezTo>
                      <a:pt x="566581" y="107886"/>
                      <a:pt x="555019" y="98827"/>
                      <a:pt x="545841" y="94536"/>
                    </a:cubicBezTo>
                    <a:cubicBezTo>
                      <a:pt x="536664" y="90245"/>
                      <a:pt x="544411" y="81067"/>
                      <a:pt x="537975" y="75346"/>
                    </a:cubicBezTo>
                    <a:cubicBezTo>
                      <a:pt x="531538" y="69625"/>
                      <a:pt x="521050" y="54845"/>
                      <a:pt x="530227" y="54130"/>
                    </a:cubicBezTo>
                    <a:cubicBezTo>
                      <a:pt x="539405" y="53415"/>
                      <a:pt x="523791" y="40661"/>
                      <a:pt x="531657" y="36370"/>
                    </a:cubicBezTo>
                    <a:lnTo>
                      <a:pt x="535234" y="34582"/>
                    </a:lnTo>
                    <a:cubicBezTo>
                      <a:pt x="531550" y="32544"/>
                      <a:pt x="527497" y="31245"/>
                      <a:pt x="523314" y="30768"/>
                    </a:cubicBezTo>
                    <a:cubicBezTo>
                      <a:pt x="511395" y="30768"/>
                      <a:pt x="485053" y="27907"/>
                      <a:pt x="486484" y="46263"/>
                    </a:cubicBezTo>
                    <a:cubicBezTo>
                      <a:pt x="487914" y="64619"/>
                      <a:pt x="470869" y="58182"/>
                      <a:pt x="472300" y="67599"/>
                    </a:cubicBezTo>
                    <a:cubicBezTo>
                      <a:pt x="473730" y="77015"/>
                      <a:pt x="463837" y="77492"/>
                      <a:pt x="465267" y="90245"/>
                    </a:cubicBezTo>
                    <a:cubicBezTo>
                      <a:pt x="466698" y="102999"/>
                      <a:pt x="458235" y="97397"/>
                      <a:pt x="444051" y="104429"/>
                    </a:cubicBezTo>
                    <a:cubicBezTo>
                      <a:pt x="429867" y="111461"/>
                      <a:pt x="435469" y="100138"/>
                      <a:pt x="421285" y="100138"/>
                    </a:cubicBezTo>
                    <a:cubicBezTo>
                      <a:pt x="407102" y="100138"/>
                      <a:pt x="405790" y="107290"/>
                      <a:pt x="397446" y="110150"/>
                    </a:cubicBezTo>
                    <a:cubicBezTo>
                      <a:pt x="389104" y="113011"/>
                      <a:pt x="371940" y="108720"/>
                      <a:pt x="366337" y="112892"/>
                    </a:cubicBezTo>
                    <a:cubicBezTo>
                      <a:pt x="360736" y="117063"/>
                      <a:pt x="352154" y="102999"/>
                      <a:pt x="346433" y="102999"/>
                    </a:cubicBezTo>
                    <a:cubicBezTo>
                      <a:pt x="343572" y="102999"/>
                      <a:pt x="341069" y="95251"/>
                      <a:pt x="339281" y="87742"/>
                    </a:cubicBezTo>
                    <a:lnTo>
                      <a:pt x="336539" y="87742"/>
                    </a:lnTo>
                    <a:cubicBezTo>
                      <a:pt x="327362" y="88457"/>
                      <a:pt x="312701" y="112773"/>
                      <a:pt x="320925" y="121116"/>
                    </a:cubicBezTo>
                    <a:cubicBezTo>
                      <a:pt x="329149" y="129459"/>
                      <a:pt x="328792" y="146623"/>
                      <a:pt x="333679" y="154371"/>
                    </a:cubicBezTo>
                    <a:cubicBezTo>
                      <a:pt x="338566" y="162118"/>
                      <a:pt x="354299" y="163549"/>
                      <a:pt x="354299" y="178209"/>
                    </a:cubicBezTo>
                    <a:cubicBezTo>
                      <a:pt x="354299" y="192870"/>
                      <a:pt x="367648" y="216470"/>
                      <a:pt x="376946" y="210153"/>
                    </a:cubicBezTo>
                    <a:cubicBezTo>
                      <a:pt x="386243" y="203835"/>
                      <a:pt x="393156" y="213013"/>
                      <a:pt x="396016" y="219331"/>
                    </a:cubicBezTo>
                    <a:cubicBezTo>
                      <a:pt x="398877" y="225648"/>
                      <a:pt x="420808" y="214324"/>
                      <a:pt x="427960" y="215755"/>
                    </a:cubicBezTo>
                    <a:cubicBezTo>
                      <a:pt x="435112" y="217185"/>
                      <a:pt x="456924" y="221476"/>
                      <a:pt x="458474" y="229938"/>
                    </a:cubicBezTo>
                    <a:cubicBezTo>
                      <a:pt x="460023" y="238401"/>
                      <a:pt x="479690" y="229223"/>
                      <a:pt x="493158" y="224336"/>
                    </a:cubicBezTo>
                    <a:cubicBezTo>
                      <a:pt x="506627" y="219449"/>
                      <a:pt x="499357" y="179282"/>
                      <a:pt x="512110" y="171534"/>
                    </a:cubicBezTo>
                    <a:close/>
                    <a:moveTo>
                      <a:pt x="565270" y="369394"/>
                    </a:moveTo>
                    <a:cubicBezTo>
                      <a:pt x="569560" y="375830"/>
                      <a:pt x="581599" y="375830"/>
                      <a:pt x="586606" y="380121"/>
                    </a:cubicBezTo>
                    <a:cubicBezTo>
                      <a:pt x="591611" y="384412"/>
                      <a:pt x="609252" y="393590"/>
                      <a:pt x="609252" y="381551"/>
                    </a:cubicBezTo>
                    <a:cubicBezTo>
                      <a:pt x="609252" y="369513"/>
                      <a:pt x="560621" y="362838"/>
                      <a:pt x="565270" y="369871"/>
                    </a:cubicBezTo>
                    <a:close/>
                    <a:moveTo>
                      <a:pt x="529512" y="334709"/>
                    </a:moveTo>
                    <a:cubicBezTo>
                      <a:pt x="526651" y="341145"/>
                      <a:pt x="514613" y="342456"/>
                      <a:pt x="507581" y="337569"/>
                    </a:cubicBezTo>
                    <a:cubicBezTo>
                      <a:pt x="500548" y="332682"/>
                      <a:pt x="491728" y="344244"/>
                      <a:pt x="495662" y="350323"/>
                    </a:cubicBezTo>
                    <a:cubicBezTo>
                      <a:pt x="504839" y="359405"/>
                      <a:pt x="518737" y="361694"/>
                      <a:pt x="530346" y="356044"/>
                    </a:cubicBezTo>
                    <a:cubicBezTo>
                      <a:pt x="548106" y="347462"/>
                      <a:pt x="560144" y="355210"/>
                      <a:pt x="564316" y="346032"/>
                    </a:cubicBezTo>
                    <a:cubicBezTo>
                      <a:pt x="568488" y="336854"/>
                      <a:pt x="532730" y="328868"/>
                      <a:pt x="529870" y="335186"/>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80" name="Freeform: Shape 179">
                <a:extLst>
                  <a:ext uri="{FF2B5EF4-FFF2-40B4-BE49-F238E27FC236}">
                    <a16:creationId xmlns:a16="http://schemas.microsoft.com/office/drawing/2014/main" id="{1C657B4A-1F3B-4D52-93FD-53EA2314C92E}"/>
                  </a:ext>
                </a:extLst>
              </p:cNvPr>
              <p:cNvSpPr/>
              <p:nvPr/>
            </p:nvSpPr>
            <p:spPr>
              <a:xfrm>
                <a:off x="7213292" y="8822168"/>
                <a:ext cx="77346" cy="27672"/>
              </a:xfrm>
              <a:custGeom>
                <a:avLst/>
                <a:gdLst>
                  <a:gd name="connsiteX0" fmla="*/ 7747 w 77346"/>
                  <a:gd name="connsiteY0" fmla="*/ 20941 h 27672"/>
                  <a:gd name="connsiteX1" fmla="*/ 0 w 77346"/>
                  <a:gd name="connsiteY1" fmla="*/ 22848 h 27672"/>
                  <a:gd name="connsiteX2" fmla="*/ 7866 w 77346"/>
                  <a:gd name="connsiteY2" fmla="*/ 27258 h 27672"/>
                  <a:gd name="connsiteX3" fmla="*/ 11323 w 77346"/>
                  <a:gd name="connsiteY3" fmla="*/ 20345 h 27672"/>
                  <a:gd name="connsiteX4" fmla="*/ 8105 w 77346"/>
                  <a:gd name="connsiteY4" fmla="*/ 20941 h 27672"/>
                  <a:gd name="connsiteX5" fmla="*/ 41717 w 77346"/>
                  <a:gd name="connsiteY5" fmla="*/ 2585 h 27672"/>
                  <a:gd name="connsiteX6" fmla="*/ 21216 w 77346"/>
                  <a:gd name="connsiteY6" fmla="*/ 15577 h 27672"/>
                  <a:gd name="connsiteX7" fmla="*/ 19190 w 77346"/>
                  <a:gd name="connsiteY7" fmla="*/ 17008 h 27672"/>
                  <a:gd name="connsiteX8" fmla="*/ 26699 w 77346"/>
                  <a:gd name="connsiteY8" fmla="*/ 24994 h 27672"/>
                  <a:gd name="connsiteX9" fmla="*/ 77236 w 77346"/>
                  <a:gd name="connsiteY9" fmla="*/ 1870 h 27672"/>
                  <a:gd name="connsiteX10" fmla="*/ 41479 w 77346"/>
                  <a:gd name="connsiteY10" fmla="*/ 2585 h 2767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Lst>
                <a:rect l="l" t="t" r="r" b="b"/>
                <a:pathLst>
                  <a:path w="77346" h="27672">
                    <a:moveTo>
                      <a:pt x="7747" y="20941"/>
                    </a:moveTo>
                    <a:cubicBezTo>
                      <a:pt x="5090" y="21191"/>
                      <a:pt x="2479" y="21835"/>
                      <a:pt x="0" y="22848"/>
                    </a:cubicBezTo>
                    <a:cubicBezTo>
                      <a:pt x="2383" y="25709"/>
                      <a:pt x="5840" y="28808"/>
                      <a:pt x="7866" y="27258"/>
                    </a:cubicBezTo>
                    <a:cubicBezTo>
                      <a:pt x="9511" y="25232"/>
                      <a:pt x="10691" y="22872"/>
                      <a:pt x="11323" y="20345"/>
                    </a:cubicBezTo>
                    <a:lnTo>
                      <a:pt x="8105" y="20941"/>
                    </a:lnTo>
                    <a:close/>
                    <a:moveTo>
                      <a:pt x="41717" y="2585"/>
                    </a:moveTo>
                    <a:cubicBezTo>
                      <a:pt x="32181" y="2585"/>
                      <a:pt x="28368" y="9975"/>
                      <a:pt x="21216" y="15577"/>
                    </a:cubicBezTo>
                    <a:lnTo>
                      <a:pt x="19190" y="17008"/>
                    </a:lnTo>
                    <a:cubicBezTo>
                      <a:pt x="22015" y="19344"/>
                      <a:pt x="24541" y="22026"/>
                      <a:pt x="26699" y="24994"/>
                    </a:cubicBezTo>
                    <a:cubicBezTo>
                      <a:pt x="40406" y="16889"/>
                      <a:pt x="75330" y="6757"/>
                      <a:pt x="77236" y="1870"/>
                    </a:cubicBezTo>
                    <a:cubicBezTo>
                      <a:pt x="79143" y="-3017"/>
                      <a:pt x="55901" y="3301"/>
                      <a:pt x="41479" y="2585"/>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81" name="Freeform: Shape 180">
                <a:extLst>
                  <a:ext uri="{FF2B5EF4-FFF2-40B4-BE49-F238E27FC236}">
                    <a16:creationId xmlns:a16="http://schemas.microsoft.com/office/drawing/2014/main" id="{A3611442-147A-4C6E-AF01-0A919456CFD0}"/>
                  </a:ext>
                </a:extLst>
              </p:cNvPr>
              <p:cNvSpPr/>
              <p:nvPr/>
            </p:nvSpPr>
            <p:spPr>
              <a:xfrm>
                <a:off x="4703458" y="7497308"/>
                <a:ext cx="28963" cy="37903"/>
              </a:xfrm>
              <a:custGeom>
                <a:avLst/>
                <a:gdLst>
                  <a:gd name="connsiteX0" fmla="*/ 10250 w 28963"/>
                  <a:gd name="connsiteY0" fmla="*/ 0 h 37903"/>
                  <a:gd name="connsiteX1" fmla="*/ 1073 w 28963"/>
                  <a:gd name="connsiteY1" fmla="*/ 17760 h 37903"/>
                  <a:gd name="connsiteX2" fmla="*/ 0 w 28963"/>
                  <a:gd name="connsiteY2" fmla="*/ 25269 h 37903"/>
                  <a:gd name="connsiteX3" fmla="*/ 16925 w 28963"/>
                  <a:gd name="connsiteY3" fmla="*/ 37188 h 37903"/>
                  <a:gd name="connsiteX4" fmla="*/ 18236 w 28963"/>
                  <a:gd name="connsiteY4" fmla="*/ 37903 h 37903"/>
                  <a:gd name="connsiteX5" fmla="*/ 28964 w 28963"/>
                  <a:gd name="connsiteY5" fmla="*/ 20978 h 37903"/>
                  <a:gd name="connsiteX6" fmla="*/ 10250 w 28963"/>
                  <a:gd name="connsiteY6" fmla="*/ 0 h 3790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Lst>
                <a:rect l="l" t="t" r="r" b="b"/>
                <a:pathLst>
                  <a:path w="28963" h="37903">
                    <a:moveTo>
                      <a:pt x="10250" y="0"/>
                    </a:moveTo>
                    <a:cubicBezTo>
                      <a:pt x="5757" y="5066"/>
                      <a:pt x="2598" y="11168"/>
                      <a:pt x="1073" y="17760"/>
                    </a:cubicBezTo>
                    <a:cubicBezTo>
                      <a:pt x="1108" y="20298"/>
                      <a:pt x="739" y="22837"/>
                      <a:pt x="0" y="25269"/>
                    </a:cubicBezTo>
                    <a:cubicBezTo>
                      <a:pt x="5328" y="29667"/>
                      <a:pt x="10990" y="33648"/>
                      <a:pt x="16925" y="37188"/>
                    </a:cubicBezTo>
                    <a:lnTo>
                      <a:pt x="18236" y="37903"/>
                    </a:lnTo>
                    <a:cubicBezTo>
                      <a:pt x="19667" y="30037"/>
                      <a:pt x="25030" y="21931"/>
                      <a:pt x="28964" y="20978"/>
                    </a:cubicBezTo>
                    <a:cubicBezTo>
                      <a:pt x="23481" y="14780"/>
                      <a:pt x="15376" y="5244"/>
                      <a:pt x="10250" y="0"/>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sp>
            <p:nvSpPr>
              <p:cNvPr id="182" name="Freeform: Shape 181">
                <a:extLst>
                  <a:ext uri="{FF2B5EF4-FFF2-40B4-BE49-F238E27FC236}">
                    <a16:creationId xmlns:a16="http://schemas.microsoft.com/office/drawing/2014/main" id="{E5F81026-15FE-4A8D-8932-701603D59EC9}"/>
                  </a:ext>
                </a:extLst>
              </p:cNvPr>
              <p:cNvSpPr/>
              <p:nvPr/>
            </p:nvSpPr>
            <p:spPr>
              <a:xfrm>
                <a:off x="4710013" y="7411728"/>
                <a:ext cx="96265" cy="119788"/>
              </a:xfrm>
              <a:custGeom>
                <a:avLst/>
                <a:gdLst>
                  <a:gd name="connsiteX0" fmla="*/ 87607 w 96265"/>
                  <a:gd name="connsiteY0" fmla="*/ 79859 h 119788"/>
                  <a:gd name="connsiteX1" fmla="*/ 86510 w 96265"/>
                  <a:gd name="connsiteY1" fmla="*/ 64388 h 119788"/>
                  <a:gd name="connsiteX2" fmla="*/ 87607 w 96265"/>
                  <a:gd name="connsiteY2" fmla="*/ 63291 h 119788"/>
                  <a:gd name="connsiteX3" fmla="*/ 87607 w 96265"/>
                  <a:gd name="connsiteY3" fmla="*/ 50537 h 119788"/>
                  <a:gd name="connsiteX4" fmla="*/ 61026 w 96265"/>
                  <a:gd name="connsiteY4" fmla="*/ 42552 h 119788"/>
                  <a:gd name="connsiteX5" fmla="*/ 57808 w 96265"/>
                  <a:gd name="connsiteY5" fmla="*/ 27772 h 119788"/>
                  <a:gd name="connsiteX6" fmla="*/ 49787 w 96265"/>
                  <a:gd name="connsiteY6" fmla="*/ 20310 h 119788"/>
                  <a:gd name="connsiteX7" fmla="*/ 49822 w 96265"/>
                  <a:gd name="connsiteY7" fmla="*/ 19190 h 119788"/>
                  <a:gd name="connsiteX8" fmla="*/ 41360 w 96265"/>
                  <a:gd name="connsiteY8" fmla="*/ 5364 h 119788"/>
                  <a:gd name="connsiteX9" fmla="*/ 41956 w 96265"/>
                  <a:gd name="connsiteY9" fmla="*/ 4291 h 119788"/>
                  <a:gd name="connsiteX10" fmla="*/ 35281 w 96265"/>
                  <a:gd name="connsiteY10" fmla="*/ 3218 h 119788"/>
                  <a:gd name="connsiteX11" fmla="*/ 25030 w 96265"/>
                  <a:gd name="connsiteY11" fmla="*/ 0 h 119788"/>
                  <a:gd name="connsiteX12" fmla="*/ 0 w 96265"/>
                  <a:gd name="connsiteY12" fmla="*/ 7986 h 119788"/>
                  <a:gd name="connsiteX13" fmla="*/ 6317 w 96265"/>
                  <a:gd name="connsiteY13" fmla="*/ 22408 h 119788"/>
                  <a:gd name="connsiteX14" fmla="*/ 13826 w 96265"/>
                  <a:gd name="connsiteY14" fmla="*/ 39572 h 119788"/>
                  <a:gd name="connsiteX15" fmla="*/ 12039 w 96265"/>
                  <a:gd name="connsiteY15" fmla="*/ 76760 h 119788"/>
                  <a:gd name="connsiteX16" fmla="*/ 3099 w 96265"/>
                  <a:gd name="connsiteY16" fmla="*/ 85580 h 119788"/>
                  <a:gd name="connsiteX17" fmla="*/ 21812 w 96265"/>
                  <a:gd name="connsiteY17" fmla="*/ 107154 h 119788"/>
                  <a:gd name="connsiteX18" fmla="*/ 22646 w 96265"/>
                  <a:gd name="connsiteY18" fmla="*/ 107154 h 119788"/>
                  <a:gd name="connsiteX19" fmla="*/ 44816 w 96265"/>
                  <a:gd name="connsiteY19" fmla="*/ 119788 h 119788"/>
                  <a:gd name="connsiteX20" fmla="*/ 86057 w 96265"/>
                  <a:gd name="connsiteY20" fmla="*/ 112279 h 119788"/>
                  <a:gd name="connsiteX21" fmla="*/ 86057 w 96265"/>
                  <a:gd name="connsiteY21" fmla="*/ 105008 h 119788"/>
                  <a:gd name="connsiteX22" fmla="*/ 94043 w 96265"/>
                  <a:gd name="connsiteY22" fmla="*/ 95473 h 119788"/>
                  <a:gd name="connsiteX23" fmla="*/ 87607 w 96265"/>
                  <a:gd name="connsiteY23" fmla="*/ 79859 h 11978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Lst>
                <a:rect l="l" t="t" r="r" b="b"/>
                <a:pathLst>
                  <a:path w="96265" h="119788">
                    <a:moveTo>
                      <a:pt x="87607" y="79859"/>
                    </a:moveTo>
                    <a:cubicBezTo>
                      <a:pt x="83029" y="75890"/>
                      <a:pt x="82541" y="68965"/>
                      <a:pt x="86510" y="64388"/>
                    </a:cubicBezTo>
                    <a:cubicBezTo>
                      <a:pt x="86844" y="63994"/>
                      <a:pt x="87213" y="63637"/>
                      <a:pt x="87607" y="63291"/>
                    </a:cubicBezTo>
                    <a:cubicBezTo>
                      <a:pt x="92493" y="60073"/>
                      <a:pt x="87607" y="55901"/>
                      <a:pt x="87607" y="50537"/>
                    </a:cubicBezTo>
                    <a:cubicBezTo>
                      <a:pt x="87607" y="45174"/>
                      <a:pt x="64721" y="43624"/>
                      <a:pt x="61026" y="42552"/>
                    </a:cubicBezTo>
                    <a:cubicBezTo>
                      <a:pt x="57332" y="41479"/>
                      <a:pt x="63649" y="27772"/>
                      <a:pt x="57808" y="27772"/>
                    </a:cubicBezTo>
                    <a:cubicBezTo>
                      <a:pt x="53529" y="27927"/>
                      <a:pt x="49942" y="24589"/>
                      <a:pt x="49787" y="20310"/>
                    </a:cubicBezTo>
                    <a:cubicBezTo>
                      <a:pt x="49763" y="19941"/>
                      <a:pt x="49787" y="19559"/>
                      <a:pt x="49822" y="19190"/>
                    </a:cubicBezTo>
                    <a:cubicBezTo>
                      <a:pt x="49822" y="15018"/>
                      <a:pt x="40883" y="8105"/>
                      <a:pt x="41360" y="5364"/>
                    </a:cubicBezTo>
                    <a:cubicBezTo>
                      <a:pt x="41515" y="4982"/>
                      <a:pt x="41717" y="4625"/>
                      <a:pt x="41956" y="4291"/>
                    </a:cubicBezTo>
                    <a:lnTo>
                      <a:pt x="35281" y="3218"/>
                    </a:lnTo>
                    <a:cubicBezTo>
                      <a:pt x="31801" y="2348"/>
                      <a:pt x="28380" y="1275"/>
                      <a:pt x="25030" y="0"/>
                    </a:cubicBezTo>
                    <a:lnTo>
                      <a:pt x="0" y="7986"/>
                    </a:lnTo>
                    <a:cubicBezTo>
                      <a:pt x="715" y="14184"/>
                      <a:pt x="2384" y="20978"/>
                      <a:pt x="6317" y="22408"/>
                    </a:cubicBezTo>
                    <a:cubicBezTo>
                      <a:pt x="13826" y="25269"/>
                      <a:pt x="11085" y="32897"/>
                      <a:pt x="13826" y="39572"/>
                    </a:cubicBezTo>
                    <a:cubicBezTo>
                      <a:pt x="16568" y="46247"/>
                      <a:pt x="15733" y="76760"/>
                      <a:pt x="12039" y="76760"/>
                    </a:cubicBezTo>
                    <a:cubicBezTo>
                      <a:pt x="10370" y="76760"/>
                      <a:pt x="6675" y="80693"/>
                      <a:pt x="3099" y="85580"/>
                    </a:cubicBezTo>
                    <a:cubicBezTo>
                      <a:pt x="8224" y="90825"/>
                      <a:pt x="16329" y="100360"/>
                      <a:pt x="21812" y="107154"/>
                    </a:cubicBezTo>
                    <a:lnTo>
                      <a:pt x="22646" y="107154"/>
                    </a:lnTo>
                    <a:cubicBezTo>
                      <a:pt x="30585" y="110336"/>
                      <a:pt x="38034" y="114580"/>
                      <a:pt x="44816" y="119788"/>
                    </a:cubicBezTo>
                    <a:cubicBezTo>
                      <a:pt x="44816" y="119788"/>
                      <a:pt x="69489" y="114663"/>
                      <a:pt x="86057" y="112279"/>
                    </a:cubicBezTo>
                    <a:cubicBezTo>
                      <a:pt x="86272" y="109860"/>
                      <a:pt x="86272" y="107428"/>
                      <a:pt x="86057" y="105008"/>
                    </a:cubicBezTo>
                    <a:cubicBezTo>
                      <a:pt x="85997" y="100288"/>
                      <a:pt x="89394" y="96236"/>
                      <a:pt x="94043" y="95473"/>
                    </a:cubicBezTo>
                    <a:cubicBezTo>
                      <a:pt x="99883" y="95235"/>
                      <a:pt x="92970" y="84626"/>
                      <a:pt x="87607" y="79859"/>
                    </a:cubicBezTo>
                    <a:close/>
                  </a:path>
                </a:pathLst>
              </a:custGeom>
              <a:grpFill/>
              <a:ln w="127" cap="flat">
                <a:solidFill>
                  <a:schemeClr val="bg1"/>
                </a:solidFill>
                <a:prstDash val="solid"/>
                <a:miter/>
              </a:ln>
            </p:spPr>
            <p:txBody>
              <a:bodyPr rtlCol="0" anchor="ctr"/>
              <a:lstStyle/>
              <a:p>
                <a:pPr marL="0" marR="0" lvl="0" indent="0" algn="l" defTabSz="685783" rtl="0" eaLnBrk="1" fontAlgn="auto" latinLnBrk="0" hangingPunct="1">
                  <a:lnSpc>
                    <a:spcPct val="100000"/>
                  </a:lnSpc>
                  <a:spcBef>
                    <a:spcPts val="0"/>
                  </a:spcBef>
                  <a:spcAft>
                    <a:spcPts val="0"/>
                  </a:spcAft>
                  <a:buClrTx/>
                  <a:buSzTx/>
                  <a:buFontTx/>
                  <a:buNone/>
                  <a:tabLst/>
                  <a:defRPr/>
                </a:pPr>
                <a:endParaRPr kumimoji="0" lang="en-US" sz="1800" b="0" i="0" u="none" strike="noStrike" kern="1200" cap="none" spc="0" normalizeH="0" baseline="0" noProof="0">
                  <a:ln>
                    <a:noFill/>
                  </a:ln>
                  <a:solidFill>
                    <a:srgbClr val="222222"/>
                  </a:solidFill>
                  <a:effectLst/>
                  <a:uLnTx/>
                  <a:uFillTx/>
                  <a:latin typeface="Calibri"/>
                  <a:ea typeface="+mn-ea"/>
                  <a:cs typeface="+mn-cs"/>
                </a:endParaRPr>
              </a:p>
            </p:txBody>
          </p:sp>
        </p:grpSp>
      </p:grpSp>
      <p:sp>
        <p:nvSpPr>
          <p:cNvPr id="3" name="Title 2"/>
          <p:cNvSpPr>
            <a:spLocks noGrp="1"/>
          </p:cNvSpPr>
          <p:nvPr>
            <p:ph type="title"/>
          </p:nvPr>
        </p:nvSpPr>
        <p:spPr/>
        <p:txBody>
          <a:bodyPr/>
          <a:lstStyle/>
          <a:p>
            <a:r>
              <a:rPr lang="en-GB"/>
              <a:t>BPM Delivery </a:t>
            </a:r>
            <a:r>
              <a:rPr lang="en-GB" err="1"/>
              <a:t>Centers</a:t>
            </a:r>
            <a:r>
              <a:rPr lang="en-GB"/>
              <a:t> &amp; Headcount</a:t>
            </a:r>
            <a:endParaRPr lang="en-GB">
              <a:solidFill>
                <a:srgbClr val="FF0000"/>
              </a:solidFill>
            </a:endParaRPr>
          </a:p>
        </p:txBody>
      </p:sp>
      <p:cxnSp>
        <p:nvCxnSpPr>
          <p:cNvPr id="399" name="Elbow Connector 398"/>
          <p:cNvCxnSpPr/>
          <p:nvPr/>
        </p:nvCxnSpPr>
        <p:spPr>
          <a:xfrm rot="16200000" flipV="1">
            <a:off x="6839801" y="2300854"/>
            <a:ext cx="92823" cy="17420"/>
          </a:xfrm>
          <a:prstGeom prst="bentConnector3">
            <a:avLst>
              <a:gd name="adj1" fmla="val 50000"/>
            </a:avLst>
          </a:prstGeom>
          <a:ln w="12700" cmpd="sng">
            <a:solidFill>
              <a:schemeClr val="bg1"/>
            </a:solidFill>
            <a:tailEnd type="oval" w="sm" len="sm"/>
          </a:ln>
          <a:effectLst/>
        </p:spPr>
        <p:style>
          <a:lnRef idx="2">
            <a:schemeClr val="accent1"/>
          </a:lnRef>
          <a:fillRef idx="0">
            <a:schemeClr val="accent1"/>
          </a:fillRef>
          <a:effectRef idx="1">
            <a:schemeClr val="accent1"/>
          </a:effectRef>
          <a:fontRef idx="minor">
            <a:schemeClr val="tx1"/>
          </a:fontRef>
        </p:style>
      </p:cxnSp>
      <p:sp>
        <p:nvSpPr>
          <p:cNvPr id="38" name="Oval 37">
            <a:extLst>
              <a:ext uri="{FF2B5EF4-FFF2-40B4-BE49-F238E27FC236}">
                <a16:creationId xmlns:a16="http://schemas.microsoft.com/office/drawing/2014/main" id="{E65CB180-2E7E-4887-BBE6-E2A1BF71E855}"/>
              </a:ext>
            </a:extLst>
          </p:cNvPr>
          <p:cNvSpPr/>
          <p:nvPr/>
        </p:nvSpPr>
        <p:spPr>
          <a:xfrm>
            <a:off x="2576350" y="2192115"/>
            <a:ext cx="445808" cy="445808"/>
          </a:xfrm>
          <a:prstGeom prst="ellipse">
            <a:avLst/>
          </a:prstGeom>
          <a:solidFill>
            <a:schemeClr val="accent3">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68576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a:ea typeface="+mn-ea"/>
                <a:cs typeface="+mn-cs"/>
              </a:rPr>
              <a:t>US</a:t>
            </a:r>
          </a:p>
        </p:txBody>
      </p:sp>
      <p:sp>
        <p:nvSpPr>
          <p:cNvPr id="40" name="Oval 39">
            <a:extLst>
              <a:ext uri="{FF2B5EF4-FFF2-40B4-BE49-F238E27FC236}">
                <a16:creationId xmlns:a16="http://schemas.microsoft.com/office/drawing/2014/main" id="{88538911-EBFC-465C-BDC7-100D0BC0B1D1}"/>
              </a:ext>
            </a:extLst>
          </p:cNvPr>
          <p:cNvSpPr/>
          <p:nvPr/>
        </p:nvSpPr>
        <p:spPr>
          <a:xfrm>
            <a:off x="4849263" y="1028809"/>
            <a:ext cx="882519" cy="870597"/>
          </a:xfrm>
          <a:prstGeom prst="ellipse">
            <a:avLst/>
          </a:prstGeom>
          <a:solidFill>
            <a:schemeClr val="accent3">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68576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a:ea typeface="+mn-ea"/>
                <a:cs typeface="+mn-cs"/>
              </a:rPr>
              <a:t>BY</a:t>
            </a:r>
          </a:p>
        </p:txBody>
      </p:sp>
      <p:sp>
        <p:nvSpPr>
          <p:cNvPr id="41" name="Oval 40">
            <a:extLst>
              <a:ext uri="{FF2B5EF4-FFF2-40B4-BE49-F238E27FC236}">
                <a16:creationId xmlns:a16="http://schemas.microsoft.com/office/drawing/2014/main" id="{C53E458B-BB2C-4081-B388-D77AA52E19F7}"/>
              </a:ext>
            </a:extLst>
          </p:cNvPr>
          <p:cNvSpPr/>
          <p:nvPr/>
        </p:nvSpPr>
        <p:spPr>
          <a:xfrm>
            <a:off x="5250565" y="1423811"/>
            <a:ext cx="834091" cy="834091"/>
          </a:xfrm>
          <a:prstGeom prst="ellipse">
            <a:avLst/>
          </a:prstGeom>
          <a:solidFill>
            <a:schemeClr val="accent3">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68576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a:ea typeface="+mn-ea"/>
                <a:cs typeface="+mn-cs"/>
              </a:rPr>
              <a:t>UA</a:t>
            </a:r>
          </a:p>
        </p:txBody>
      </p:sp>
      <p:sp>
        <p:nvSpPr>
          <p:cNvPr id="42" name="Oval 41">
            <a:extLst>
              <a:ext uri="{FF2B5EF4-FFF2-40B4-BE49-F238E27FC236}">
                <a16:creationId xmlns:a16="http://schemas.microsoft.com/office/drawing/2014/main" id="{C5DAC602-5501-46B1-BEC4-594475A859D5}"/>
              </a:ext>
            </a:extLst>
          </p:cNvPr>
          <p:cNvSpPr/>
          <p:nvPr/>
        </p:nvSpPr>
        <p:spPr>
          <a:xfrm>
            <a:off x="4349154" y="1483464"/>
            <a:ext cx="960120" cy="960120"/>
          </a:xfrm>
          <a:prstGeom prst="ellipse">
            <a:avLst/>
          </a:prstGeom>
          <a:solidFill>
            <a:schemeClr val="accent3">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68576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a:ea typeface="+mn-ea"/>
                <a:cs typeface="+mn-cs"/>
              </a:rPr>
              <a:t>PL</a:t>
            </a:r>
          </a:p>
        </p:txBody>
      </p:sp>
      <p:sp>
        <p:nvSpPr>
          <p:cNvPr id="45" name="Oval 44">
            <a:extLst>
              <a:ext uri="{FF2B5EF4-FFF2-40B4-BE49-F238E27FC236}">
                <a16:creationId xmlns:a16="http://schemas.microsoft.com/office/drawing/2014/main" id="{EDFD8F34-FB65-4A48-8117-1B2B5CA8255B}"/>
              </a:ext>
            </a:extLst>
          </p:cNvPr>
          <p:cNvSpPr/>
          <p:nvPr/>
        </p:nvSpPr>
        <p:spPr>
          <a:xfrm>
            <a:off x="6439392" y="1018696"/>
            <a:ext cx="898499" cy="898499"/>
          </a:xfrm>
          <a:prstGeom prst="ellipse">
            <a:avLst/>
          </a:prstGeom>
          <a:solidFill>
            <a:schemeClr val="accent3">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68576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a:ea typeface="+mn-ea"/>
                <a:cs typeface="+mn-cs"/>
              </a:rPr>
              <a:t>RU</a:t>
            </a:r>
          </a:p>
        </p:txBody>
      </p:sp>
      <p:sp>
        <p:nvSpPr>
          <p:cNvPr id="47" name="Oval 46">
            <a:extLst>
              <a:ext uri="{FF2B5EF4-FFF2-40B4-BE49-F238E27FC236}">
                <a16:creationId xmlns:a16="http://schemas.microsoft.com/office/drawing/2014/main" id="{15B2330B-4EFB-4DA2-B2D6-9924659C75FC}"/>
              </a:ext>
            </a:extLst>
          </p:cNvPr>
          <p:cNvSpPr/>
          <p:nvPr/>
        </p:nvSpPr>
        <p:spPr>
          <a:xfrm>
            <a:off x="5987039" y="2662802"/>
            <a:ext cx="960120" cy="960120"/>
          </a:xfrm>
          <a:prstGeom prst="ellipse">
            <a:avLst/>
          </a:prstGeom>
          <a:solidFill>
            <a:schemeClr val="accent3">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685766" rtl="0" eaLnBrk="1" fontAlgn="auto" latinLnBrk="0" hangingPunct="1">
              <a:lnSpc>
                <a:spcPct val="100000"/>
              </a:lnSpc>
              <a:spcBef>
                <a:spcPts val="0"/>
              </a:spcBef>
              <a:spcAft>
                <a:spcPts val="0"/>
              </a:spcAft>
              <a:buClrTx/>
              <a:buSzTx/>
              <a:buFontTx/>
              <a:buNone/>
              <a:tabLst/>
              <a:defRPr/>
            </a:pPr>
            <a:r>
              <a:rPr kumimoji="0" lang="en-US" sz="1200" b="1" i="0" u="none" strike="noStrike" kern="1200" cap="none" spc="0" normalizeH="0" baseline="0" noProof="0">
                <a:ln>
                  <a:noFill/>
                </a:ln>
                <a:solidFill>
                  <a:prstClr val="white"/>
                </a:solidFill>
                <a:effectLst/>
                <a:uLnTx/>
                <a:uFillTx/>
                <a:latin typeface="Calibri"/>
                <a:ea typeface="+mn-ea"/>
                <a:cs typeface="+mn-cs"/>
              </a:rPr>
              <a:t>IN</a:t>
            </a:r>
          </a:p>
        </p:txBody>
      </p:sp>
      <p:sp>
        <p:nvSpPr>
          <p:cNvPr id="221" name="Rectangle 220">
            <a:extLst>
              <a:ext uri="{FF2B5EF4-FFF2-40B4-BE49-F238E27FC236}">
                <a16:creationId xmlns:a16="http://schemas.microsoft.com/office/drawing/2014/main" id="{5BF098ED-3422-46B3-8849-A16E2AF85AE9}"/>
              </a:ext>
            </a:extLst>
          </p:cNvPr>
          <p:cNvSpPr/>
          <p:nvPr/>
        </p:nvSpPr>
        <p:spPr>
          <a:xfrm>
            <a:off x="312206" y="3264787"/>
            <a:ext cx="2490695" cy="1193364"/>
          </a:xfrm>
          <a:prstGeom prst="rect">
            <a:avLst/>
          </a:prstGeom>
          <a:solidFill>
            <a:schemeClr val="bg1">
              <a:alpha val="50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sz="1200" b="0" i="0" u="none" strike="noStrike" kern="1200" cap="none" spc="0" normalizeH="0" baseline="0" noProof="0">
              <a:ln>
                <a:noFill/>
              </a:ln>
              <a:solidFill>
                <a:srgbClr val="222222"/>
              </a:solidFill>
              <a:effectLst/>
              <a:uLnTx/>
              <a:uFillTx/>
              <a:latin typeface="Calibri"/>
              <a:ea typeface="+mn-ea"/>
              <a:cs typeface="+mn-cs"/>
            </a:endParaRPr>
          </a:p>
        </p:txBody>
      </p:sp>
      <p:sp>
        <p:nvSpPr>
          <p:cNvPr id="224" name="TextBox 223">
            <a:extLst>
              <a:ext uri="{FF2B5EF4-FFF2-40B4-BE49-F238E27FC236}">
                <a16:creationId xmlns:a16="http://schemas.microsoft.com/office/drawing/2014/main" id="{2315ADFB-CC86-4AA7-8916-E4E5B5D06579}"/>
              </a:ext>
            </a:extLst>
          </p:cNvPr>
          <p:cNvSpPr txBox="1"/>
          <p:nvPr/>
        </p:nvSpPr>
        <p:spPr>
          <a:xfrm>
            <a:off x="411840" y="3666829"/>
            <a:ext cx="2289345" cy="707886"/>
          </a:xfrm>
          <a:prstGeom prst="rect">
            <a:avLst/>
          </a:prstGeom>
          <a:noFill/>
          <a:ln>
            <a:noFill/>
          </a:ln>
        </p:spPr>
        <p:txBody>
          <a:bodyPr wrap="none" rtlCol="0">
            <a:spAutoFit/>
          </a:bodyPr>
          <a:lstStyle/>
          <a:p>
            <a:pPr>
              <a:defRPr/>
            </a:pPr>
            <a:r>
              <a:rPr kumimoji="0" lang="en-US" sz="2800" b="1" i="0" u="none" strike="noStrike" kern="1200" cap="none" spc="200" normalizeH="0" baseline="0" noProof="0">
                <a:ln>
                  <a:noFill/>
                </a:ln>
                <a:solidFill>
                  <a:srgbClr val="008ACF"/>
                </a:solidFill>
                <a:effectLst/>
                <a:uLnTx/>
                <a:uFillTx/>
                <a:latin typeface="Calibri"/>
                <a:ea typeface="+mn-ea"/>
                <a:cs typeface="+mn-cs"/>
              </a:rPr>
              <a:t>50+</a:t>
            </a:r>
          </a:p>
          <a:p>
            <a:pPr>
              <a:defRPr/>
            </a:pPr>
            <a:r>
              <a:rPr lang="en-US" sz="1200" kern="800" spc="100">
                <a:solidFill>
                  <a:srgbClr val="222222"/>
                </a:solidFill>
                <a:cs typeface="Arial Black"/>
              </a:rPr>
              <a:t>Global Certified Consultants</a:t>
            </a:r>
          </a:p>
        </p:txBody>
      </p:sp>
      <p:sp>
        <p:nvSpPr>
          <p:cNvPr id="2" name="Oval 1">
            <a:extLst>
              <a:ext uri="{FF2B5EF4-FFF2-40B4-BE49-F238E27FC236}">
                <a16:creationId xmlns:a16="http://schemas.microsoft.com/office/drawing/2014/main" id="{D9E3F495-2C12-4F2E-87FB-FC13EEFA697F}"/>
              </a:ext>
            </a:extLst>
          </p:cNvPr>
          <p:cNvSpPr/>
          <p:nvPr/>
        </p:nvSpPr>
        <p:spPr>
          <a:xfrm>
            <a:off x="4836261" y="1518763"/>
            <a:ext cx="612352" cy="612352"/>
          </a:xfrm>
          <a:prstGeom prst="ellipse">
            <a:avLst/>
          </a:prstGeom>
          <a:solidFill>
            <a:schemeClr val="accent3">
              <a:alpha val="61000"/>
            </a:schemeClr>
          </a:solidFill>
          <a:ln>
            <a:noFill/>
          </a:ln>
        </p:spPr>
        <p:style>
          <a:lnRef idx="2">
            <a:schemeClr val="accent1">
              <a:shade val="50000"/>
            </a:schemeClr>
          </a:lnRef>
          <a:fillRef idx="1">
            <a:schemeClr val="accent1"/>
          </a:fillRef>
          <a:effectRef idx="0">
            <a:schemeClr val="accent1"/>
          </a:effectRef>
          <a:fontRef idx="minor">
            <a:schemeClr val="lt1"/>
          </a:fontRef>
        </p:style>
        <p:txBody>
          <a:bodyPr lIns="0" rIns="0" rtlCol="0" anchor="ctr"/>
          <a:lstStyle/>
          <a:p>
            <a:pPr marL="0" marR="0" lvl="0" indent="0" algn="ctr" defTabSz="685766" rtl="0" eaLnBrk="1" fontAlgn="auto" latinLnBrk="0" hangingPunct="1">
              <a:lnSpc>
                <a:spcPct val="100000"/>
              </a:lnSpc>
              <a:spcBef>
                <a:spcPts val="0"/>
              </a:spcBef>
              <a:spcAft>
                <a:spcPts val="0"/>
              </a:spcAft>
              <a:buClrTx/>
              <a:buSzTx/>
              <a:buFontTx/>
              <a:buNone/>
              <a:tabLst/>
              <a:defRPr/>
            </a:pPr>
            <a:r>
              <a:rPr lang="en-US" sz="1200" b="1" dirty="0">
                <a:solidFill>
                  <a:prstClr val="white"/>
                </a:solidFill>
                <a:latin typeface="Calibri"/>
              </a:rPr>
              <a:t>SL</a:t>
            </a:r>
            <a:endParaRPr kumimoji="0" lang="en-US" sz="1200" b="1" i="0" u="none" strike="noStrike" kern="120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230070761"/>
      </p:ext>
    </p:extLst>
  </p:cSld>
  <p:clrMapOvr>
    <a:masterClrMapping/>
  </p:clrMapOvr>
  <p:transition spd="slow"/>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DD81E-BE5A-462F-9A82-A8F332A130AC}"/>
              </a:ext>
            </a:extLst>
          </p:cNvPr>
          <p:cNvSpPr>
            <a:spLocks noGrp="1"/>
          </p:cNvSpPr>
          <p:nvPr>
            <p:ph type="title"/>
          </p:nvPr>
        </p:nvSpPr>
        <p:spPr/>
        <p:txBody>
          <a:bodyPr/>
          <a:lstStyle/>
          <a:p>
            <a:r>
              <a:rPr lang="en-US" dirty="0"/>
              <a:t>Case studies </a:t>
            </a:r>
          </a:p>
        </p:txBody>
      </p:sp>
    </p:spTree>
    <p:extLst>
      <p:ext uri="{BB962C8B-B14F-4D97-AF65-F5344CB8AC3E}">
        <p14:creationId xmlns:p14="http://schemas.microsoft.com/office/powerpoint/2010/main" val="352459469"/>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Title 8">
            <a:extLst>
              <a:ext uri="{FF2B5EF4-FFF2-40B4-BE49-F238E27FC236}">
                <a16:creationId xmlns:a16="http://schemas.microsoft.com/office/drawing/2014/main" id="{1D360580-4A45-44A5-8455-9B37E8ACEB99}"/>
              </a:ext>
            </a:extLst>
          </p:cNvPr>
          <p:cNvSpPr>
            <a:spLocks noGrp="1"/>
          </p:cNvSpPr>
          <p:nvPr>
            <p:ph type="title"/>
          </p:nvPr>
        </p:nvSpPr>
        <p:spPr>
          <a:xfrm>
            <a:off x="360366" y="533563"/>
            <a:ext cx="3983035" cy="615650"/>
          </a:xfrm>
        </p:spPr>
        <p:txBody>
          <a:bodyPr/>
          <a:lstStyle/>
          <a:p>
            <a:r>
              <a:rPr lang="en-US"/>
              <a:t>BPM Solution for Order Management – Order Delay</a:t>
            </a:r>
          </a:p>
        </p:txBody>
      </p:sp>
      <p:sp>
        <p:nvSpPr>
          <p:cNvPr id="4" name="Text Placeholder 3">
            <a:extLst>
              <a:ext uri="{FF2B5EF4-FFF2-40B4-BE49-F238E27FC236}">
                <a16:creationId xmlns:a16="http://schemas.microsoft.com/office/drawing/2014/main" id="{E7F151A0-E119-45D3-87D3-287ED980F32C}"/>
              </a:ext>
            </a:extLst>
          </p:cNvPr>
          <p:cNvSpPr>
            <a:spLocks noGrp="1"/>
          </p:cNvSpPr>
          <p:nvPr>
            <p:ph type="body" sz="quarter" idx="10"/>
          </p:nvPr>
        </p:nvSpPr>
        <p:spPr/>
        <p:txBody>
          <a:bodyPr/>
          <a:lstStyle/>
          <a:p>
            <a:r>
              <a:rPr lang="en-US"/>
              <a:t>Key Highlights</a:t>
            </a:r>
          </a:p>
        </p:txBody>
      </p:sp>
      <p:sp>
        <p:nvSpPr>
          <p:cNvPr id="7" name="Rectangle 6">
            <a:extLst>
              <a:ext uri="{FF2B5EF4-FFF2-40B4-BE49-F238E27FC236}">
                <a16:creationId xmlns:a16="http://schemas.microsoft.com/office/drawing/2014/main" id="{FF822C7A-137B-4389-A6D8-FA47B59C895E}"/>
              </a:ext>
            </a:extLst>
          </p:cNvPr>
          <p:cNvSpPr/>
          <p:nvPr/>
        </p:nvSpPr>
        <p:spPr>
          <a:xfrm>
            <a:off x="4800604" y="961277"/>
            <a:ext cx="3986210" cy="2449388"/>
          </a:xfrm>
          <a:prstGeom prst="rect">
            <a:avLst/>
          </a:prstGeom>
        </p:spPr>
        <p:txBody>
          <a:bodyPr wrap="square" lIns="0" rIns="0" bIns="91440">
            <a:spAutoFit/>
          </a:bodyPr>
          <a:lstStyle/>
          <a:p>
            <a:pPr defTabSz="685749">
              <a:spcAft>
                <a:spcPts val="450"/>
              </a:spcAft>
              <a:buClr>
                <a:srgbClr val="39C2D7"/>
              </a:buClr>
            </a:pPr>
            <a:r>
              <a:rPr lang="en-US" sz="1100" dirty="0">
                <a:solidFill>
                  <a:srgbClr val="222222"/>
                </a:solidFill>
                <a:latin typeface="Calibri"/>
                <a:ea typeface="MS Mincho" panose="02020609040205080304" pitchFamily="49" charset="-128"/>
                <a:cs typeface="Times New Roman" panose="02020603050405020304" pitchFamily="18" charset="0"/>
              </a:rPr>
              <a:t>EPAM is implementing a Pega-based solution delivering the following functionality:</a:t>
            </a:r>
          </a:p>
          <a:p>
            <a:pPr marL="182876" indent="-182876" defTabSz="685749">
              <a:spcAft>
                <a:spcPts val="450"/>
              </a:spcAft>
              <a:buClr>
                <a:srgbClr val="39C2D7"/>
              </a:buClr>
              <a:buFont typeface="Arial" panose="020B0604020202020204" pitchFamily="34" charset="0"/>
              <a:buChar char="•"/>
            </a:pPr>
            <a:r>
              <a:rPr lang="en-US" sz="1100" dirty="0">
                <a:solidFill>
                  <a:srgbClr val="222222"/>
                </a:solidFill>
                <a:ea typeface="MS Mincho" panose="02020609040205080304" pitchFamily="49" charset="-128"/>
                <a:cs typeface="Times New Roman" panose="02020603050405020304" pitchFamily="18" charset="0"/>
              </a:rPr>
              <a:t>Business Transformation via Case Lifecycle</a:t>
            </a:r>
          </a:p>
          <a:p>
            <a:pPr marL="182876" indent="-182876" defTabSz="685749">
              <a:spcAft>
                <a:spcPts val="450"/>
              </a:spcAft>
              <a:buClr>
                <a:srgbClr val="39C2D7"/>
              </a:buClr>
              <a:buFont typeface="Arial" panose="020B0604020202020204" pitchFamily="34" charset="0"/>
              <a:buChar char="•"/>
            </a:pPr>
            <a:r>
              <a:rPr lang="en-US" sz="1100" dirty="0">
                <a:solidFill>
                  <a:srgbClr val="222222"/>
                </a:solidFill>
                <a:ea typeface="MS Mincho" panose="02020609040205080304" pitchFamily="49" charset="-128"/>
                <a:cs typeface="Times New Roman" panose="02020603050405020304" pitchFamily="18" charset="0"/>
              </a:rPr>
              <a:t>Integration Elements:</a:t>
            </a:r>
          </a:p>
          <a:p>
            <a:pPr marL="365751" lvl="1" indent="-182876" defTabSz="685749">
              <a:spcAft>
                <a:spcPts val="450"/>
              </a:spcAft>
              <a:buClr>
                <a:schemeClr val="tx2"/>
              </a:buClr>
              <a:buFont typeface="Arial" panose="020B0604020202020204" pitchFamily="34" charset="0"/>
              <a:buChar char="•"/>
            </a:pPr>
            <a:r>
              <a:rPr lang="en-US" sz="1100" dirty="0">
                <a:solidFill>
                  <a:srgbClr val="222222"/>
                </a:solidFill>
                <a:ea typeface="MS Mincho" panose="02020609040205080304" pitchFamily="49" charset="-128"/>
                <a:cs typeface="Times New Roman" panose="02020603050405020304" pitchFamily="18" charset="0"/>
              </a:rPr>
              <a:t>SAP BAPI Integration</a:t>
            </a:r>
          </a:p>
          <a:p>
            <a:pPr marL="365751" lvl="1" indent="-182876" defTabSz="685749">
              <a:spcAft>
                <a:spcPts val="450"/>
              </a:spcAft>
              <a:buClr>
                <a:schemeClr val="tx2"/>
              </a:buClr>
              <a:buFont typeface="Arial" panose="020B0604020202020204" pitchFamily="34" charset="0"/>
              <a:buChar char="•"/>
            </a:pPr>
            <a:r>
              <a:rPr lang="en-US" sz="1100" dirty="0" err="1">
                <a:solidFill>
                  <a:srgbClr val="222222"/>
                </a:solidFill>
                <a:ea typeface="MS Mincho" panose="02020609040205080304" pitchFamily="49" charset="-128"/>
                <a:cs typeface="Times New Roman" panose="02020603050405020304" pitchFamily="18" charset="0"/>
              </a:rPr>
              <a:t>WorkFusion</a:t>
            </a:r>
            <a:r>
              <a:rPr lang="en-US" sz="1100" dirty="0">
                <a:solidFill>
                  <a:srgbClr val="222222"/>
                </a:solidFill>
                <a:ea typeface="MS Mincho" panose="02020609040205080304" pitchFamily="49" charset="-128"/>
                <a:cs typeface="Times New Roman" panose="02020603050405020304" pitchFamily="18" charset="0"/>
              </a:rPr>
              <a:t> Integration</a:t>
            </a:r>
          </a:p>
          <a:p>
            <a:pPr marL="365751" lvl="1" indent="-182876" defTabSz="685749">
              <a:spcAft>
                <a:spcPts val="450"/>
              </a:spcAft>
              <a:buClr>
                <a:schemeClr val="tx2"/>
              </a:buClr>
              <a:buFont typeface="Arial" panose="020B0604020202020204" pitchFamily="34" charset="0"/>
              <a:buChar char="•"/>
            </a:pPr>
            <a:r>
              <a:rPr lang="en-US" sz="1100" dirty="0">
                <a:solidFill>
                  <a:srgbClr val="222222"/>
                </a:solidFill>
                <a:ea typeface="MS Mincho" panose="02020609040205080304" pitchFamily="49" charset="-128"/>
                <a:cs typeface="Times New Roman" panose="02020603050405020304" pitchFamily="18" charset="0"/>
              </a:rPr>
              <a:t>CCL</a:t>
            </a:r>
          </a:p>
          <a:p>
            <a:pPr marL="182876" indent="-182876" defTabSz="685749">
              <a:spcAft>
                <a:spcPts val="450"/>
              </a:spcAft>
              <a:buClr>
                <a:srgbClr val="39C2D7"/>
              </a:buClr>
              <a:buFont typeface="Arial" panose="020B0604020202020204" pitchFamily="34" charset="0"/>
              <a:buChar char="•"/>
            </a:pPr>
            <a:r>
              <a:rPr lang="en-US" sz="1100" dirty="0">
                <a:solidFill>
                  <a:srgbClr val="222222"/>
                </a:solidFill>
                <a:ea typeface="MS Mincho" panose="02020609040205080304" pitchFamily="49" charset="-128"/>
                <a:cs typeface="Times New Roman" panose="02020603050405020304" pitchFamily="18" charset="0"/>
              </a:rPr>
              <a:t>Improved Operational and MI Reporting for facilitating business process governance</a:t>
            </a:r>
          </a:p>
          <a:p>
            <a:pPr marL="182876" indent="-182876" defTabSz="685749">
              <a:spcAft>
                <a:spcPts val="450"/>
              </a:spcAft>
              <a:buClr>
                <a:srgbClr val="39C2D7"/>
              </a:buClr>
              <a:buFont typeface="Arial" panose="020B0604020202020204" pitchFamily="34" charset="0"/>
              <a:buChar char="•"/>
            </a:pPr>
            <a:r>
              <a:rPr lang="en-US" sz="1100" dirty="0">
                <a:solidFill>
                  <a:srgbClr val="222222"/>
                </a:solidFill>
                <a:ea typeface="MS Mincho" panose="02020609040205080304" pitchFamily="49" charset="-128"/>
                <a:cs typeface="Times New Roman" panose="02020603050405020304" pitchFamily="18" charset="0"/>
              </a:rPr>
              <a:t>One Screen Solution – Significant decrease on order delay processing time </a:t>
            </a:r>
          </a:p>
        </p:txBody>
      </p:sp>
      <p:sp>
        <p:nvSpPr>
          <p:cNvPr id="5" name="Rectangle 4">
            <a:extLst>
              <a:ext uri="{FF2B5EF4-FFF2-40B4-BE49-F238E27FC236}">
                <a16:creationId xmlns:a16="http://schemas.microsoft.com/office/drawing/2014/main" id="{F488FAEC-1C25-4E28-B9CC-F9E57A0495C4}"/>
              </a:ext>
            </a:extLst>
          </p:cNvPr>
          <p:cNvSpPr/>
          <p:nvPr/>
        </p:nvSpPr>
        <p:spPr>
          <a:xfrm>
            <a:off x="360367" y="1429896"/>
            <a:ext cx="3983033" cy="2846933"/>
          </a:xfrm>
          <a:prstGeom prst="rect">
            <a:avLst/>
          </a:prstGeom>
        </p:spPr>
        <p:txBody>
          <a:bodyPr wrap="square" lIns="0">
            <a:spAutoFit/>
          </a:bodyPr>
          <a:lstStyle/>
          <a:p>
            <a:pPr defTabSz="685749">
              <a:spcBef>
                <a:spcPts val="900"/>
              </a:spcBef>
              <a:spcAft>
                <a:spcPts val="450"/>
              </a:spcAft>
            </a:pPr>
            <a:r>
              <a:rPr lang="en-US" sz="1200" b="1" dirty="0">
                <a:solidFill>
                  <a:schemeClr val="accent2"/>
                </a:solidFill>
                <a:ea typeface="MS Mincho" panose="02020609040205080304" pitchFamily="49" charset="-128"/>
                <a:cs typeface="Times New Roman" panose="02020603050405020304" pitchFamily="18" charset="0"/>
              </a:rPr>
              <a:t>CLIENT DESCRIPTION:</a:t>
            </a:r>
          </a:p>
          <a:p>
            <a:pPr marL="214308" indent="-214308" defTabSz="685749">
              <a:spcBef>
                <a:spcPts val="900"/>
              </a:spcBef>
              <a:spcAft>
                <a:spcPts val="450"/>
              </a:spcAft>
              <a:buClr>
                <a:schemeClr val="accent2"/>
              </a:buClr>
              <a:buFont typeface="Arial" panose="020B0604020202020204" pitchFamily="34" charset="0"/>
              <a:buChar char="•"/>
            </a:pPr>
            <a:r>
              <a:rPr lang="en-US" sz="1200" dirty="0">
                <a:solidFill>
                  <a:srgbClr val="222222"/>
                </a:solidFill>
                <a:latin typeface="Calibri"/>
                <a:ea typeface="MS Mincho" panose="02020609040205080304" pitchFamily="49" charset="-128"/>
                <a:cs typeface="Times New Roman" panose="02020603050405020304" pitchFamily="18" charset="0"/>
              </a:rPr>
              <a:t>Due to operational reasons, P&amp;G is forced to delay some of the orders and later reflect it in their core systems. Today this is done in a manual manner therefore increasing human error and inappropriate decisions. P&amp;G requires a better way to integrate Order Delay related data in one place, to facilitate decision-making process. </a:t>
            </a:r>
          </a:p>
          <a:p>
            <a:pPr defTabSz="685749">
              <a:spcBef>
                <a:spcPts val="900"/>
              </a:spcBef>
              <a:spcAft>
                <a:spcPts val="450"/>
              </a:spcAft>
            </a:pPr>
            <a:r>
              <a:rPr lang="en-US" sz="1200" b="1" dirty="0">
                <a:solidFill>
                  <a:schemeClr val="accent2"/>
                </a:solidFill>
                <a:ea typeface="MS Mincho" panose="02020609040205080304" pitchFamily="49" charset="-128"/>
                <a:cs typeface="Times New Roman" panose="02020603050405020304" pitchFamily="18" charset="0"/>
              </a:rPr>
              <a:t>WHY THEY NEEDED US? </a:t>
            </a:r>
          </a:p>
          <a:p>
            <a:pPr defTabSz="685749">
              <a:spcBef>
                <a:spcPts val="900"/>
              </a:spcBef>
              <a:spcAft>
                <a:spcPts val="450"/>
              </a:spcAft>
            </a:pPr>
            <a:r>
              <a:rPr lang="en-US" sz="1200" dirty="0">
                <a:solidFill>
                  <a:srgbClr val="222222"/>
                </a:solidFill>
                <a:ea typeface="MS Mincho" panose="02020609040205080304" pitchFamily="49" charset="-128"/>
                <a:cs typeface="Times New Roman" panose="02020603050405020304" pitchFamily="18" charset="0"/>
              </a:rPr>
              <a:t>EPAM has proven successful delivery for multiple automation projects for P&amp;G globally. After gaining P&amp;G trust, EPAM is being considered a strategic partner for business project management projects as well. </a:t>
            </a:r>
          </a:p>
        </p:txBody>
      </p:sp>
      <p:sp>
        <p:nvSpPr>
          <p:cNvPr id="26" name="Text Placeholder 3">
            <a:extLst>
              <a:ext uri="{FF2B5EF4-FFF2-40B4-BE49-F238E27FC236}">
                <a16:creationId xmlns:a16="http://schemas.microsoft.com/office/drawing/2014/main" id="{FBF0B014-296F-4F5A-9191-081ED4D5EB95}"/>
              </a:ext>
            </a:extLst>
          </p:cNvPr>
          <p:cNvSpPr txBox="1">
            <a:spLocks/>
          </p:cNvSpPr>
          <p:nvPr/>
        </p:nvSpPr>
        <p:spPr>
          <a:xfrm>
            <a:off x="4572000" y="3312412"/>
            <a:ext cx="4572000" cy="301625"/>
          </a:xfrm>
          <a:prstGeom prst="rect">
            <a:avLst/>
          </a:prstGeom>
          <a:solidFill>
            <a:schemeClr val="accent2"/>
          </a:solidFill>
        </p:spPr>
        <p:txBody>
          <a:bodyPr vert="horz" wrap="none" lIns="228600" tIns="45720" rIns="0" bIns="45720" rtlCol="0" anchor="ctr">
            <a:noAutofit/>
          </a:bodyPr>
          <a:lstStyle>
            <a:lvl1pPr indent="0" defTabSz="914400">
              <a:lnSpc>
                <a:spcPts val="1600"/>
              </a:lnSpc>
              <a:spcBef>
                <a:spcPts val="264"/>
              </a:spcBef>
              <a:spcAft>
                <a:spcPts val="300"/>
              </a:spcAft>
              <a:buFont typeface="Arial" panose="020B0604020202020204" pitchFamily="34" charset="0"/>
              <a:buNone/>
              <a:defRPr lang="en-US" sz="1400" b="1" cap="all" spc="100" baseline="0" smtClean="0">
                <a:solidFill>
                  <a:schemeClr val="bg1"/>
                </a:solidFill>
                <a:ea typeface="+mj-ea"/>
                <a:cs typeface="+mj-cs"/>
              </a:defRPr>
            </a:lvl1pPr>
            <a:lvl2pPr marL="171450" indent="0" defTabSz="914400">
              <a:lnSpc>
                <a:spcPct val="100000"/>
              </a:lnSpc>
              <a:spcBef>
                <a:spcPts val="600"/>
              </a:spcBef>
              <a:buClr>
                <a:schemeClr val="accent2"/>
              </a:buClr>
              <a:buFont typeface="Arial" panose="020B0604020202020204" pitchFamily="34" charset="0"/>
              <a:buNone/>
              <a:defRPr lang="en-US" smtClean="0"/>
            </a:lvl2pPr>
            <a:lvl3pPr marL="342900" indent="-165100" defTabSz="914400">
              <a:lnSpc>
                <a:spcPct val="90000"/>
              </a:lnSpc>
              <a:spcBef>
                <a:spcPts val="500"/>
              </a:spcBef>
              <a:buClr>
                <a:schemeClr val="tx2"/>
              </a:buClr>
              <a:buFont typeface="Calibri" panose="020F0502020204030204" pitchFamily="34" charset="0"/>
              <a:buChar char="-"/>
              <a:defRPr lang="en-US" baseline="0" smtClean="0"/>
            </a:lvl3pPr>
            <a:lvl4pPr marL="1657350" indent="-285750" defTabSz="914400">
              <a:lnSpc>
                <a:spcPct val="90000"/>
              </a:lnSpc>
              <a:spcBef>
                <a:spcPts val="500"/>
              </a:spcBef>
              <a:buFont typeface="Arial" panose="020B0604020202020204" pitchFamily="34" charset="0"/>
              <a:buChar char="•"/>
              <a:defRPr lang="en-US" smtClean="0"/>
            </a:lvl4pPr>
            <a:lvl5pPr marL="1828800" indent="0" defTabSz="914400">
              <a:lnSpc>
                <a:spcPct val="90000"/>
              </a:lnSpc>
              <a:spcBef>
                <a:spcPts val="500"/>
              </a:spcBef>
              <a:buFont typeface="Arial" panose="020B0604020202020204" pitchFamily="34" charset="0"/>
              <a:buNone/>
              <a:defRPr lang="en-US"/>
            </a:lvl5pPr>
            <a:lvl6pPr marL="2514600" indent="-228600" defTabSz="914400">
              <a:lnSpc>
                <a:spcPct val="90000"/>
              </a:lnSpc>
              <a:spcBef>
                <a:spcPts val="500"/>
              </a:spcBef>
              <a:buFont typeface="Arial" panose="020B0604020202020204" pitchFamily="34" charset="0"/>
              <a:buChar char="•"/>
              <a:defRPr sz="1800"/>
            </a:lvl6pPr>
            <a:lvl7pPr marL="2971800" indent="-228600" defTabSz="914400">
              <a:lnSpc>
                <a:spcPct val="90000"/>
              </a:lnSpc>
              <a:spcBef>
                <a:spcPts val="500"/>
              </a:spcBef>
              <a:buFont typeface="Arial" panose="020B0604020202020204" pitchFamily="34" charset="0"/>
              <a:buChar char="•"/>
              <a:defRPr sz="1800"/>
            </a:lvl7pPr>
            <a:lvl8pPr marL="3429000" indent="-228600" defTabSz="914400">
              <a:lnSpc>
                <a:spcPct val="90000"/>
              </a:lnSpc>
              <a:spcBef>
                <a:spcPts val="500"/>
              </a:spcBef>
              <a:buFont typeface="Arial" panose="020B0604020202020204" pitchFamily="34" charset="0"/>
              <a:buChar char="•"/>
              <a:defRPr sz="1800"/>
            </a:lvl8pPr>
            <a:lvl9pPr marL="3886200" indent="-228600" defTabSz="914400">
              <a:lnSpc>
                <a:spcPct val="90000"/>
              </a:lnSpc>
              <a:spcBef>
                <a:spcPts val="500"/>
              </a:spcBef>
              <a:buFont typeface="Arial" panose="020B0604020202020204" pitchFamily="34" charset="0"/>
              <a:buChar char="•"/>
              <a:defRPr sz="1800"/>
            </a:lvl9pPr>
          </a:lstStyle>
          <a:p>
            <a:r>
              <a:rPr lang="en-US" dirty="0"/>
              <a:t>Results FORECASTs</a:t>
            </a:r>
          </a:p>
        </p:txBody>
      </p:sp>
      <p:sp>
        <p:nvSpPr>
          <p:cNvPr id="29" name="Rectangle 28">
            <a:extLst>
              <a:ext uri="{FF2B5EF4-FFF2-40B4-BE49-F238E27FC236}">
                <a16:creationId xmlns:a16="http://schemas.microsoft.com/office/drawing/2014/main" id="{F20C242F-A3A1-4BF8-BE97-C6C083D09CD9}"/>
              </a:ext>
            </a:extLst>
          </p:cNvPr>
          <p:cNvSpPr/>
          <p:nvPr/>
        </p:nvSpPr>
        <p:spPr>
          <a:xfrm>
            <a:off x="4800604" y="3604552"/>
            <a:ext cx="3986210" cy="1300356"/>
          </a:xfrm>
          <a:prstGeom prst="rect">
            <a:avLst/>
          </a:prstGeom>
        </p:spPr>
        <p:txBody>
          <a:bodyPr wrap="square" lIns="0" rIns="0">
            <a:spAutoFit/>
          </a:bodyPr>
          <a:lstStyle/>
          <a:p>
            <a:pPr marL="182876" indent="-182876" defTabSz="685749">
              <a:spcAft>
                <a:spcPts val="450"/>
              </a:spcAft>
              <a:buClr>
                <a:srgbClr val="39C2D7"/>
              </a:buClr>
              <a:buFont typeface="Arial" panose="020B0604020202020204" pitchFamily="34" charset="0"/>
              <a:buChar char="•"/>
            </a:pPr>
            <a:r>
              <a:rPr lang="en-US" sz="1100" dirty="0">
                <a:solidFill>
                  <a:srgbClr val="222222"/>
                </a:solidFill>
                <a:ea typeface="MS Mincho" panose="02020609040205080304" pitchFamily="49" charset="-128"/>
                <a:cs typeface="Times New Roman" panose="02020603050405020304" pitchFamily="18" charset="0"/>
              </a:rPr>
              <a:t>Increased Operational efficiency </a:t>
            </a:r>
          </a:p>
          <a:p>
            <a:pPr marL="365751" lvl="1" indent="-182876" defTabSz="685749">
              <a:spcAft>
                <a:spcPts val="450"/>
              </a:spcAft>
              <a:buClr>
                <a:schemeClr val="tx2"/>
              </a:buClr>
              <a:buFont typeface="Arial" panose="020B0604020202020204" pitchFamily="34" charset="0"/>
              <a:buChar char="•"/>
            </a:pPr>
            <a:r>
              <a:rPr lang="en-US" sz="1100" dirty="0">
                <a:solidFill>
                  <a:srgbClr val="222222"/>
                </a:solidFill>
                <a:ea typeface="MS Mincho" panose="02020609040205080304" pitchFamily="49" charset="-128"/>
                <a:cs typeface="Times New Roman" panose="02020603050405020304" pitchFamily="18" charset="0"/>
              </a:rPr>
              <a:t>FTE reduction due to minimized complexity and time spend on processing delivery blocks</a:t>
            </a:r>
          </a:p>
          <a:p>
            <a:pPr marL="365751" lvl="1" indent="-182876" defTabSz="685749">
              <a:spcAft>
                <a:spcPts val="450"/>
              </a:spcAft>
              <a:buClr>
                <a:schemeClr val="tx2"/>
              </a:buClr>
              <a:buFont typeface="Arial" panose="020B0604020202020204" pitchFamily="34" charset="0"/>
              <a:buChar char="•"/>
            </a:pPr>
            <a:r>
              <a:rPr lang="en-US" sz="1100" dirty="0">
                <a:solidFill>
                  <a:srgbClr val="222222"/>
                </a:solidFill>
                <a:ea typeface="MS Mincho" panose="02020609040205080304" pitchFamily="49" charset="-128"/>
                <a:cs typeface="Times New Roman" panose="02020603050405020304" pitchFamily="18" charset="0"/>
              </a:rPr>
              <a:t>Improved end user experience  </a:t>
            </a:r>
          </a:p>
          <a:p>
            <a:pPr marL="365751" lvl="1" indent="-182876" defTabSz="685749">
              <a:spcAft>
                <a:spcPts val="450"/>
              </a:spcAft>
              <a:buClr>
                <a:schemeClr val="tx2"/>
              </a:buClr>
              <a:buFont typeface="Arial" panose="020B0604020202020204" pitchFamily="34" charset="0"/>
              <a:buChar char="•"/>
            </a:pPr>
            <a:r>
              <a:rPr lang="en-US" sz="1100" dirty="0">
                <a:solidFill>
                  <a:srgbClr val="222222"/>
                </a:solidFill>
                <a:ea typeface="MS Mincho" panose="02020609040205080304" pitchFamily="49" charset="-128"/>
                <a:cs typeface="Times New Roman" panose="02020603050405020304" pitchFamily="18" charset="0"/>
              </a:rPr>
              <a:t>Orchestration of overall Order Delay business process management: DACH and NE</a:t>
            </a:r>
          </a:p>
        </p:txBody>
      </p:sp>
      <p:pic>
        <p:nvPicPr>
          <p:cNvPr id="12" name="Picture 11">
            <a:extLst>
              <a:ext uri="{FF2B5EF4-FFF2-40B4-BE49-F238E27FC236}">
                <a16:creationId xmlns:a16="http://schemas.microsoft.com/office/drawing/2014/main" id="{540DE04B-C847-4C6F-86E7-DA016067E6FC}"/>
              </a:ext>
            </a:extLst>
          </p:cNvPr>
          <p:cNvPicPr>
            <a:picLocks noChangeAspect="1"/>
          </p:cNvPicPr>
          <p:nvPr/>
        </p:nvPicPr>
        <p:blipFill>
          <a:blip r:embed="rId3" cstate="print">
            <a:biLevel thresh="25000"/>
            <a:extLst>
              <a:ext uri="{28A0092B-C50C-407E-A947-70E740481C1C}">
                <a14:useLocalDpi xmlns:a14="http://schemas.microsoft.com/office/drawing/2010/main" val="0"/>
              </a:ext>
            </a:extLst>
          </a:blip>
          <a:stretch>
            <a:fillRect/>
          </a:stretch>
        </p:blipFill>
        <p:spPr>
          <a:xfrm>
            <a:off x="307115" y="291477"/>
            <a:ext cx="592563" cy="286406"/>
          </a:xfrm>
          <a:prstGeom prst="rect">
            <a:avLst/>
          </a:prstGeom>
        </p:spPr>
      </p:pic>
      <p:pic>
        <p:nvPicPr>
          <p:cNvPr id="13" name="Picture 12">
            <a:extLst>
              <a:ext uri="{FF2B5EF4-FFF2-40B4-BE49-F238E27FC236}">
                <a16:creationId xmlns:a16="http://schemas.microsoft.com/office/drawing/2014/main" id="{204236DF-C337-4699-8F24-8142C6A1D64F}"/>
              </a:ext>
            </a:extLst>
          </p:cNvPr>
          <p:cNvPicPr>
            <a:picLocks noChangeAspect="1"/>
          </p:cNvPicPr>
          <p:nvPr/>
        </p:nvPicPr>
        <p:blipFill rotWithShape="1">
          <a:blip r:embed="rId4"/>
          <a:srcRect r="3150"/>
          <a:stretch/>
        </p:blipFill>
        <p:spPr>
          <a:xfrm>
            <a:off x="358775" y="177122"/>
            <a:ext cx="484494" cy="318343"/>
          </a:xfrm>
          <a:prstGeom prst="rect">
            <a:avLst/>
          </a:prstGeom>
        </p:spPr>
      </p:pic>
    </p:spTree>
    <p:extLst>
      <p:ext uri="{BB962C8B-B14F-4D97-AF65-F5344CB8AC3E}">
        <p14:creationId xmlns:p14="http://schemas.microsoft.com/office/powerpoint/2010/main" val="395851502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58DD81E-BE5A-462F-9A82-A8F332A130AC}"/>
              </a:ext>
            </a:extLst>
          </p:cNvPr>
          <p:cNvSpPr>
            <a:spLocks noGrp="1"/>
          </p:cNvSpPr>
          <p:nvPr>
            <p:ph type="title"/>
          </p:nvPr>
        </p:nvSpPr>
        <p:spPr/>
        <p:txBody>
          <a:bodyPr/>
          <a:lstStyle/>
          <a:p>
            <a:r>
              <a:rPr lang="en-US"/>
              <a:t>END-TO-END DELIVERY METHODOLOGY</a:t>
            </a:r>
          </a:p>
        </p:txBody>
      </p:sp>
    </p:spTree>
    <p:extLst>
      <p:ext uri="{BB962C8B-B14F-4D97-AF65-F5344CB8AC3E}">
        <p14:creationId xmlns:p14="http://schemas.microsoft.com/office/powerpoint/2010/main" val="2882912054"/>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0" name="Rectangle: Rounded Corners 49">
            <a:extLst>
              <a:ext uri="{FF2B5EF4-FFF2-40B4-BE49-F238E27FC236}">
                <a16:creationId xmlns:a16="http://schemas.microsoft.com/office/drawing/2014/main" id="{9ED5C7F0-F7A0-4D3F-A504-5D37800A2C11}"/>
              </a:ext>
            </a:extLst>
          </p:cNvPr>
          <p:cNvSpPr/>
          <p:nvPr/>
        </p:nvSpPr>
        <p:spPr>
          <a:xfrm>
            <a:off x="3423397" y="746760"/>
            <a:ext cx="3474553" cy="4099560"/>
          </a:xfrm>
          <a:prstGeom prst="roundRect">
            <a:avLst/>
          </a:prstGeom>
          <a:solidFill>
            <a:srgbClr val="FFFFFF"/>
          </a:solidFill>
          <a:ln>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solidFill>
                <a:schemeClr val="accent1"/>
              </a:solidFill>
            </a:endParaRPr>
          </a:p>
        </p:txBody>
      </p:sp>
      <p:sp>
        <p:nvSpPr>
          <p:cNvPr id="4" name="Rectangle: Rounded Corners 3">
            <a:extLst>
              <a:ext uri="{FF2B5EF4-FFF2-40B4-BE49-F238E27FC236}">
                <a16:creationId xmlns:a16="http://schemas.microsoft.com/office/drawing/2014/main" id="{A24CBAED-EC7B-454C-ADAF-A03710C29B45}"/>
              </a:ext>
            </a:extLst>
          </p:cNvPr>
          <p:cNvSpPr/>
          <p:nvPr/>
        </p:nvSpPr>
        <p:spPr>
          <a:xfrm>
            <a:off x="714873" y="746760"/>
            <a:ext cx="2560987" cy="4099560"/>
          </a:xfrm>
          <a:prstGeom prst="roundRect">
            <a:avLst/>
          </a:prstGeom>
          <a:solidFill>
            <a:srgbClr val="FFFFFF"/>
          </a:solidFill>
          <a:ln>
            <a:solidFill>
              <a:schemeClr val="accent1"/>
            </a:solidFill>
            <a:prstDash val="dash"/>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en-GB" sz="1200">
              <a:solidFill>
                <a:schemeClr val="accent1"/>
              </a:solidFill>
            </a:endParaRPr>
          </a:p>
        </p:txBody>
      </p:sp>
      <p:graphicFrame>
        <p:nvGraphicFramePr>
          <p:cNvPr id="7" name="Object 6" hidden="1">
            <a:extLst>
              <a:ext uri="{FF2B5EF4-FFF2-40B4-BE49-F238E27FC236}">
                <a16:creationId xmlns:a16="http://schemas.microsoft.com/office/drawing/2014/main" id="{D2B0C953-4466-45CC-A9C3-BDB2EAFB880C}"/>
              </a:ext>
            </a:extLst>
          </p:cNvPr>
          <p:cNvGraphicFramePr>
            <a:graphicFrameLocks noChangeAspect="1"/>
          </p:cNvGraphicFramePr>
          <p:nvPr>
            <p:custDataLst>
              <p:tags r:id="rId2"/>
            </p:custDataLst>
          </p:nvPr>
        </p:nvGraphicFramePr>
        <p:xfrm>
          <a:off x="1192" y="1192"/>
          <a:ext cx="1191" cy="1191"/>
        </p:xfrm>
        <a:graphic>
          <a:graphicData uri="http://schemas.openxmlformats.org/presentationml/2006/ole">
            <mc:AlternateContent xmlns:mc="http://schemas.openxmlformats.org/markup-compatibility/2006">
              <mc:Choice xmlns:v="urn:schemas-microsoft-com:vml" Requires="v">
                <p:oleObj spid="_x0000_s1087" name="think-cell Slide" r:id="rId6" imgW="425" imgH="426" progId="TCLayout.ActiveDocument.1">
                  <p:embed/>
                </p:oleObj>
              </mc:Choice>
              <mc:Fallback>
                <p:oleObj name="think-cell Slide" r:id="rId6" imgW="425" imgH="426" progId="TCLayout.ActiveDocument.1">
                  <p:embed/>
                  <p:pic>
                    <p:nvPicPr>
                      <p:cNvPr id="7" name="Object 6" hidden="1">
                        <a:extLst>
                          <a:ext uri="{FF2B5EF4-FFF2-40B4-BE49-F238E27FC236}">
                            <a16:creationId xmlns:a16="http://schemas.microsoft.com/office/drawing/2014/main" id="{D2B0C953-4466-45CC-A9C3-BDB2EAFB880C}"/>
                          </a:ext>
                        </a:extLst>
                      </p:cNvPr>
                      <p:cNvPicPr/>
                      <p:nvPr/>
                    </p:nvPicPr>
                    <p:blipFill>
                      <a:blip r:embed="rId7"/>
                      <a:stretch>
                        <a:fillRect/>
                      </a:stretch>
                    </p:blipFill>
                    <p:spPr>
                      <a:xfrm>
                        <a:off x="1192" y="1192"/>
                        <a:ext cx="1191" cy="1191"/>
                      </a:xfrm>
                      <a:prstGeom prst="rect">
                        <a:avLst/>
                      </a:prstGeom>
                    </p:spPr>
                  </p:pic>
                </p:oleObj>
              </mc:Fallback>
            </mc:AlternateContent>
          </a:graphicData>
        </a:graphic>
      </p:graphicFrame>
      <p:sp>
        <p:nvSpPr>
          <p:cNvPr id="5" name="Rectangle 4" hidden="1">
            <a:extLst>
              <a:ext uri="{FF2B5EF4-FFF2-40B4-BE49-F238E27FC236}">
                <a16:creationId xmlns:a16="http://schemas.microsoft.com/office/drawing/2014/main" id="{F1B22B22-640C-4D08-94B3-3C961385BD9B}"/>
              </a:ext>
            </a:extLst>
          </p:cNvPr>
          <p:cNvSpPr/>
          <p:nvPr>
            <p:custDataLst>
              <p:tags r:id="rId3"/>
            </p:custDataLst>
          </p:nvPr>
        </p:nvSpPr>
        <p:spPr>
          <a:xfrm>
            <a:off x="1" y="1"/>
            <a:ext cx="119063" cy="119063"/>
          </a:xfrm>
          <a:prstGeom prst="rect">
            <a:avLst/>
          </a:prstGeom>
        </p:spPr>
        <p:style>
          <a:lnRef idx="1">
            <a:schemeClr val="accent1"/>
          </a:lnRef>
          <a:fillRef idx="3">
            <a:schemeClr val="accent1"/>
          </a:fillRef>
          <a:effectRef idx="2">
            <a:schemeClr val="accent1"/>
          </a:effectRef>
          <a:fontRef idx="minor">
            <a:schemeClr val="lt1"/>
          </a:fontRef>
        </p:style>
        <p:txBody>
          <a:bodyPr vert="horz" wrap="none" lIns="0" tIns="0" rIns="0" bIns="0" numCol="1" spcCol="0" rtlCol="0" anchor="ctr" anchorCtr="0">
            <a:noAutofit/>
          </a:bodyPr>
          <a:lstStyle/>
          <a:p>
            <a:pPr algn="ctr">
              <a:spcBef>
                <a:spcPct val="0"/>
              </a:spcBef>
              <a:spcAft>
                <a:spcPct val="0"/>
              </a:spcAft>
            </a:pPr>
            <a:endParaRPr lang="en-US" sz="2400">
              <a:latin typeface="Trebuchet MS" panose="020B0603020202020204" pitchFamily="34" charset="0"/>
              <a:ea typeface="+mj-ea"/>
              <a:sym typeface="Trebuchet MS" panose="020B0603020202020204" pitchFamily="34" charset="0"/>
            </a:endParaRPr>
          </a:p>
        </p:txBody>
      </p:sp>
      <p:sp>
        <p:nvSpPr>
          <p:cNvPr id="2" name="Title 1">
            <a:extLst>
              <a:ext uri="{FF2B5EF4-FFF2-40B4-BE49-F238E27FC236}">
                <a16:creationId xmlns:a16="http://schemas.microsoft.com/office/drawing/2014/main" id="{87EF46EB-D762-42D3-A054-2D02D2DD1C2B}"/>
              </a:ext>
            </a:extLst>
          </p:cNvPr>
          <p:cNvSpPr>
            <a:spLocks noGrp="1"/>
          </p:cNvSpPr>
          <p:nvPr>
            <p:ph type="title"/>
          </p:nvPr>
        </p:nvSpPr>
        <p:spPr/>
        <p:txBody>
          <a:bodyPr/>
          <a:lstStyle/>
          <a:p>
            <a:r>
              <a:rPr lang="en-US" dirty="0"/>
              <a:t>End-to-End EPAM BPM Delivery Methodology </a:t>
            </a:r>
          </a:p>
        </p:txBody>
      </p:sp>
      <p:sp>
        <p:nvSpPr>
          <p:cNvPr id="6" name="Rectangle 5">
            <a:extLst>
              <a:ext uri="{FF2B5EF4-FFF2-40B4-BE49-F238E27FC236}">
                <a16:creationId xmlns:a16="http://schemas.microsoft.com/office/drawing/2014/main" id="{127F6073-91BE-472F-BD09-6CE5B5165A5A}"/>
              </a:ext>
            </a:extLst>
          </p:cNvPr>
          <p:cNvSpPr/>
          <p:nvPr/>
        </p:nvSpPr>
        <p:spPr>
          <a:xfrm>
            <a:off x="1001484" y="4297680"/>
            <a:ext cx="1988820" cy="381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solidFill>
                  <a:schemeClr val="bg1"/>
                </a:solidFill>
              </a:rPr>
              <a:t>Initiation and Assessment </a:t>
            </a:r>
          </a:p>
        </p:txBody>
      </p:sp>
      <p:sp>
        <p:nvSpPr>
          <p:cNvPr id="55" name="Rectangle 54">
            <a:extLst>
              <a:ext uri="{FF2B5EF4-FFF2-40B4-BE49-F238E27FC236}">
                <a16:creationId xmlns:a16="http://schemas.microsoft.com/office/drawing/2014/main" id="{82D4CBA9-C4EC-424D-8A6A-CD569778DE14}"/>
              </a:ext>
            </a:extLst>
          </p:cNvPr>
          <p:cNvSpPr/>
          <p:nvPr/>
        </p:nvSpPr>
        <p:spPr>
          <a:xfrm>
            <a:off x="3777661" y="4297680"/>
            <a:ext cx="2845081" cy="381000"/>
          </a:xfrm>
          <a:prstGeom prst="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1200" b="1" dirty="0">
                <a:solidFill>
                  <a:schemeClr val="bg1"/>
                </a:solidFill>
              </a:rPr>
              <a:t>Execution </a:t>
            </a:r>
          </a:p>
        </p:txBody>
      </p:sp>
      <p:pic>
        <p:nvPicPr>
          <p:cNvPr id="11" name="Picture 10">
            <a:extLst>
              <a:ext uri="{FF2B5EF4-FFF2-40B4-BE49-F238E27FC236}">
                <a16:creationId xmlns:a16="http://schemas.microsoft.com/office/drawing/2014/main" id="{21D7DC43-4A25-4DD6-971A-2B31CE4352C3}"/>
              </a:ext>
            </a:extLst>
          </p:cNvPr>
          <p:cNvPicPr>
            <a:picLocks noChangeAspect="1"/>
          </p:cNvPicPr>
          <p:nvPr/>
        </p:nvPicPr>
        <p:blipFill>
          <a:blip r:embed="rId8"/>
          <a:stretch>
            <a:fillRect/>
          </a:stretch>
        </p:blipFill>
        <p:spPr>
          <a:xfrm>
            <a:off x="825623" y="746760"/>
            <a:ext cx="7288567" cy="3187060"/>
          </a:xfrm>
          <a:prstGeom prst="rect">
            <a:avLst/>
          </a:prstGeom>
        </p:spPr>
      </p:pic>
    </p:spTree>
    <p:extLst>
      <p:ext uri="{BB962C8B-B14F-4D97-AF65-F5344CB8AC3E}">
        <p14:creationId xmlns:p14="http://schemas.microsoft.com/office/powerpoint/2010/main" val="2023700707"/>
      </p:ext>
    </p:extLst>
  </p:cSld>
  <p:clrMapOvr>
    <a:masterClrMapping/>
  </p:clrMapOvr>
  <p:transition spd="slow"/>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C5EFE-69CF-4943-80B4-29C5E2956F48}"/>
              </a:ext>
            </a:extLst>
          </p:cNvPr>
          <p:cNvSpPr>
            <a:spLocks noGrp="1"/>
          </p:cNvSpPr>
          <p:nvPr>
            <p:ph type="title"/>
          </p:nvPr>
        </p:nvSpPr>
        <p:spPr/>
        <p:txBody>
          <a:bodyPr/>
          <a:lstStyle/>
          <a:p>
            <a:r>
              <a:rPr lang="en-US" dirty="0"/>
              <a:t>Zoom in EPAM BPM Delivery Methodology</a:t>
            </a:r>
            <a:endParaRPr lang="en-US" dirty="0">
              <a:solidFill>
                <a:srgbClr val="FF0000"/>
              </a:solidFill>
            </a:endParaRPr>
          </a:p>
        </p:txBody>
      </p:sp>
      <p:graphicFrame>
        <p:nvGraphicFramePr>
          <p:cNvPr id="4" name="Table 5">
            <a:extLst>
              <a:ext uri="{FF2B5EF4-FFF2-40B4-BE49-F238E27FC236}">
                <a16:creationId xmlns:a16="http://schemas.microsoft.com/office/drawing/2014/main" id="{BDE773CD-2300-45C9-A5A2-E8CCBAF1B8D8}"/>
              </a:ext>
            </a:extLst>
          </p:cNvPr>
          <p:cNvGraphicFramePr>
            <a:graphicFrameLocks noGrp="1"/>
          </p:cNvGraphicFramePr>
          <p:nvPr>
            <p:extLst>
              <p:ext uri="{D42A27DB-BD31-4B8C-83A1-F6EECF244321}">
                <p14:modId xmlns:p14="http://schemas.microsoft.com/office/powerpoint/2010/main" val="3943261997"/>
              </p:ext>
            </p:extLst>
          </p:nvPr>
        </p:nvGraphicFramePr>
        <p:xfrm>
          <a:off x="360365" y="1068552"/>
          <a:ext cx="8144196" cy="3505200"/>
        </p:xfrm>
        <a:graphic>
          <a:graphicData uri="http://schemas.openxmlformats.org/drawingml/2006/table">
            <a:tbl>
              <a:tblPr firstRow="1" bandRow="1">
                <a:tableStyleId>{5C22544A-7EE6-4342-B048-85BDC9FD1C3A}</a:tableStyleId>
              </a:tblPr>
              <a:tblGrid>
                <a:gridCol w="273515">
                  <a:extLst>
                    <a:ext uri="{9D8B030D-6E8A-4147-A177-3AD203B41FA5}">
                      <a16:colId xmlns:a16="http://schemas.microsoft.com/office/drawing/2014/main" val="1216855164"/>
                    </a:ext>
                  </a:extLst>
                </a:gridCol>
                <a:gridCol w="3824706">
                  <a:extLst>
                    <a:ext uri="{9D8B030D-6E8A-4147-A177-3AD203B41FA5}">
                      <a16:colId xmlns:a16="http://schemas.microsoft.com/office/drawing/2014/main" val="1781983169"/>
                    </a:ext>
                  </a:extLst>
                </a:gridCol>
                <a:gridCol w="4045975">
                  <a:extLst>
                    <a:ext uri="{9D8B030D-6E8A-4147-A177-3AD203B41FA5}">
                      <a16:colId xmlns:a16="http://schemas.microsoft.com/office/drawing/2014/main" val="331864856"/>
                    </a:ext>
                  </a:extLst>
                </a:gridCol>
              </a:tblGrid>
              <a:tr h="1005840">
                <a:tc>
                  <a:txBody>
                    <a:bodyPr/>
                    <a:lstStyle/>
                    <a:p>
                      <a:pPr marL="0" algn="ctr" defTabSz="914400" rtl="0" eaLnBrk="1" latinLnBrk="0" hangingPunct="1"/>
                      <a:r>
                        <a:rPr lang="en-US" sz="800" b="0" kern="1200">
                          <a:solidFill>
                            <a:schemeClr val="bg1"/>
                          </a:solidFill>
                          <a:latin typeface="+mn-lt"/>
                          <a:ea typeface="+mn-ea"/>
                          <a:cs typeface="+mn-cs"/>
                        </a:rPr>
                        <a:t>KEY INPUTS</a:t>
                      </a:r>
                    </a:p>
                  </a:txBody>
                  <a:tcPr vert="vert27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50000"/>
                        <a:lumOff val="50000"/>
                      </a:schemeClr>
                    </a:solidFill>
                  </a:tcPr>
                </a:tc>
                <a:tc>
                  <a:txBody>
                    <a:bodyPr/>
                    <a:lstStyle/>
                    <a:p>
                      <a:pPr marL="171450" indent="-171450">
                        <a:buFont typeface="Arial" panose="020B0604020202020204" pitchFamily="34" charset="0"/>
                        <a:buChar char="•"/>
                      </a:pPr>
                      <a:endParaRPr lang="en-US" sz="850" b="0" dirty="0">
                        <a:solidFill>
                          <a:schemeClr val="tx1"/>
                        </a:solidFill>
                      </a:endParaRPr>
                    </a:p>
                  </a:txBody>
                  <a:tcPr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endParaRPr lang="en-GB" sz="850" b="0" dirty="0">
                        <a:solidFill>
                          <a:schemeClr val="accent1"/>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3738332513"/>
                  </a:ext>
                </a:extLst>
              </a:tr>
              <a:tr h="1188720">
                <a:tc>
                  <a:txBody>
                    <a:bodyPr/>
                    <a:lstStyle/>
                    <a:p>
                      <a:pPr algn="ctr"/>
                      <a:r>
                        <a:rPr lang="en-US" sz="800" b="0">
                          <a:solidFill>
                            <a:schemeClr val="bg1"/>
                          </a:solidFill>
                        </a:rPr>
                        <a:t>KEY DELIVERABLES</a:t>
                      </a:r>
                    </a:p>
                  </a:txBody>
                  <a:tcPr vert="vert27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75000"/>
                        <a:lumOff val="25000"/>
                      </a:schemeClr>
                    </a:solidFill>
                  </a:tcPr>
                </a:tc>
                <a:tc>
                  <a:txBody>
                    <a:bodyPr/>
                    <a:lstStyle/>
                    <a:p>
                      <a:pPr marL="171450" indent="-171450">
                        <a:buFont typeface="Arial" panose="020B0604020202020204" pitchFamily="34" charset="0"/>
                        <a:buChar char="•"/>
                      </a:pPr>
                      <a:endParaRPr lang="en-US" sz="850" dirty="0">
                        <a:solidFill>
                          <a:schemeClr val="accent1"/>
                        </a:solidFill>
                      </a:endParaRPr>
                    </a:p>
                  </a:txBody>
                  <a:tcPr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endParaRPr lang="en-US" sz="850" dirty="0">
                        <a:solidFill>
                          <a:schemeClr val="accent1"/>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16691118"/>
                  </a:ext>
                </a:extLst>
              </a:tr>
              <a:tr h="196427">
                <a:tc gridSpan="3">
                  <a:txBody>
                    <a:bodyPr/>
                    <a:lstStyle/>
                    <a:p>
                      <a:pPr algn="ctr"/>
                      <a:r>
                        <a:rPr lang="en-US" sz="800" b="1" spc="100" baseline="0">
                          <a:solidFill>
                            <a:schemeClr val="accent1"/>
                          </a:solidFill>
                        </a:rPr>
                        <a:t>ROLES</a:t>
                      </a:r>
                    </a:p>
                  </a:txBody>
                  <a:tcPr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sz="900" b="0">
                        <a:solidFill>
                          <a:schemeClr val="tx1"/>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hMerge="1">
                  <a:txBody>
                    <a:bodyPr/>
                    <a:lstStyle/>
                    <a:p>
                      <a:pPr algn="ctr"/>
                      <a:endParaRPr lang="en-US" sz="800" b="1" spc="100" baseline="0">
                        <a:solidFill>
                          <a:schemeClr val="accent1"/>
                        </a:solidFill>
                      </a:endParaRPr>
                    </a:p>
                  </a:txBody>
                  <a:tcPr anchor="ctr">
                    <a:lnL w="9525" cap="flat" cmpd="sng" algn="ctr">
                      <a:no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extLst>
                  <a:ext uri="{0D108BD9-81ED-4DB2-BD59-A6C34878D82A}">
                    <a16:rowId xmlns:a16="http://schemas.microsoft.com/office/drawing/2014/main" val="3303405860"/>
                  </a:ext>
                </a:extLst>
              </a:tr>
              <a:tr h="548640">
                <a:tc>
                  <a:txBody>
                    <a:bodyPr/>
                    <a:lstStyle/>
                    <a:p>
                      <a:pPr algn="ctr"/>
                      <a:r>
                        <a:rPr lang="en-US" sz="800" b="1">
                          <a:solidFill>
                            <a:schemeClr val="accent1"/>
                          </a:solidFill>
                        </a:rPr>
                        <a:t>CLIENT</a:t>
                      </a:r>
                    </a:p>
                  </a:txBody>
                  <a:tcPr vert="vert27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900" b="0" dirty="0">
                        <a:solidFill>
                          <a:schemeClr val="tx1"/>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endParaRPr lang="en-US" sz="900" b="0" dirty="0">
                        <a:solidFill>
                          <a:schemeClr val="tx1"/>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3071851762"/>
                  </a:ext>
                </a:extLst>
              </a:tr>
              <a:tr h="548640">
                <a:tc>
                  <a:txBody>
                    <a:bodyPr/>
                    <a:lstStyle/>
                    <a:p>
                      <a:pPr algn="ctr"/>
                      <a:r>
                        <a:rPr lang="en-US" sz="800" b="1">
                          <a:solidFill>
                            <a:schemeClr val="accent2"/>
                          </a:solidFill>
                        </a:rPr>
                        <a:t>EPAM</a:t>
                      </a:r>
                    </a:p>
                  </a:txBody>
                  <a:tcPr vert="vert27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endParaRPr lang="en-US" sz="900" b="0">
                        <a:solidFill>
                          <a:schemeClr val="tx1"/>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endParaRPr lang="en-US" sz="900" b="0" dirty="0">
                        <a:solidFill>
                          <a:schemeClr val="tx1"/>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3449460556"/>
                  </a:ext>
                </a:extLst>
              </a:tr>
            </a:tbl>
          </a:graphicData>
        </a:graphic>
      </p:graphicFrame>
      <p:graphicFrame>
        <p:nvGraphicFramePr>
          <p:cNvPr id="10" name="Diagram 9">
            <a:extLst>
              <a:ext uri="{FF2B5EF4-FFF2-40B4-BE49-F238E27FC236}">
                <a16:creationId xmlns:a16="http://schemas.microsoft.com/office/drawing/2014/main" id="{CDEF7FA2-4F53-4544-B2BF-B2284D131E29}"/>
              </a:ext>
            </a:extLst>
          </p:cNvPr>
          <p:cNvGraphicFramePr/>
          <p:nvPr>
            <p:extLst>
              <p:ext uri="{D42A27DB-BD31-4B8C-83A1-F6EECF244321}">
                <p14:modId xmlns:p14="http://schemas.microsoft.com/office/powerpoint/2010/main" val="2913238376"/>
              </p:ext>
            </p:extLst>
          </p:nvPr>
        </p:nvGraphicFramePr>
        <p:xfrm>
          <a:off x="581247" y="843455"/>
          <a:ext cx="8016561" cy="22509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5" name="TextBox 24">
            <a:extLst>
              <a:ext uri="{FF2B5EF4-FFF2-40B4-BE49-F238E27FC236}">
                <a16:creationId xmlns:a16="http://schemas.microsoft.com/office/drawing/2014/main" id="{6F90583B-EDB2-49B6-902B-4EF413EC2937}"/>
              </a:ext>
            </a:extLst>
          </p:cNvPr>
          <p:cNvSpPr txBox="1"/>
          <p:nvPr/>
        </p:nvSpPr>
        <p:spPr>
          <a:xfrm>
            <a:off x="639440" y="650740"/>
            <a:ext cx="2292070" cy="215444"/>
          </a:xfrm>
          <a:prstGeom prst="rect">
            <a:avLst/>
          </a:prstGeom>
          <a:noFill/>
        </p:spPr>
        <p:txBody>
          <a:bodyPr wrap="square" rtlCol="0">
            <a:spAutoFit/>
          </a:bodyPr>
          <a:lstStyle/>
          <a:p>
            <a:r>
              <a:rPr lang="en-GB" sz="800" b="1" dirty="0">
                <a:solidFill>
                  <a:srgbClr val="FF4E33"/>
                </a:solidFill>
              </a:rPr>
              <a:t>1 WEEK  </a:t>
            </a:r>
          </a:p>
        </p:txBody>
      </p:sp>
      <p:sp>
        <p:nvSpPr>
          <p:cNvPr id="32" name="TextBox 31">
            <a:extLst>
              <a:ext uri="{FF2B5EF4-FFF2-40B4-BE49-F238E27FC236}">
                <a16:creationId xmlns:a16="http://schemas.microsoft.com/office/drawing/2014/main" id="{9C071C65-DEF6-4653-B5BB-3A32432C0370}"/>
              </a:ext>
            </a:extLst>
          </p:cNvPr>
          <p:cNvSpPr txBox="1"/>
          <p:nvPr/>
        </p:nvSpPr>
        <p:spPr>
          <a:xfrm>
            <a:off x="6125840" y="650740"/>
            <a:ext cx="2292070" cy="215444"/>
          </a:xfrm>
          <a:prstGeom prst="rect">
            <a:avLst/>
          </a:prstGeom>
          <a:noFill/>
        </p:spPr>
        <p:txBody>
          <a:bodyPr wrap="square" rtlCol="0">
            <a:spAutoFit/>
          </a:bodyPr>
          <a:lstStyle/>
          <a:p>
            <a:r>
              <a:rPr lang="en-GB" sz="800" b="1" dirty="0">
                <a:solidFill>
                  <a:srgbClr val="FF4E33"/>
                </a:solidFill>
              </a:rPr>
              <a:t>2 WEEKS </a:t>
            </a:r>
          </a:p>
        </p:txBody>
      </p:sp>
    </p:spTree>
    <p:extLst>
      <p:ext uri="{BB962C8B-B14F-4D97-AF65-F5344CB8AC3E}">
        <p14:creationId xmlns:p14="http://schemas.microsoft.com/office/powerpoint/2010/main" val="38219849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35C5EFE-69CF-4943-80B4-29C5E2956F48}"/>
              </a:ext>
            </a:extLst>
          </p:cNvPr>
          <p:cNvSpPr>
            <a:spLocks noGrp="1"/>
          </p:cNvSpPr>
          <p:nvPr>
            <p:ph type="title"/>
          </p:nvPr>
        </p:nvSpPr>
        <p:spPr/>
        <p:txBody>
          <a:bodyPr/>
          <a:lstStyle/>
          <a:p>
            <a:r>
              <a:rPr lang="en-US" dirty="0"/>
              <a:t>Zoom in EPAM BPM Delivery Methodology (Execution Stage)  </a:t>
            </a:r>
            <a:endParaRPr lang="en-US" dirty="0">
              <a:solidFill>
                <a:srgbClr val="FF0000"/>
              </a:solidFill>
            </a:endParaRPr>
          </a:p>
        </p:txBody>
      </p:sp>
      <p:graphicFrame>
        <p:nvGraphicFramePr>
          <p:cNvPr id="4" name="Table 5">
            <a:extLst>
              <a:ext uri="{FF2B5EF4-FFF2-40B4-BE49-F238E27FC236}">
                <a16:creationId xmlns:a16="http://schemas.microsoft.com/office/drawing/2014/main" id="{BDE773CD-2300-45C9-A5A2-E8CCBAF1B8D8}"/>
              </a:ext>
            </a:extLst>
          </p:cNvPr>
          <p:cNvGraphicFramePr>
            <a:graphicFrameLocks noGrp="1"/>
          </p:cNvGraphicFramePr>
          <p:nvPr>
            <p:extLst>
              <p:ext uri="{D42A27DB-BD31-4B8C-83A1-F6EECF244321}">
                <p14:modId xmlns:p14="http://schemas.microsoft.com/office/powerpoint/2010/main" val="4101418126"/>
              </p:ext>
            </p:extLst>
          </p:nvPr>
        </p:nvGraphicFramePr>
        <p:xfrm>
          <a:off x="360364" y="1068552"/>
          <a:ext cx="8273621" cy="3505200"/>
        </p:xfrm>
        <a:graphic>
          <a:graphicData uri="http://schemas.openxmlformats.org/drawingml/2006/table">
            <a:tbl>
              <a:tblPr firstRow="1" bandRow="1">
                <a:tableStyleId>{5C22544A-7EE6-4342-B048-85BDC9FD1C3A}</a:tableStyleId>
              </a:tblPr>
              <a:tblGrid>
                <a:gridCol w="277862">
                  <a:extLst>
                    <a:ext uri="{9D8B030D-6E8A-4147-A177-3AD203B41FA5}">
                      <a16:colId xmlns:a16="http://schemas.microsoft.com/office/drawing/2014/main" val="1216855164"/>
                    </a:ext>
                  </a:extLst>
                </a:gridCol>
                <a:gridCol w="2764049">
                  <a:extLst>
                    <a:ext uri="{9D8B030D-6E8A-4147-A177-3AD203B41FA5}">
                      <a16:colId xmlns:a16="http://schemas.microsoft.com/office/drawing/2014/main" val="1781983169"/>
                    </a:ext>
                  </a:extLst>
                </a:gridCol>
                <a:gridCol w="2615855">
                  <a:extLst>
                    <a:ext uri="{9D8B030D-6E8A-4147-A177-3AD203B41FA5}">
                      <a16:colId xmlns:a16="http://schemas.microsoft.com/office/drawing/2014/main" val="1475080726"/>
                    </a:ext>
                  </a:extLst>
                </a:gridCol>
                <a:gridCol w="2615855">
                  <a:extLst>
                    <a:ext uri="{9D8B030D-6E8A-4147-A177-3AD203B41FA5}">
                      <a16:colId xmlns:a16="http://schemas.microsoft.com/office/drawing/2014/main" val="4241718239"/>
                    </a:ext>
                  </a:extLst>
                </a:gridCol>
              </a:tblGrid>
              <a:tr h="1005840">
                <a:tc>
                  <a:txBody>
                    <a:bodyPr/>
                    <a:lstStyle/>
                    <a:p>
                      <a:pPr marL="0" algn="ctr" defTabSz="914400" rtl="0" eaLnBrk="1" latinLnBrk="0" hangingPunct="1"/>
                      <a:r>
                        <a:rPr lang="en-US" sz="800" b="0" kern="1200">
                          <a:solidFill>
                            <a:schemeClr val="bg1"/>
                          </a:solidFill>
                          <a:latin typeface="+mn-lt"/>
                          <a:ea typeface="+mn-ea"/>
                          <a:cs typeface="+mn-cs"/>
                        </a:rPr>
                        <a:t>KEY INPUTS</a:t>
                      </a:r>
                    </a:p>
                  </a:txBody>
                  <a:tcPr vert="vert27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noFill/>
                      <a:prstDash val="solid"/>
                      <a:round/>
                      <a:headEnd type="none" w="med" len="med"/>
                      <a:tailEnd type="none" w="med" len="med"/>
                    </a:lnT>
                    <a:lnB w="9525" cap="flat" cmpd="sng" algn="ctr">
                      <a:solidFill>
                        <a:schemeClr val="bg1"/>
                      </a:solidFill>
                      <a:prstDash val="solid"/>
                      <a:round/>
                      <a:headEnd type="none" w="med" len="med"/>
                      <a:tailEnd type="none" w="med" len="med"/>
                    </a:lnB>
                    <a:lnTlToBr w="12700" cmpd="sng">
                      <a:noFill/>
                      <a:prstDash val="solid"/>
                    </a:lnTlToBr>
                    <a:lnBlToTr w="12700" cmpd="sng">
                      <a:noFill/>
                      <a:prstDash val="solid"/>
                    </a:lnBlToTr>
                    <a:solidFill>
                      <a:schemeClr val="accent1">
                        <a:lumMod val="50000"/>
                        <a:lumOff val="50000"/>
                      </a:schemeClr>
                    </a:solidFill>
                  </a:tcPr>
                </a:tc>
                <a:tc>
                  <a:txBody>
                    <a:bodyPr/>
                    <a:lstStyle/>
                    <a:p>
                      <a:pPr marL="171450" indent="-171450">
                        <a:buFont typeface="Arial" panose="020B0604020202020204" pitchFamily="34" charset="0"/>
                        <a:buChar char="•"/>
                      </a:pPr>
                      <a:r>
                        <a:rPr lang="en-GB" sz="850" b="0" dirty="0">
                          <a:solidFill>
                            <a:schemeClr val="accent1"/>
                          </a:solidFill>
                        </a:rPr>
                        <a:t>Confirm MVP and Create Project backlog </a:t>
                      </a:r>
                    </a:p>
                    <a:p>
                      <a:pPr marL="171450" indent="-171450">
                        <a:buFont typeface="Arial" panose="020B0604020202020204" pitchFamily="34" charset="0"/>
                        <a:buChar char="•"/>
                      </a:pPr>
                      <a:r>
                        <a:rPr lang="en-GB" sz="850" b="0" dirty="0">
                          <a:solidFill>
                            <a:schemeClr val="accent1"/>
                          </a:solidFill>
                        </a:rPr>
                        <a:t>Prioritise functional specs and project deliverables  </a:t>
                      </a:r>
                    </a:p>
                    <a:p>
                      <a:pPr marL="171450" indent="-171450">
                        <a:buFont typeface="Arial" panose="020B0604020202020204" pitchFamily="34" charset="0"/>
                        <a:buChar char="•"/>
                      </a:pPr>
                      <a:r>
                        <a:rPr lang="en-GB" sz="850" b="0" dirty="0">
                          <a:solidFill>
                            <a:schemeClr val="accent1"/>
                          </a:solidFill>
                        </a:rPr>
                        <a:t>Project Sizing, </a:t>
                      </a:r>
                      <a:r>
                        <a:rPr lang="en-GB" sz="850" b="0" dirty="0" err="1">
                          <a:solidFill>
                            <a:schemeClr val="accent1"/>
                          </a:solidFill>
                        </a:rPr>
                        <a:t>PoC</a:t>
                      </a:r>
                      <a:r>
                        <a:rPr lang="en-GB" sz="850" b="0" dirty="0">
                          <a:solidFill>
                            <a:schemeClr val="accent1"/>
                          </a:solidFill>
                        </a:rPr>
                        <a:t> </a:t>
                      </a:r>
                    </a:p>
                    <a:p>
                      <a:pPr marL="171450" indent="-171450">
                        <a:buFont typeface="Arial" panose="020B0604020202020204" pitchFamily="34" charset="0"/>
                        <a:buChar char="•"/>
                      </a:pPr>
                      <a:r>
                        <a:rPr lang="en-GB" sz="850" b="0" dirty="0">
                          <a:solidFill>
                            <a:schemeClr val="accent1"/>
                          </a:solidFill>
                        </a:rPr>
                        <a:t>Dev/QA environments</a:t>
                      </a:r>
                    </a:p>
                    <a:p>
                      <a:pPr marL="171450" indent="-171450">
                        <a:buFont typeface="Arial" panose="020B0604020202020204" pitchFamily="34" charset="0"/>
                        <a:buChar char="•"/>
                      </a:pPr>
                      <a:r>
                        <a:rPr lang="en-GB" sz="850" b="0" dirty="0">
                          <a:solidFill>
                            <a:schemeClr val="accent1"/>
                          </a:solidFill>
                        </a:rPr>
                        <a:t>System Access granted </a:t>
                      </a:r>
                      <a:endParaRPr lang="en-US" sz="850" b="0" dirty="0">
                        <a:solidFill>
                          <a:schemeClr val="tx1"/>
                        </a:solidFill>
                      </a:endParaRPr>
                    </a:p>
                  </a:txBody>
                  <a:tcPr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lang="en-GB" sz="850" b="0">
                          <a:solidFill>
                            <a:schemeClr val="accent1"/>
                          </a:solidFill>
                        </a:rPr>
                        <a:t>SDD (Epic Level) provided </a:t>
                      </a:r>
                    </a:p>
                    <a:p>
                      <a:pPr marL="171450" indent="-171450">
                        <a:buFont typeface="Arial" panose="020B0604020202020204" pitchFamily="34" charset="0"/>
                        <a:buChar char="•"/>
                      </a:pPr>
                      <a:r>
                        <a:rPr lang="en-GB" sz="850" b="0">
                          <a:solidFill>
                            <a:schemeClr val="accent1"/>
                          </a:solidFill>
                        </a:rPr>
                        <a:t>SDD (TO BE) signed off by PO and EA</a:t>
                      </a:r>
                    </a:p>
                    <a:p>
                      <a:pPr marL="171450" indent="-171450">
                        <a:buFont typeface="Arial" panose="020B0604020202020204" pitchFamily="34" charset="0"/>
                        <a:buChar char="•"/>
                      </a:pPr>
                      <a:r>
                        <a:rPr lang="en-GB" sz="850" b="0">
                          <a:solidFill>
                            <a:schemeClr val="accent1"/>
                          </a:solidFill>
                        </a:rPr>
                        <a:t>Team (incl. SME) onboarded + KT </a:t>
                      </a:r>
                    </a:p>
                    <a:p>
                      <a:pPr marL="171450" indent="-171450">
                        <a:buFont typeface="Arial" panose="020B0604020202020204" pitchFamily="34" charset="0"/>
                        <a:buChar char="•"/>
                      </a:pPr>
                      <a:r>
                        <a:rPr lang="en-GB" sz="850" b="0">
                          <a:solidFill>
                            <a:schemeClr val="accent1"/>
                          </a:solidFill>
                        </a:rPr>
                        <a:t>Stage Environment </a:t>
                      </a: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lang="en-GB" sz="850" b="0">
                          <a:solidFill>
                            <a:schemeClr val="accent1"/>
                          </a:solidFill>
                        </a:rPr>
                        <a:t>Dev sprint completed (DoD)</a:t>
                      </a:r>
                    </a:p>
                    <a:p>
                      <a:pPr marL="171450" indent="-171450">
                        <a:buFont typeface="Arial" panose="020B0604020202020204" pitchFamily="34" charset="0"/>
                        <a:buChar char="•"/>
                      </a:pPr>
                      <a:r>
                        <a:rPr lang="en-GB" sz="850" b="0">
                          <a:solidFill>
                            <a:schemeClr val="accent1"/>
                          </a:solidFill>
                        </a:rPr>
                        <a:t>Sprint testing signed off by PO</a:t>
                      </a:r>
                    </a:p>
                    <a:p>
                      <a:pPr marL="171450" indent="-171450">
                        <a:buFont typeface="Arial" panose="020B0604020202020204" pitchFamily="34" charset="0"/>
                        <a:buChar char="•"/>
                      </a:pPr>
                      <a:r>
                        <a:rPr lang="en-GB" sz="850" b="0">
                          <a:solidFill>
                            <a:schemeClr val="accent1"/>
                          </a:solidFill>
                        </a:rPr>
                        <a:t>Pre-Prod/Prod Environments</a:t>
                      </a:r>
                    </a:p>
                    <a:p>
                      <a:pPr marL="171450" indent="-171450">
                        <a:buFont typeface="Arial" panose="020B0604020202020204" pitchFamily="34" charset="0"/>
                        <a:buChar char="•"/>
                      </a:pPr>
                      <a:r>
                        <a:rPr lang="en-GB" sz="850" b="0">
                          <a:solidFill>
                            <a:schemeClr val="accent1"/>
                          </a:solidFill>
                        </a:rPr>
                        <a:t>UAT (SMEs) Onboarded </a:t>
                      </a: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3738332513"/>
                  </a:ext>
                </a:extLst>
              </a:tr>
              <a:tr h="1188720">
                <a:tc>
                  <a:txBody>
                    <a:bodyPr/>
                    <a:lstStyle/>
                    <a:p>
                      <a:pPr algn="ctr"/>
                      <a:r>
                        <a:rPr lang="en-US" sz="800" b="0">
                          <a:solidFill>
                            <a:schemeClr val="bg1"/>
                          </a:solidFill>
                        </a:rPr>
                        <a:t>KEY DELIVERABLES</a:t>
                      </a:r>
                    </a:p>
                  </a:txBody>
                  <a:tcPr vert="vert270" anchor="ctr">
                    <a:lnL w="9525" cap="flat" cmpd="sng" algn="ctr">
                      <a:noFill/>
                      <a:prstDash val="solid"/>
                      <a:round/>
                      <a:headEnd type="none" w="med" len="med"/>
                      <a:tailEnd type="none" w="med" len="med"/>
                    </a:lnL>
                    <a:lnR w="9525" cap="flat" cmpd="sng" algn="ctr">
                      <a:noFill/>
                      <a:prstDash val="solid"/>
                      <a:round/>
                      <a:headEnd type="none" w="med" len="med"/>
                      <a:tailEnd type="none" w="med" len="med"/>
                    </a:lnR>
                    <a:lnT w="9525" cap="flat" cmpd="sng" algn="ctr">
                      <a:solidFill>
                        <a:schemeClr val="bg1"/>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tx1">
                        <a:lumMod val="75000"/>
                        <a:lumOff val="25000"/>
                      </a:schemeClr>
                    </a:solidFill>
                  </a:tcPr>
                </a:tc>
                <a:tc>
                  <a:txBody>
                    <a:bodyPr/>
                    <a:lstStyle/>
                    <a:p>
                      <a:pPr marL="171450" indent="-171450">
                        <a:buFont typeface="Arial" panose="020B0604020202020204" pitchFamily="34" charset="0"/>
                        <a:buChar char="•"/>
                      </a:pPr>
                      <a:r>
                        <a:rPr lang="en-GB" sz="850" dirty="0">
                          <a:solidFill>
                            <a:schemeClr val="accent1"/>
                          </a:solidFill>
                        </a:rPr>
                        <a:t>Set-up project team, standards, governance</a:t>
                      </a:r>
                    </a:p>
                    <a:p>
                      <a:pPr marL="171450" indent="-171450">
                        <a:buFont typeface="Arial" panose="020B0604020202020204" pitchFamily="34" charset="0"/>
                        <a:buChar char="•"/>
                      </a:pPr>
                      <a:r>
                        <a:rPr lang="en-US" sz="850" dirty="0">
                          <a:solidFill>
                            <a:schemeClr val="accent1"/>
                          </a:solidFill>
                          <a:cs typeface="Trebuchet MS"/>
                        </a:rPr>
                        <a:t>Create Detailed Solution Design Document, including integration solutions, </a:t>
                      </a:r>
                      <a:r>
                        <a:rPr lang="en-US" sz="850" dirty="0">
                          <a:solidFill>
                            <a:schemeClr val="accent1"/>
                          </a:solidFill>
                        </a:rPr>
                        <a:t>data sources and systems, channels, UI. </a:t>
                      </a:r>
                    </a:p>
                    <a:p>
                      <a:pPr marL="171450" indent="-171450">
                        <a:buFont typeface="Arial" panose="020B0604020202020204" pitchFamily="34" charset="0"/>
                        <a:buChar char="•"/>
                      </a:pPr>
                      <a:r>
                        <a:rPr lang="en-US" sz="850" dirty="0">
                          <a:solidFill>
                            <a:schemeClr val="accent1"/>
                          </a:solidFill>
                        </a:rPr>
                        <a:t>Create Data Model and Entity Model</a:t>
                      </a:r>
                    </a:p>
                    <a:p>
                      <a:pPr marL="171450" indent="-171450">
                        <a:buFont typeface="Arial" panose="020B0604020202020204" pitchFamily="34" charset="0"/>
                        <a:buChar char="•"/>
                      </a:pPr>
                      <a:r>
                        <a:rPr lang="en-US" sz="850" dirty="0">
                          <a:solidFill>
                            <a:schemeClr val="accent1"/>
                          </a:solidFill>
                        </a:rPr>
                        <a:t>Create Logical Architecture Diagram </a:t>
                      </a:r>
                    </a:p>
                    <a:p>
                      <a:pPr marL="171450" indent="-171450">
                        <a:buFont typeface="Arial" panose="020B0604020202020204" pitchFamily="34" charset="0"/>
                        <a:buChar char="•"/>
                      </a:pPr>
                      <a:r>
                        <a:rPr lang="en-US" sz="850" dirty="0">
                          <a:solidFill>
                            <a:schemeClr val="accent1"/>
                          </a:solidFill>
                        </a:rPr>
                        <a:t>Confirm Build Estimates, Cost &amp; Timelines, Team structure defined  </a:t>
                      </a:r>
                    </a:p>
                  </a:txBody>
                  <a:tcPr anchor="ctr">
                    <a:lnL w="9525" cap="flat" cmpd="sng" algn="ctr">
                      <a:no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lang="en-GB" sz="850">
                          <a:solidFill>
                            <a:schemeClr val="accent1"/>
                          </a:solidFill>
                        </a:rPr>
                        <a:t>Agile cycles and backlog plans </a:t>
                      </a:r>
                    </a:p>
                    <a:p>
                      <a:pPr marL="171450" indent="-171450">
                        <a:buFont typeface="Arial" panose="020B0604020202020204" pitchFamily="34" charset="0"/>
                        <a:buChar char="•"/>
                      </a:pPr>
                      <a:r>
                        <a:rPr lang="en-GB" sz="850">
                          <a:solidFill>
                            <a:schemeClr val="accent1"/>
                          </a:solidFill>
                        </a:rPr>
                        <a:t>Implement dev sprints </a:t>
                      </a:r>
                    </a:p>
                    <a:p>
                      <a:pPr marL="171450" indent="-171450">
                        <a:buFont typeface="Arial" panose="020B0604020202020204" pitchFamily="34" charset="0"/>
                        <a:buChar char="•"/>
                      </a:pPr>
                      <a:r>
                        <a:rPr lang="en-US" sz="850">
                          <a:solidFill>
                            <a:schemeClr val="accent1"/>
                          </a:solidFill>
                        </a:rPr>
                        <a:t>Low-level design, build and test business processes, UI, Integration solutions, MI reports and correspondence, other product components, business rules and custom-build logic. </a:t>
                      </a:r>
                    </a:p>
                    <a:p>
                      <a:pPr marL="171450" indent="-171450">
                        <a:buFont typeface="Arial" panose="020B0604020202020204" pitchFamily="34" charset="0"/>
                        <a:buChar char="•"/>
                      </a:pPr>
                      <a:r>
                        <a:rPr lang="en-US" sz="850">
                          <a:solidFill>
                            <a:schemeClr val="accent1"/>
                          </a:solidFill>
                        </a:rPr>
                        <a:t>Product Demos</a:t>
                      </a: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a:txBody>
                    <a:bodyPr/>
                    <a:lstStyle/>
                    <a:p>
                      <a:pPr marL="171450" indent="-171450">
                        <a:buFont typeface="Arial" panose="020B0604020202020204" pitchFamily="34" charset="0"/>
                        <a:buChar char="•"/>
                      </a:pPr>
                      <a:r>
                        <a:rPr lang="en-GB" sz="850">
                          <a:solidFill>
                            <a:schemeClr val="accent1"/>
                          </a:solidFill>
                        </a:rPr>
                        <a:t>Perform testing (functional, UAT, Performance, PEN/Security) </a:t>
                      </a:r>
                    </a:p>
                    <a:p>
                      <a:pPr marL="171450" indent="-171450">
                        <a:buFont typeface="Arial" panose="020B0604020202020204" pitchFamily="34" charset="0"/>
                        <a:buChar char="•"/>
                      </a:pPr>
                      <a:r>
                        <a:rPr lang="en-GB" sz="850">
                          <a:solidFill>
                            <a:schemeClr val="accent1"/>
                          </a:solidFill>
                        </a:rPr>
                        <a:t>End-user training completed </a:t>
                      </a:r>
                    </a:p>
                    <a:p>
                      <a:pPr marL="171450" indent="-171450">
                        <a:buFont typeface="Arial" panose="020B0604020202020204" pitchFamily="34" charset="0"/>
                        <a:buChar char="•"/>
                      </a:pPr>
                      <a:r>
                        <a:rPr lang="en-GB" sz="850">
                          <a:solidFill>
                            <a:schemeClr val="accent1"/>
                          </a:solidFill>
                        </a:rPr>
                        <a:t>Application Hardening </a:t>
                      </a:r>
                    </a:p>
                    <a:p>
                      <a:pPr marL="171450" indent="-171450">
                        <a:buFont typeface="Arial" panose="020B0604020202020204" pitchFamily="34" charset="0"/>
                        <a:buChar char="•"/>
                      </a:pPr>
                      <a:r>
                        <a:rPr lang="en-GB" sz="850">
                          <a:solidFill>
                            <a:schemeClr val="accent1"/>
                          </a:solidFill>
                        </a:rPr>
                        <a:t>Production release candidate </a:t>
                      </a:r>
                    </a:p>
                    <a:p>
                      <a:pPr marL="171450" indent="-171450">
                        <a:buFont typeface="Arial" panose="020B0604020202020204" pitchFamily="34" charset="0"/>
                        <a:buChar char="•"/>
                      </a:pPr>
                      <a:r>
                        <a:rPr lang="en-GB" sz="850">
                          <a:solidFill>
                            <a:schemeClr val="accent1"/>
                          </a:solidFill>
                        </a:rPr>
                        <a:t>Go/No Go </a:t>
                      </a: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616691118"/>
                  </a:ext>
                </a:extLst>
              </a:tr>
              <a:tr h="196427">
                <a:tc gridSpan="4">
                  <a:txBody>
                    <a:bodyPr/>
                    <a:lstStyle/>
                    <a:p>
                      <a:pPr algn="ctr"/>
                      <a:r>
                        <a:rPr lang="en-US" sz="800" b="1" spc="100" baseline="0">
                          <a:solidFill>
                            <a:schemeClr val="accent1"/>
                          </a:solidFill>
                        </a:rPr>
                        <a:t>ROLES</a:t>
                      </a:r>
                    </a:p>
                  </a:txBody>
                  <a:tcPr anchor="ctr">
                    <a:lnL w="9525" cap="flat" cmpd="sng" algn="ctr">
                      <a:no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hMerge="1">
                  <a:txBody>
                    <a:bodyPr/>
                    <a:lstStyle/>
                    <a:p>
                      <a:endParaRPr lang="en-US" sz="900" b="0">
                        <a:solidFill>
                          <a:schemeClr val="tx1"/>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hMerge="1">
                  <a:txBody>
                    <a:bodyPr/>
                    <a:lstStyle/>
                    <a:p>
                      <a:endParaRPr lang="en-US" sz="900" b="0">
                        <a:solidFill>
                          <a:schemeClr val="tx1"/>
                        </a:solidFill>
                      </a:endParaRPr>
                    </a:p>
                  </a:txBody>
                  <a:tcPr anchor="ctr">
                    <a:lnL w="9525" cap="flat" cmpd="sng" algn="ctr">
                      <a:solidFill>
                        <a:schemeClr val="bg1"/>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tc hMerge="1">
                  <a:txBody>
                    <a:bodyPr/>
                    <a:lstStyle/>
                    <a:p>
                      <a:endParaRPr lang="en-US" sz="900" b="0">
                        <a:solidFill>
                          <a:schemeClr val="tx1"/>
                        </a:solidFill>
                      </a:endParaRPr>
                    </a:p>
                  </a:txBody>
                  <a:tcPr anchor="ctr">
                    <a:lnL w="9525" cap="flat" cmpd="sng" algn="ctr">
                      <a:solidFill>
                        <a:schemeClr val="bg2"/>
                      </a:solidFill>
                      <a:prstDash val="solid"/>
                      <a:round/>
                      <a:headEnd type="none" w="med" len="med"/>
                      <a:tailEnd type="none" w="med" len="med"/>
                    </a:lnL>
                    <a:lnR w="9525" cap="flat" cmpd="sng" algn="ctr">
                      <a:solidFill>
                        <a:schemeClr val="bg1"/>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1">
                          <a:lumMod val="50000"/>
                        </a:schemeClr>
                      </a:solidFill>
                      <a:prstDash val="solid"/>
                      <a:round/>
                      <a:headEnd type="none" w="med" len="med"/>
                      <a:tailEnd type="none" w="med" len="med"/>
                    </a:lnB>
                    <a:solidFill>
                      <a:schemeClr val="bg1"/>
                    </a:solidFill>
                  </a:tcPr>
                </a:tc>
                <a:extLst>
                  <a:ext uri="{0D108BD9-81ED-4DB2-BD59-A6C34878D82A}">
                    <a16:rowId xmlns:a16="http://schemas.microsoft.com/office/drawing/2014/main" val="3303405860"/>
                  </a:ext>
                </a:extLst>
              </a:tr>
              <a:tr h="548640">
                <a:tc>
                  <a:txBody>
                    <a:bodyPr/>
                    <a:lstStyle/>
                    <a:p>
                      <a:pPr algn="ctr"/>
                      <a:r>
                        <a:rPr lang="en-US" sz="800" b="1">
                          <a:solidFill>
                            <a:schemeClr val="accent1"/>
                          </a:solidFill>
                        </a:rPr>
                        <a:t>CLIENT</a:t>
                      </a:r>
                    </a:p>
                  </a:txBody>
                  <a:tcPr vert="vert27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GB" sz="900">
                          <a:solidFill>
                            <a:schemeClr val="accent1"/>
                          </a:solidFill>
                        </a:rPr>
                        <a:t>PO, SME, EA, App Architect </a:t>
                      </a:r>
                      <a:endParaRPr lang="en-US" sz="900" b="0">
                        <a:solidFill>
                          <a:schemeClr val="tx1"/>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r>
                        <a:rPr lang="en-GB" sz="900">
                          <a:solidFill>
                            <a:schemeClr val="accent1"/>
                          </a:solidFill>
                        </a:rPr>
                        <a:t>PO, SME, EA, App Architect </a:t>
                      </a:r>
                      <a:endParaRPr lang="en-US" sz="900" b="0">
                        <a:solidFill>
                          <a:schemeClr val="tx1"/>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r>
                        <a:rPr lang="en-GB" sz="900">
                          <a:solidFill>
                            <a:schemeClr val="accent1"/>
                          </a:solidFill>
                        </a:rPr>
                        <a:t>PO, SME, UAT, App Architect, Trainer </a:t>
                      </a:r>
                      <a:endParaRPr lang="en-US" sz="900" b="0">
                        <a:solidFill>
                          <a:schemeClr val="tx1"/>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1">
                          <a:lumMod val="50000"/>
                        </a:schemeClr>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3071851762"/>
                  </a:ext>
                </a:extLst>
              </a:tr>
              <a:tr h="548640">
                <a:tc>
                  <a:txBody>
                    <a:bodyPr/>
                    <a:lstStyle/>
                    <a:p>
                      <a:pPr algn="ctr"/>
                      <a:r>
                        <a:rPr lang="en-US" sz="800" b="1">
                          <a:solidFill>
                            <a:schemeClr val="accent2"/>
                          </a:solidFill>
                        </a:rPr>
                        <a:t>EPAM</a:t>
                      </a:r>
                    </a:p>
                  </a:txBody>
                  <a:tcPr vert="vert270"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lnTlToBr w="12700" cmpd="sng">
                      <a:noFill/>
                      <a:prstDash val="solid"/>
                    </a:lnTlToBr>
                    <a:lnBlToTr w="12700" cmpd="sng">
                      <a:noFill/>
                      <a:prstDash val="solid"/>
                    </a:lnBlToTr>
                    <a:solidFill>
                      <a:schemeClr val="bg1"/>
                    </a:solidFill>
                  </a:tcPr>
                </a:tc>
                <a:tc>
                  <a:txBody>
                    <a:bodyPr/>
                    <a:lstStyle/>
                    <a:p>
                      <a:r>
                        <a:rPr lang="en-GB" sz="900">
                          <a:solidFill>
                            <a:schemeClr val="accent1"/>
                          </a:solidFill>
                        </a:rPr>
                        <a:t>DM, </a:t>
                      </a:r>
                      <a:r>
                        <a:rPr lang="en-GB" sz="900" err="1">
                          <a:solidFill>
                            <a:schemeClr val="accent1"/>
                          </a:solidFill>
                        </a:rPr>
                        <a:t>ApprWorks</a:t>
                      </a:r>
                      <a:r>
                        <a:rPr lang="en-GB" sz="900">
                          <a:solidFill>
                            <a:schemeClr val="accent1"/>
                          </a:solidFill>
                        </a:rPr>
                        <a:t> Platform Architect, Business Analyst, SA, QA, SC</a:t>
                      </a:r>
                      <a:endParaRPr lang="en-US" sz="900" b="0">
                        <a:solidFill>
                          <a:schemeClr val="tx1"/>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r>
                        <a:rPr lang="en-GB" sz="900">
                          <a:solidFill>
                            <a:schemeClr val="accent1"/>
                          </a:solidFill>
                        </a:rPr>
                        <a:t>DM, </a:t>
                      </a:r>
                      <a:r>
                        <a:rPr lang="en-GB" sz="900" err="1">
                          <a:solidFill>
                            <a:schemeClr val="accent1"/>
                          </a:solidFill>
                        </a:rPr>
                        <a:t>AppWorks</a:t>
                      </a:r>
                      <a:r>
                        <a:rPr lang="en-GB" sz="900">
                          <a:solidFill>
                            <a:schemeClr val="accent1"/>
                          </a:solidFill>
                        </a:rPr>
                        <a:t> Platform Architect, Sr  Developers, Business Analyst, </a:t>
                      </a:r>
                      <a:r>
                        <a:rPr lang="en-GB" sz="900" err="1">
                          <a:solidFill>
                            <a:schemeClr val="accent1"/>
                          </a:solidFill>
                        </a:rPr>
                        <a:t>SysAdmin</a:t>
                      </a:r>
                      <a:r>
                        <a:rPr lang="en-GB" sz="900">
                          <a:solidFill>
                            <a:schemeClr val="accent1"/>
                          </a:solidFill>
                        </a:rPr>
                        <a:t>, SA, QA, SC </a:t>
                      </a:r>
                      <a:endParaRPr lang="en-US" sz="900" b="0">
                        <a:solidFill>
                          <a:schemeClr val="tx1"/>
                        </a:solidFill>
                      </a:endParaRP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tc>
                  <a:txBody>
                    <a:bodyPr/>
                    <a:lstStyle/>
                    <a:p>
                      <a:r>
                        <a:rPr lang="en-GB" sz="900" dirty="0">
                          <a:solidFill>
                            <a:schemeClr val="accent1"/>
                          </a:solidFill>
                        </a:rPr>
                        <a:t>DM, </a:t>
                      </a:r>
                      <a:r>
                        <a:rPr lang="en-GB" sz="900" dirty="0" err="1">
                          <a:solidFill>
                            <a:schemeClr val="accent1"/>
                          </a:solidFill>
                        </a:rPr>
                        <a:t>AppWorks</a:t>
                      </a:r>
                      <a:r>
                        <a:rPr lang="en-GB" sz="900" dirty="0">
                          <a:solidFill>
                            <a:schemeClr val="accent1"/>
                          </a:solidFill>
                        </a:rPr>
                        <a:t> Sr Developer, Business Analyst, QA </a:t>
                      </a:r>
                    </a:p>
                  </a:txBody>
                  <a:tcPr anchor="ctr">
                    <a:lnL w="9525" cap="flat" cmpd="sng" algn="ctr">
                      <a:solidFill>
                        <a:schemeClr val="bg2"/>
                      </a:solidFill>
                      <a:prstDash val="solid"/>
                      <a:round/>
                      <a:headEnd type="none" w="med" len="med"/>
                      <a:tailEnd type="none" w="med" len="med"/>
                    </a:lnL>
                    <a:lnR w="9525" cap="flat" cmpd="sng" algn="ctr">
                      <a:solidFill>
                        <a:schemeClr val="bg2"/>
                      </a:solidFill>
                      <a:prstDash val="solid"/>
                      <a:round/>
                      <a:headEnd type="none" w="med" len="med"/>
                      <a:tailEnd type="none" w="med" len="med"/>
                    </a:lnR>
                    <a:lnT w="9525" cap="flat" cmpd="sng" algn="ctr">
                      <a:solidFill>
                        <a:schemeClr val="bg2"/>
                      </a:solidFill>
                      <a:prstDash val="solid"/>
                      <a:round/>
                      <a:headEnd type="none" w="med" len="med"/>
                      <a:tailEnd type="none" w="med" len="med"/>
                    </a:lnT>
                    <a:lnB w="9525" cap="flat" cmpd="sng" algn="ctr">
                      <a:solidFill>
                        <a:schemeClr val="bg2"/>
                      </a:solidFill>
                      <a:prstDash val="solid"/>
                      <a:round/>
                      <a:headEnd type="none" w="med" len="med"/>
                      <a:tailEnd type="none" w="med" len="med"/>
                    </a:lnB>
                    <a:solidFill>
                      <a:schemeClr val="bg1"/>
                    </a:solidFill>
                  </a:tcPr>
                </a:tc>
                <a:extLst>
                  <a:ext uri="{0D108BD9-81ED-4DB2-BD59-A6C34878D82A}">
                    <a16:rowId xmlns:a16="http://schemas.microsoft.com/office/drawing/2014/main" val="3449460556"/>
                  </a:ext>
                </a:extLst>
              </a:tr>
            </a:tbl>
          </a:graphicData>
        </a:graphic>
      </p:graphicFrame>
      <p:graphicFrame>
        <p:nvGraphicFramePr>
          <p:cNvPr id="10" name="Diagram 9">
            <a:extLst>
              <a:ext uri="{FF2B5EF4-FFF2-40B4-BE49-F238E27FC236}">
                <a16:creationId xmlns:a16="http://schemas.microsoft.com/office/drawing/2014/main" id="{CDEF7FA2-4F53-4544-B2BF-B2284D131E29}"/>
              </a:ext>
            </a:extLst>
          </p:cNvPr>
          <p:cNvGraphicFramePr/>
          <p:nvPr>
            <p:extLst>
              <p:ext uri="{D42A27DB-BD31-4B8C-83A1-F6EECF244321}">
                <p14:modId xmlns:p14="http://schemas.microsoft.com/office/powerpoint/2010/main" val="1238039342"/>
              </p:ext>
            </p:extLst>
          </p:nvPr>
        </p:nvGraphicFramePr>
        <p:xfrm>
          <a:off x="639440" y="843455"/>
          <a:ext cx="8057606" cy="225097"/>
        </p:xfrm>
        <a:graphic>
          <a:graphicData uri="http://schemas.openxmlformats.org/drawingml/2006/diagram">
            <dgm:relIds xmlns:dgm="http://schemas.openxmlformats.org/drawingml/2006/diagram" xmlns:r="http://schemas.openxmlformats.org/officeDocument/2006/relationships" r:dm="rId3" r:lo="rId4" r:qs="rId5" r:cs="rId6"/>
          </a:graphicData>
        </a:graphic>
      </p:graphicFrame>
      <p:sp>
        <p:nvSpPr>
          <p:cNvPr id="25" name="TextBox 24">
            <a:extLst>
              <a:ext uri="{FF2B5EF4-FFF2-40B4-BE49-F238E27FC236}">
                <a16:creationId xmlns:a16="http://schemas.microsoft.com/office/drawing/2014/main" id="{6F90583B-EDB2-49B6-902B-4EF413EC2937}"/>
              </a:ext>
            </a:extLst>
          </p:cNvPr>
          <p:cNvSpPr txBox="1"/>
          <p:nvPr/>
        </p:nvSpPr>
        <p:spPr>
          <a:xfrm>
            <a:off x="639440" y="650740"/>
            <a:ext cx="2292070" cy="215444"/>
          </a:xfrm>
          <a:prstGeom prst="rect">
            <a:avLst/>
          </a:prstGeom>
          <a:noFill/>
        </p:spPr>
        <p:txBody>
          <a:bodyPr wrap="square" rtlCol="0">
            <a:spAutoFit/>
          </a:bodyPr>
          <a:lstStyle/>
          <a:p>
            <a:r>
              <a:rPr lang="en-GB" sz="800" b="1" dirty="0">
                <a:solidFill>
                  <a:srgbClr val="FF4E33"/>
                </a:solidFill>
              </a:rPr>
              <a:t>5-8 WEEKS </a:t>
            </a:r>
          </a:p>
        </p:txBody>
      </p:sp>
      <p:sp>
        <p:nvSpPr>
          <p:cNvPr id="31" name="TextBox 30">
            <a:extLst>
              <a:ext uri="{FF2B5EF4-FFF2-40B4-BE49-F238E27FC236}">
                <a16:creationId xmlns:a16="http://schemas.microsoft.com/office/drawing/2014/main" id="{DF4D8DC1-1C5D-43F0-B11B-91D93BA26BFC}"/>
              </a:ext>
            </a:extLst>
          </p:cNvPr>
          <p:cNvSpPr txBox="1"/>
          <p:nvPr/>
        </p:nvSpPr>
        <p:spPr>
          <a:xfrm>
            <a:off x="3425965" y="650740"/>
            <a:ext cx="2292070" cy="215444"/>
          </a:xfrm>
          <a:prstGeom prst="rect">
            <a:avLst/>
          </a:prstGeom>
          <a:noFill/>
        </p:spPr>
        <p:txBody>
          <a:bodyPr wrap="square" rtlCol="0">
            <a:spAutoFit/>
          </a:bodyPr>
          <a:lstStyle/>
          <a:p>
            <a:r>
              <a:rPr lang="en-GB" sz="800" b="1" dirty="0">
                <a:solidFill>
                  <a:srgbClr val="FF4E33"/>
                </a:solidFill>
              </a:rPr>
              <a:t>3-WEEK ITERATIONS </a:t>
            </a:r>
          </a:p>
        </p:txBody>
      </p:sp>
      <p:sp>
        <p:nvSpPr>
          <p:cNvPr id="32" name="TextBox 31">
            <a:extLst>
              <a:ext uri="{FF2B5EF4-FFF2-40B4-BE49-F238E27FC236}">
                <a16:creationId xmlns:a16="http://schemas.microsoft.com/office/drawing/2014/main" id="{9C071C65-DEF6-4653-B5BB-3A32432C0370}"/>
              </a:ext>
            </a:extLst>
          </p:cNvPr>
          <p:cNvSpPr txBox="1"/>
          <p:nvPr/>
        </p:nvSpPr>
        <p:spPr>
          <a:xfrm>
            <a:off x="6125840" y="650740"/>
            <a:ext cx="2292070" cy="215444"/>
          </a:xfrm>
          <a:prstGeom prst="rect">
            <a:avLst/>
          </a:prstGeom>
          <a:noFill/>
        </p:spPr>
        <p:txBody>
          <a:bodyPr wrap="square" rtlCol="0">
            <a:spAutoFit/>
          </a:bodyPr>
          <a:lstStyle/>
          <a:p>
            <a:r>
              <a:rPr lang="en-GB" sz="800" b="1" dirty="0">
                <a:solidFill>
                  <a:srgbClr val="FF4E33"/>
                </a:solidFill>
              </a:rPr>
              <a:t>3-5 WEEKS </a:t>
            </a:r>
          </a:p>
        </p:txBody>
      </p:sp>
    </p:spTree>
    <p:extLst>
      <p:ext uri="{BB962C8B-B14F-4D97-AF65-F5344CB8AC3E}">
        <p14:creationId xmlns:p14="http://schemas.microsoft.com/office/powerpoint/2010/main" val="144583376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B34F67F-32C0-479A-97DC-2BFC26378E52}"/>
              </a:ext>
            </a:extLst>
          </p:cNvPr>
          <p:cNvSpPr>
            <a:spLocks noGrp="1"/>
          </p:cNvSpPr>
          <p:nvPr>
            <p:ph type="title"/>
          </p:nvPr>
        </p:nvSpPr>
        <p:spPr/>
        <p:txBody>
          <a:bodyPr/>
          <a:lstStyle/>
          <a:p>
            <a:r>
              <a:rPr lang="en-US" dirty="0"/>
              <a:t>High Level Project Scope </a:t>
            </a:r>
            <a:endParaRPr lang="en-US" dirty="0">
              <a:solidFill>
                <a:srgbClr val="FF0000"/>
              </a:solidFill>
            </a:endParaRPr>
          </a:p>
        </p:txBody>
      </p:sp>
    </p:spTree>
    <p:extLst>
      <p:ext uri="{BB962C8B-B14F-4D97-AF65-F5344CB8AC3E}">
        <p14:creationId xmlns:p14="http://schemas.microsoft.com/office/powerpoint/2010/main" val="2049128695"/>
      </p:ext>
    </p:extLst>
  </p:cSld>
  <p:clrMapOvr>
    <a:masterClrMapping/>
  </p:clrMapOvr>
  <p:timing>
    <p:tnLst>
      <p:par>
        <p:cTn id="1" dur="indefinite" restart="never" nodeType="tmRoot"/>
      </p:par>
    </p:tnLst>
  </p:timing>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B34F67F-32C0-479A-97DC-2BFC26378E52}"/>
              </a:ext>
            </a:extLst>
          </p:cNvPr>
          <p:cNvSpPr>
            <a:spLocks noGrp="1"/>
          </p:cNvSpPr>
          <p:nvPr>
            <p:ph type="title"/>
          </p:nvPr>
        </p:nvSpPr>
        <p:spPr/>
        <p:txBody>
          <a:bodyPr/>
          <a:lstStyle/>
          <a:p>
            <a:r>
              <a:rPr lang="en-US" dirty="0"/>
              <a:t>High Level Solution Design – Option1 (Pega Headless Implementation)  </a:t>
            </a:r>
            <a:endParaRPr lang="en-US" dirty="0">
              <a:solidFill>
                <a:srgbClr val="FF0000"/>
              </a:solidFill>
            </a:endParaRPr>
          </a:p>
        </p:txBody>
      </p:sp>
      <p:pic>
        <p:nvPicPr>
          <p:cNvPr id="2054" name="Picture 6" descr="https://documents.app.lucidchart.com/documents/1974f7d0-8837-4705-86b0-b124b3c2ce15/pages/WDag1akslAaB?a=1948&amp;x=902&amp;y=685&amp;w=396&amp;h=333&amp;store=1&amp;accept=image%2F*&amp;auth=LCA%20a9e79d827a06de1d3c518238f964f18cd3c38645-ts%3D1597965844"/>
          <p:cNvPicPr>
            <a:picLocks noChangeAspect="1" noChangeArrowheads="1"/>
          </p:cNvPicPr>
          <p:nvPr/>
        </p:nvPicPr>
        <p:blipFill>
          <a:blip r:embed="rId3" cstate="print">
            <a:extLst>
              <a:ext uri="{28A0092B-C50C-407E-A947-70E740481C1C}">
                <a14:useLocalDpi xmlns:a14="http://schemas.microsoft.com/office/drawing/2010/main" val="0"/>
              </a:ext>
            </a:extLst>
          </a:blip>
          <a:srcRect/>
          <a:stretch>
            <a:fillRect/>
          </a:stretch>
        </p:blipFill>
        <p:spPr bwMode="auto">
          <a:xfrm>
            <a:off x="7575550" y="3206553"/>
            <a:ext cx="1498600" cy="1238250"/>
          </a:xfrm>
          <a:prstGeom prst="rect">
            <a:avLst/>
          </a:prstGeom>
          <a:noFill/>
          <a:extLst>
            <a:ext uri="{909E8E84-426E-40DD-AFC4-6F175D3DCCD1}">
              <a14:hiddenFill xmlns:a14="http://schemas.microsoft.com/office/drawing/2010/main">
                <a:solidFill>
                  <a:srgbClr val="FFFFFF"/>
                </a:solidFill>
              </a14:hiddenFill>
            </a:ext>
          </a:extLst>
        </p:spPr>
      </p:pic>
      <p:pic>
        <p:nvPicPr>
          <p:cNvPr id="2056" name="Picture 8" descr="https://documents.app.lucidchart.com/documents/1974f7d0-8837-4705-86b0-b124b3c2ce15/pages/WDag1akslAaB?a=1948&amp;x=912&amp;y=134&amp;w=378&amp;h=581&amp;store=1&amp;accept=image%2F*&amp;auth=LCA%208ae9d9a735eeb278a3d8f57b8570c05d6f14605e-ts%3D1597965844"/>
          <p:cNvPicPr>
            <a:picLocks noChangeAspect="1" noChangeArrowheads="1"/>
          </p:cNvPicPr>
          <p:nvPr/>
        </p:nvPicPr>
        <p:blipFill>
          <a:blip r:embed="rId4" cstate="print">
            <a:extLst>
              <a:ext uri="{28A0092B-C50C-407E-A947-70E740481C1C}">
                <a14:useLocalDpi xmlns:a14="http://schemas.microsoft.com/office/drawing/2010/main" val="0"/>
              </a:ext>
            </a:extLst>
          </a:blip>
          <a:srcRect/>
          <a:stretch>
            <a:fillRect/>
          </a:stretch>
        </p:blipFill>
        <p:spPr bwMode="auto">
          <a:xfrm>
            <a:off x="7656513" y="1390622"/>
            <a:ext cx="1346200" cy="1466878"/>
          </a:xfrm>
          <a:prstGeom prst="rect">
            <a:avLst/>
          </a:prstGeom>
          <a:noFill/>
          <a:extLst>
            <a:ext uri="{909E8E84-426E-40DD-AFC4-6F175D3DCCD1}">
              <a14:hiddenFill xmlns:a14="http://schemas.microsoft.com/office/drawing/2010/main">
                <a:solidFill>
                  <a:srgbClr val="FFFFFF"/>
                </a:solidFill>
              </a14:hiddenFill>
            </a:ext>
          </a:extLst>
        </p:spPr>
      </p:pic>
      <p:pic>
        <p:nvPicPr>
          <p:cNvPr id="2060" name="Picture 12" descr="https://documents.app.lucidchart.com/documents/1974f7d0-8837-4705-86b0-b124b3c2ce15/pages/WDag1akslAaB?a=1948&amp;x=-522&amp;y=26&amp;w=1364&amp;h=1188&amp;store=1&amp;accept=image%2F*&amp;auth=LCA%20813f2888187c64f94551f32068020045defabfc2-ts%3D1597965844"/>
          <p:cNvPicPr>
            <a:picLocks noChangeAspect="1" noChangeArrowheads="1"/>
          </p:cNvPicPr>
          <p:nvPr/>
        </p:nvPicPr>
        <p:blipFill>
          <a:blip r:embed="rId5" cstate="print">
            <a:extLst>
              <a:ext uri="{28A0092B-C50C-407E-A947-70E740481C1C}">
                <a14:useLocalDpi xmlns:a14="http://schemas.microsoft.com/office/drawing/2010/main" val="0"/>
              </a:ext>
            </a:extLst>
          </a:blip>
          <a:srcRect/>
          <a:stretch>
            <a:fillRect/>
          </a:stretch>
        </p:blipFill>
        <p:spPr bwMode="auto">
          <a:xfrm>
            <a:off x="3448048" y="533365"/>
            <a:ext cx="4305300" cy="2984536"/>
          </a:xfrm>
          <a:prstGeom prst="rect">
            <a:avLst/>
          </a:prstGeom>
          <a:noFill/>
          <a:extLst>
            <a:ext uri="{909E8E84-426E-40DD-AFC4-6F175D3DCCD1}">
              <a14:hiddenFill xmlns:a14="http://schemas.microsoft.com/office/drawing/2010/main">
                <a:solidFill>
                  <a:srgbClr val="FFFFFF"/>
                </a:solidFill>
              </a14:hiddenFill>
            </a:ext>
          </a:extLst>
        </p:spPr>
      </p:pic>
      <p:pic>
        <p:nvPicPr>
          <p:cNvPr id="2062" name="Picture 14" descr="https://documents.app.lucidchart.com/documents/1974f7d0-8837-4705-86b0-b124b3c2ce15/pages/WDag1akslAaB?a=1948&amp;x=-447&amp;y=1193&amp;w=1286&amp;h=587&amp;store=1&amp;accept=image%2F*&amp;auth=LCA%206078096eaa7f46a6baeedbf241a7e3e61738a62a-ts%3D1597965844"/>
          <p:cNvPicPr>
            <a:picLocks noChangeAspect="1" noChangeArrowheads="1"/>
          </p:cNvPicPr>
          <p:nvPr/>
        </p:nvPicPr>
        <p:blipFill>
          <a:blip r:embed="rId6" cstate="print">
            <a:extLst>
              <a:ext uri="{28A0092B-C50C-407E-A947-70E740481C1C}">
                <a14:useLocalDpi xmlns:a14="http://schemas.microsoft.com/office/drawing/2010/main" val="0"/>
              </a:ext>
            </a:extLst>
          </a:blip>
          <a:srcRect/>
          <a:stretch>
            <a:fillRect/>
          </a:stretch>
        </p:blipFill>
        <p:spPr bwMode="auto">
          <a:xfrm>
            <a:off x="3643049" y="3517901"/>
            <a:ext cx="4065851" cy="1562100"/>
          </a:xfrm>
          <a:prstGeom prst="rect">
            <a:avLst/>
          </a:prstGeom>
          <a:noFill/>
          <a:extLst>
            <a:ext uri="{909E8E84-426E-40DD-AFC4-6F175D3DCCD1}">
              <a14:hiddenFill xmlns:a14="http://schemas.microsoft.com/office/drawing/2010/main">
                <a:solidFill>
                  <a:srgbClr val="FFFFFF"/>
                </a:solidFill>
              </a14:hiddenFill>
            </a:ext>
          </a:extLst>
        </p:spPr>
      </p:pic>
      <p:cxnSp>
        <p:nvCxnSpPr>
          <p:cNvPr id="5" name="Elbow Connector 4"/>
          <p:cNvCxnSpPr>
            <a:endCxn id="2054" idx="0"/>
          </p:cNvCxnSpPr>
          <p:nvPr/>
        </p:nvCxnSpPr>
        <p:spPr>
          <a:xfrm>
            <a:off x="7656513" y="2914650"/>
            <a:ext cx="668337" cy="291903"/>
          </a:xfrm>
          <a:prstGeom prst="bentConnector2">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34" name="Elbow Connector 33"/>
          <p:cNvCxnSpPr>
            <a:endCxn id="2056" idx="0"/>
          </p:cNvCxnSpPr>
          <p:nvPr/>
        </p:nvCxnSpPr>
        <p:spPr>
          <a:xfrm>
            <a:off x="7708900" y="1162050"/>
            <a:ext cx="620713" cy="228572"/>
          </a:xfrm>
          <a:prstGeom prst="bentConnector2">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12" name="Straight Arrow Connector 11"/>
          <p:cNvCxnSpPr/>
          <p:nvPr/>
        </p:nvCxnSpPr>
        <p:spPr>
          <a:xfrm>
            <a:off x="4392349" y="3340100"/>
            <a:ext cx="0" cy="29210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4" name="Straight Arrow Connector 43"/>
          <p:cNvCxnSpPr/>
          <p:nvPr/>
        </p:nvCxnSpPr>
        <p:spPr>
          <a:xfrm>
            <a:off x="5675049" y="3352800"/>
            <a:ext cx="0" cy="29210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46" name="Straight Arrow Connector 45"/>
          <p:cNvCxnSpPr/>
          <p:nvPr/>
        </p:nvCxnSpPr>
        <p:spPr>
          <a:xfrm>
            <a:off x="7002199" y="3346450"/>
            <a:ext cx="0" cy="29210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pic>
        <p:nvPicPr>
          <p:cNvPr id="2066" name="Picture 18" descr="https://documents.app.lucidchart.com/documents/1974f7d0-8837-4705-86b0-b124b3c2ce15/pages/WDag1akslAaB?a=1949&amp;x=-1017&amp;y=68&amp;w=374&amp;h=1584&amp;store=1&amp;accept=image%2F*&amp;auth=LCA%20c00645da2e8e886f134147c39d27c7ef757e57df-ts%3D1597965844"/>
          <p:cNvPicPr>
            <a:picLocks noChangeAspect="1" noChangeArrowheads="1"/>
          </p:cNvPicPr>
          <p:nvPr/>
        </p:nvPicPr>
        <p:blipFill>
          <a:blip r:embed="rId7" cstate="print">
            <a:extLst>
              <a:ext uri="{28A0092B-C50C-407E-A947-70E740481C1C}">
                <a14:useLocalDpi xmlns:a14="http://schemas.microsoft.com/office/drawing/2010/main" val="0"/>
              </a:ext>
            </a:extLst>
          </a:blip>
          <a:srcRect/>
          <a:stretch>
            <a:fillRect/>
          </a:stretch>
        </p:blipFill>
        <p:spPr bwMode="auto">
          <a:xfrm>
            <a:off x="2212051" y="628650"/>
            <a:ext cx="1062700" cy="2889251"/>
          </a:xfrm>
          <a:prstGeom prst="rect">
            <a:avLst/>
          </a:prstGeom>
          <a:noFill/>
          <a:extLst>
            <a:ext uri="{909E8E84-426E-40DD-AFC4-6F175D3DCCD1}">
              <a14:hiddenFill xmlns:a14="http://schemas.microsoft.com/office/drawing/2010/main">
                <a:solidFill>
                  <a:srgbClr val="FFFFFF"/>
                </a:solidFill>
              </a14:hiddenFill>
            </a:ext>
          </a:extLst>
        </p:spPr>
      </p:pic>
      <p:cxnSp>
        <p:nvCxnSpPr>
          <p:cNvPr id="27" name="Straight Arrow Connector 26"/>
          <p:cNvCxnSpPr/>
          <p:nvPr/>
        </p:nvCxnSpPr>
        <p:spPr>
          <a:xfrm>
            <a:off x="3274751" y="1187450"/>
            <a:ext cx="368298"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4" name="Straight Arrow Connector 53"/>
          <p:cNvCxnSpPr/>
          <p:nvPr/>
        </p:nvCxnSpPr>
        <p:spPr>
          <a:xfrm>
            <a:off x="3274751" y="2298700"/>
            <a:ext cx="368298"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5" name="Straight Arrow Connector 54"/>
          <p:cNvCxnSpPr/>
          <p:nvPr/>
        </p:nvCxnSpPr>
        <p:spPr>
          <a:xfrm>
            <a:off x="3262051" y="2914650"/>
            <a:ext cx="368298"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57" name="Straight Arrow Connector 56"/>
          <p:cNvCxnSpPr/>
          <p:nvPr/>
        </p:nvCxnSpPr>
        <p:spPr>
          <a:xfrm>
            <a:off x="3268401" y="1758950"/>
            <a:ext cx="368298"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pic>
        <p:nvPicPr>
          <p:cNvPr id="2068" name="Picture 20" descr="https://documents.app.lucidchart.com/documents/1974f7d0-8837-4705-86b0-b124b3c2ce15/pages/WDag1akslAaB?a=1949&amp;x=-1683&amp;y=65&amp;w=506&amp;h=1640&amp;store=1&amp;accept=image%2F*&amp;auth=LCA%20cbb02df1c07b4f32a4ef10982ebbb09d4e5e01d9-ts%3D1597965844"/>
          <p:cNvPicPr>
            <a:picLocks noChangeAspect="1" noChangeArrowheads="1"/>
          </p:cNvPicPr>
          <p:nvPr/>
        </p:nvPicPr>
        <p:blipFill>
          <a:blip r:embed="rId8" cstate="print">
            <a:extLst>
              <a:ext uri="{28A0092B-C50C-407E-A947-70E740481C1C}">
                <a14:useLocalDpi xmlns:a14="http://schemas.microsoft.com/office/drawing/2010/main" val="0"/>
              </a:ext>
            </a:extLst>
          </a:blip>
          <a:srcRect/>
          <a:stretch>
            <a:fillRect/>
          </a:stretch>
        </p:blipFill>
        <p:spPr bwMode="auto">
          <a:xfrm>
            <a:off x="965199" y="533365"/>
            <a:ext cx="873787" cy="3314735"/>
          </a:xfrm>
          <a:prstGeom prst="rect">
            <a:avLst/>
          </a:prstGeom>
          <a:noFill/>
          <a:extLst>
            <a:ext uri="{909E8E84-426E-40DD-AFC4-6F175D3DCCD1}">
              <a14:hiddenFill xmlns:a14="http://schemas.microsoft.com/office/drawing/2010/main">
                <a:solidFill>
                  <a:srgbClr val="FFFFFF"/>
                </a:solidFill>
              </a14:hiddenFill>
            </a:ext>
          </a:extLst>
        </p:spPr>
      </p:pic>
      <p:cxnSp>
        <p:nvCxnSpPr>
          <p:cNvPr id="59" name="Straight Arrow Connector 58"/>
          <p:cNvCxnSpPr/>
          <p:nvPr/>
        </p:nvCxnSpPr>
        <p:spPr>
          <a:xfrm>
            <a:off x="1826951" y="1149350"/>
            <a:ext cx="368298"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0" name="Straight Arrow Connector 59"/>
          <p:cNvCxnSpPr/>
          <p:nvPr/>
        </p:nvCxnSpPr>
        <p:spPr>
          <a:xfrm>
            <a:off x="1820601" y="1746250"/>
            <a:ext cx="368298"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1" name="Straight Arrow Connector 60"/>
          <p:cNvCxnSpPr/>
          <p:nvPr/>
        </p:nvCxnSpPr>
        <p:spPr>
          <a:xfrm>
            <a:off x="1826951" y="2330450"/>
            <a:ext cx="368298"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cxnSp>
        <p:nvCxnSpPr>
          <p:cNvPr id="62" name="Straight Arrow Connector 61"/>
          <p:cNvCxnSpPr/>
          <p:nvPr/>
        </p:nvCxnSpPr>
        <p:spPr>
          <a:xfrm>
            <a:off x="1833301" y="2927350"/>
            <a:ext cx="368298" cy="0"/>
          </a:xfrm>
          <a:prstGeom prst="straightConnector1">
            <a:avLst/>
          </a:prstGeom>
          <a:ln>
            <a:headEnd type="triangle"/>
            <a:tailEnd type="triangle"/>
          </a:ln>
        </p:spPr>
        <p:style>
          <a:lnRef idx="1">
            <a:schemeClr val="accent1"/>
          </a:lnRef>
          <a:fillRef idx="0">
            <a:schemeClr val="accent1"/>
          </a:fillRef>
          <a:effectRef idx="0">
            <a:schemeClr val="accent1"/>
          </a:effectRef>
          <a:fontRef idx="minor">
            <a:schemeClr val="tx1"/>
          </a:fontRef>
        </p:style>
      </p:cxnSp>
      <p:pic>
        <p:nvPicPr>
          <p:cNvPr id="2070" name="Picture 22" descr="https://documents.app.lucidchart.com/documents/1974f7d0-8837-4705-86b0-b124b3c2ce15/pages/WDag1akslAaB?a=1949&amp;x=-1994&amp;y=285&amp;w=308&amp;h=325&amp;store=1&amp;accept=image%2F*&amp;auth=LCA%2015ebdd4837c251302f3a48334c89981b2796cd6c-ts%3D1597965844"/>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276225" y="1314414"/>
            <a:ext cx="636327" cy="696275"/>
          </a:xfrm>
          <a:prstGeom prst="rect">
            <a:avLst/>
          </a:prstGeom>
          <a:noFill/>
          <a:extLst>
            <a:ext uri="{909E8E84-426E-40DD-AFC4-6F175D3DCCD1}">
              <a14:hiddenFill xmlns:a14="http://schemas.microsoft.com/office/drawing/2010/main">
                <a:solidFill>
                  <a:srgbClr val="FFFFFF"/>
                </a:solidFill>
              </a14:hiddenFill>
            </a:ext>
          </a:extLst>
        </p:spPr>
      </p:pic>
      <p:pic>
        <p:nvPicPr>
          <p:cNvPr id="65" name="Picture 22" descr="https://documents.app.lucidchart.com/documents/1974f7d0-8837-4705-86b0-b124b3c2ce15/pages/WDag1akslAaB?a=1949&amp;x=-1994&amp;y=285&amp;w=308&amp;h=325&amp;store=1&amp;accept=image%2F*&amp;auth=LCA%2015ebdd4837c251302f3a48334c89981b2796cd6c-ts%3D1597965844"/>
          <p:cNvPicPr>
            <a:picLocks noChangeAspect="1" noChangeArrowheads="1"/>
          </p:cNvPicPr>
          <p:nvPr/>
        </p:nvPicPr>
        <p:blipFill>
          <a:blip r:embed="rId9" cstate="print">
            <a:extLst>
              <a:ext uri="{28A0092B-C50C-407E-A947-70E740481C1C}">
                <a14:useLocalDpi xmlns:a14="http://schemas.microsoft.com/office/drawing/2010/main" val="0"/>
              </a:ext>
            </a:extLst>
          </a:blip>
          <a:srcRect/>
          <a:stretch>
            <a:fillRect/>
          </a:stretch>
        </p:blipFill>
        <p:spPr bwMode="auto">
          <a:xfrm>
            <a:off x="301625" y="2412964"/>
            <a:ext cx="636327" cy="696275"/>
          </a:xfrm>
          <a:prstGeom prst="rect">
            <a:avLst/>
          </a:prstGeom>
          <a:noFill/>
          <a:extLst>
            <a:ext uri="{909E8E84-426E-40DD-AFC4-6F175D3DCCD1}">
              <a14:hiddenFill xmlns:a14="http://schemas.microsoft.com/office/drawing/2010/main">
                <a:solidFill>
                  <a:srgbClr val="FFFFFF"/>
                </a:solidFill>
              </a14:hiddenFill>
            </a:ext>
          </a:extLst>
        </p:spPr>
      </p:pic>
      <p:pic>
        <p:nvPicPr>
          <p:cNvPr id="31" name="Picture 30"/>
          <p:cNvPicPr>
            <a:picLocks noChangeAspect="1"/>
          </p:cNvPicPr>
          <p:nvPr/>
        </p:nvPicPr>
        <p:blipFill>
          <a:blip r:embed="rId10"/>
          <a:stretch>
            <a:fillRect/>
          </a:stretch>
        </p:blipFill>
        <p:spPr>
          <a:xfrm>
            <a:off x="5254102" y="1631949"/>
            <a:ext cx="706033" cy="755651"/>
          </a:xfrm>
          <a:prstGeom prst="rect">
            <a:avLst/>
          </a:prstGeom>
        </p:spPr>
      </p:pic>
    </p:spTree>
    <p:extLst>
      <p:ext uri="{BB962C8B-B14F-4D97-AF65-F5344CB8AC3E}">
        <p14:creationId xmlns:p14="http://schemas.microsoft.com/office/powerpoint/2010/main" val="224010212"/>
      </p:ext>
    </p:extLst>
  </p:cSld>
  <p:clrMapOvr>
    <a:masterClrMapping/>
  </p:clrMapOvr>
  <p:timing>
    <p:tnLst>
      <p:par>
        <p:cTn id="1" dur="indefinite" restart="never" nodeType="tmRoot"/>
      </p:par>
    </p:tn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 name="Rectangle 6">
            <a:extLst>
              <a:ext uri="{FF2B5EF4-FFF2-40B4-BE49-F238E27FC236}">
                <a16:creationId xmlns:a16="http://schemas.microsoft.com/office/drawing/2014/main" id="{67BA73B7-0F7E-42FF-9363-BA4EB0197456}"/>
              </a:ext>
            </a:extLst>
          </p:cNvPr>
          <p:cNvSpPr/>
          <p:nvPr/>
        </p:nvSpPr>
        <p:spPr>
          <a:xfrm>
            <a:off x="7121529" y="2450671"/>
            <a:ext cx="1511662" cy="1532385"/>
          </a:xfrm>
          <a:prstGeom prst="rect">
            <a:avLst/>
          </a:prstGeom>
          <a:solidFill>
            <a:schemeClr val="bg1"/>
          </a:solidFill>
          <a:ln>
            <a:solidFill>
              <a:srgbClr val="1E2454"/>
            </a:solidFill>
          </a:ln>
        </p:spPr>
        <p:style>
          <a:lnRef idx="2">
            <a:schemeClr val="accent1">
              <a:shade val="50000"/>
            </a:schemeClr>
          </a:lnRef>
          <a:fillRef idx="1">
            <a:schemeClr val="accent1"/>
          </a:fillRef>
          <a:effectRef idx="0">
            <a:schemeClr val="accent1"/>
          </a:effectRef>
          <a:fontRef idx="minor">
            <a:schemeClr val="lt1"/>
          </a:fontRef>
        </p:style>
        <p:txBody>
          <a:bodyPr rtlCol="0" anchor="b"/>
          <a:lstStyle/>
          <a:p>
            <a:pPr algn="ctr"/>
            <a:r>
              <a:rPr lang="en-GB" sz="1200" b="1" i="1" dirty="0">
                <a:solidFill>
                  <a:schemeClr val="tx1"/>
                </a:solidFill>
              </a:rPr>
              <a:t>Part-Time Roles </a:t>
            </a:r>
          </a:p>
        </p:txBody>
      </p:sp>
      <p:sp>
        <p:nvSpPr>
          <p:cNvPr id="3" name="Title 2">
            <a:extLst>
              <a:ext uri="{FF2B5EF4-FFF2-40B4-BE49-F238E27FC236}">
                <a16:creationId xmlns:a16="http://schemas.microsoft.com/office/drawing/2014/main" id="{BB34F67F-32C0-479A-97DC-2BFC26378E52}"/>
              </a:ext>
            </a:extLst>
          </p:cNvPr>
          <p:cNvSpPr>
            <a:spLocks noGrp="1"/>
          </p:cNvSpPr>
          <p:nvPr>
            <p:ph type="title"/>
          </p:nvPr>
        </p:nvSpPr>
        <p:spPr/>
        <p:txBody>
          <a:bodyPr/>
          <a:lstStyle/>
          <a:p>
            <a:r>
              <a:rPr lang="en-US" dirty="0"/>
              <a:t>Project Team Structure</a:t>
            </a:r>
            <a:endParaRPr lang="en-US" dirty="0">
              <a:solidFill>
                <a:srgbClr val="FF0000"/>
              </a:solidFill>
            </a:endParaRPr>
          </a:p>
        </p:txBody>
      </p:sp>
      <p:grpSp>
        <p:nvGrpSpPr>
          <p:cNvPr id="2" name="Group 1">
            <a:extLst>
              <a:ext uri="{FF2B5EF4-FFF2-40B4-BE49-F238E27FC236}">
                <a16:creationId xmlns:a16="http://schemas.microsoft.com/office/drawing/2014/main" id="{BB261448-A3E0-4986-843F-632B8FED637A}"/>
              </a:ext>
            </a:extLst>
          </p:cNvPr>
          <p:cNvGrpSpPr/>
          <p:nvPr/>
        </p:nvGrpSpPr>
        <p:grpSpPr>
          <a:xfrm>
            <a:off x="1761189" y="1514411"/>
            <a:ext cx="6742068" cy="2762991"/>
            <a:chOff x="2003713" y="1127664"/>
            <a:chExt cx="6019910" cy="2852466"/>
          </a:xfrm>
        </p:grpSpPr>
        <p:sp>
          <p:nvSpPr>
            <p:cNvPr id="4" name="Rectangle: Rounded Corners 3">
              <a:extLst>
                <a:ext uri="{FF2B5EF4-FFF2-40B4-BE49-F238E27FC236}">
                  <a16:creationId xmlns:a16="http://schemas.microsoft.com/office/drawing/2014/main" id="{EF978617-32E6-4EE3-AFC7-6D1B34B4DE71}"/>
                </a:ext>
              </a:extLst>
            </p:cNvPr>
            <p:cNvSpPr/>
            <p:nvPr/>
          </p:nvSpPr>
          <p:spPr>
            <a:xfrm>
              <a:off x="4275270" y="1257194"/>
              <a:ext cx="1070712" cy="486441"/>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white"/>
                  </a:solidFill>
                  <a:effectLst/>
                  <a:uLnTx/>
                  <a:uFillTx/>
                  <a:latin typeface="Calibri"/>
                  <a:ea typeface="+mn-ea"/>
                  <a:cs typeface="+mn-cs"/>
                </a:rPr>
                <a:t>Programme/Project Manager </a:t>
              </a:r>
            </a:p>
          </p:txBody>
        </p:sp>
        <p:sp>
          <p:nvSpPr>
            <p:cNvPr id="9" name="Rectangle: Rounded Corners 8">
              <a:extLst>
                <a:ext uri="{FF2B5EF4-FFF2-40B4-BE49-F238E27FC236}">
                  <a16:creationId xmlns:a16="http://schemas.microsoft.com/office/drawing/2014/main" id="{0DA44632-1B22-49C5-8097-FF77A254E0B5}"/>
                </a:ext>
              </a:extLst>
            </p:cNvPr>
            <p:cNvSpPr/>
            <p:nvPr/>
          </p:nvSpPr>
          <p:spPr>
            <a:xfrm>
              <a:off x="3145562" y="2363522"/>
              <a:ext cx="1070712" cy="486441"/>
            </a:xfrm>
            <a:prstGeom prst="roundRect">
              <a:avLst/>
            </a:prstGeom>
            <a:solidFill>
              <a:srgbClr val="2638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900" dirty="0">
                  <a:solidFill>
                    <a:prstClr val="white"/>
                  </a:solidFill>
                  <a:latin typeface="Calibri"/>
                </a:rPr>
                <a:t>Pega Lead System Architect </a:t>
              </a:r>
              <a:endParaRPr kumimoji="0" lang="en-GB" sz="900" b="0" i="0" u="none" strike="noStrike" kern="1200" cap="none" spc="0" normalizeH="0" baseline="0" noProof="0" dirty="0">
                <a:ln>
                  <a:noFill/>
                </a:ln>
                <a:solidFill>
                  <a:prstClr val="white"/>
                </a:solidFill>
                <a:effectLst/>
                <a:uLnTx/>
                <a:uFillTx/>
                <a:latin typeface="Calibri"/>
                <a:ea typeface="+mn-ea"/>
                <a:cs typeface="+mn-cs"/>
              </a:endParaRPr>
            </a:p>
          </p:txBody>
        </p:sp>
        <p:sp>
          <p:nvSpPr>
            <p:cNvPr id="11" name="Rectangle: Rounded Corners 10">
              <a:extLst>
                <a:ext uri="{FF2B5EF4-FFF2-40B4-BE49-F238E27FC236}">
                  <a16:creationId xmlns:a16="http://schemas.microsoft.com/office/drawing/2014/main" id="{3101A317-9D76-4086-B209-D2A1CC950C27}"/>
                </a:ext>
              </a:extLst>
            </p:cNvPr>
            <p:cNvSpPr/>
            <p:nvPr/>
          </p:nvSpPr>
          <p:spPr>
            <a:xfrm>
              <a:off x="6929411" y="1443287"/>
              <a:ext cx="1070712" cy="228626"/>
            </a:xfrm>
            <a:prstGeom prst="roundRect">
              <a:avLst/>
            </a:prstGeom>
            <a:solidFill>
              <a:srgbClr val="2638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a:ln>
                    <a:noFill/>
                  </a:ln>
                  <a:solidFill>
                    <a:prstClr val="white"/>
                  </a:solidFill>
                  <a:effectLst/>
                  <a:uLnTx/>
                  <a:uFillTx/>
                  <a:latin typeface="Calibri"/>
                  <a:ea typeface="+mn-ea"/>
                  <a:cs typeface="+mn-cs"/>
                </a:rPr>
                <a:t>EPAM</a:t>
              </a:r>
            </a:p>
          </p:txBody>
        </p:sp>
        <p:sp>
          <p:nvSpPr>
            <p:cNvPr id="12" name="Rectangle: Rounded Corners 11">
              <a:extLst>
                <a:ext uri="{FF2B5EF4-FFF2-40B4-BE49-F238E27FC236}">
                  <a16:creationId xmlns:a16="http://schemas.microsoft.com/office/drawing/2014/main" id="{DDF03B0C-2976-437A-8820-AEA5EA16F9D9}"/>
                </a:ext>
              </a:extLst>
            </p:cNvPr>
            <p:cNvSpPr/>
            <p:nvPr/>
          </p:nvSpPr>
          <p:spPr>
            <a:xfrm>
              <a:off x="6929411" y="1127664"/>
              <a:ext cx="1070712" cy="228628"/>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white"/>
                  </a:solidFill>
                  <a:effectLst/>
                  <a:uLnTx/>
                  <a:uFillTx/>
                  <a:latin typeface="Calibri"/>
                  <a:ea typeface="+mn-ea"/>
                  <a:cs typeface="+mn-cs"/>
                </a:rPr>
                <a:t>ADNOC </a:t>
              </a:r>
            </a:p>
          </p:txBody>
        </p:sp>
        <p:sp>
          <p:nvSpPr>
            <p:cNvPr id="13" name="Rectangle: Rounded Corners 12">
              <a:extLst>
                <a:ext uri="{FF2B5EF4-FFF2-40B4-BE49-F238E27FC236}">
                  <a16:creationId xmlns:a16="http://schemas.microsoft.com/office/drawing/2014/main" id="{A3B8A322-1558-40D0-AF51-E5CA2C8524B8}"/>
                </a:ext>
              </a:extLst>
            </p:cNvPr>
            <p:cNvSpPr/>
            <p:nvPr/>
          </p:nvSpPr>
          <p:spPr>
            <a:xfrm>
              <a:off x="3145562" y="3493689"/>
              <a:ext cx="1070712" cy="486441"/>
            </a:xfrm>
            <a:prstGeom prst="roundRect">
              <a:avLst/>
            </a:prstGeom>
            <a:solidFill>
              <a:srgbClr val="2638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white"/>
                  </a:solidFill>
                  <a:effectLst/>
                  <a:uLnTx/>
                  <a:uFillTx/>
                  <a:latin typeface="Calibri"/>
                  <a:ea typeface="+mn-ea"/>
                  <a:cs typeface="+mn-cs"/>
                </a:rPr>
                <a:t>Pega System Architect(s) </a:t>
              </a:r>
            </a:p>
          </p:txBody>
        </p:sp>
        <p:sp>
          <p:nvSpPr>
            <p:cNvPr id="19" name="Rectangle: Rounded Corners 18">
              <a:extLst>
                <a:ext uri="{FF2B5EF4-FFF2-40B4-BE49-F238E27FC236}">
                  <a16:creationId xmlns:a16="http://schemas.microsoft.com/office/drawing/2014/main" id="{6823D424-6938-4709-9702-7DA58D85F1EE}"/>
                </a:ext>
              </a:extLst>
            </p:cNvPr>
            <p:cNvSpPr/>
            <p:nvPr/>
          </p:nvSpPr>
          <p:spPr>
            <a:xfrm>
              <a:off x="4275270" y="1801837"/>
              <a:ext cx="1070712" cy="486441"/>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white"/>
                  </a:solidFill>
                  <a:effectLst/>
                  <a:uLnTx/>
                  <a:uFillTx/>
                  <a:latin typeface="Calibri"/>
                  <a:ea typeface="+mn-ea"/>
                  <a:cs typeface="+mn-cs"/>
                </a:rPr>
                <a:t>Project Manager </a:t>
              </a:r>
            </a:p>
          </p:txBody>
        </p:sp>
        <p:sp>
          <p:nvSpPr>
            <p:cNvPr id="21" name="Rectangle: Rounded Corners 20">
              <a:extLst>
                <a:ext uri="{FF2B5EF4-FFF2-40B4-BE49-F238E27FC236}">
                  <a16:creationId xmlns:a16="http://schemas.microsoft.com/office/drawing/2014/main" id="{1990636D-E7E7-4320-A50E-9A44545BC8B9}"/>
                </a:ext>
              </a:extLst>
            </p:cNvPr>
            <p:cNvSpPr/>
            <p:nvPr/>
          </p:nvSpPr>
          <p:spPr>
            <a:xfrm>
              <a:off x="2003713" y="3493689"/>
              <a:ext cx="1070712" cy="486441"/>
            </a:xfrm>
            <a:prstGeom prst="roundRect">
              <a:avLst/>
            </a:prstGeom>
            <a:solidFill>
              <a:srgbClr val="2638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r>
                <a:rPr lang="en-GB" sz="900" dirty="0">
                  <a:solidFill>
                    <a:prstClr val="white"/>
                  </a:solidFill>
                  <a:latin typeface="Calibri"/>
                </a:rPr>
                <a:t>Pega Business Analyst(s)  </a:t>
              </a:r>
            </a:p>
          </p:txBody>
        </p:sp>
        <p:sp>
          <p:nvSpPr>
            <p:cNvPr id="23" name="Rectangle: Rounded Corners 22">
              <a:extLst>
                <a:ext uri="{FF2B5EF4-FFF2-40B4-BE49-F238E27FC236}">
                  <a16:creationId xmlns:a16="http://schemas.microsoft.com/office/drawing/2014/main" id="{ACBBD1EC-C91A-4F29-A751-9F70CABBE8C6}"/>
                </a:ext>
              </a:extLst>
            </p:cNvPr>
            <p:cNvSpPr/>
            <p:nvPr/>
          </p:nvSpPr>
          <p:spPr>
            <a:xfrm>
              <a:off x="5399320" y="2363190"/>
              <a:ext cx="1070712" cy="486441"/>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white"/>
                  </a:solidFill>
                  <a:effectLst/>
                  <a:uLnTx/>
                  <a:uFillTx/>
                  <a:latin typeface="Calibri"/>
                  <a:ea typeface="+mn-ea"/>
                  <a:cs typeface="+mn-cs"/>
                </a:rPr>
                <a:t>Subject Matter Experts</a:t>
              </a:r>
            </a:p>
          </p:txBody>
        </p:sp>
        <p:sp>
          <p:nvSpPr>
            <p:cNvPr id="26" name="Rectangle: Rounded Corners 25">
              <a:extLst>
                <a:ext uri="{FF2B5EF4-FFF2-40B4-BE49-F238E27FC236}">
                  <a16:creationId xmlns:a16="http://schemas.microsoft.com/office/drawing/2014/main" id="{9471966B-A387-472C-9977-74DF3AAD7716}"/>
                </a:ext>
              </a:extLst>
            </p:cNvPr>
            <p:cNvSpPr/>
            <p:nvPr/>
          </p:nvSpPr>
          <p:spPr>
            <a:xfrm>
              <a:off x="3145562" y="1247205"/>
              <a:ext cx="1070712" cy="486441"/>
            </a:xfrm>
            <a:prstGeom prst="roundRect">
              <a:avLst/>
            </a:prstGeom>
            <a:solidFill>
              <a:srgbClr val="2638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900" dirty="0">
                  <a:solidFill>
                    <a:prstClr val="white"/>
                  </a:solidFill>
                  <a:latin typeface="Calibri"/>
                </a:rPr>
                <a:t>Delivery </a:t>
              </a:r>
              <a:r>
                <a:rPr kumimoji="0" lang="en-GB" sz="900" b="0" i="0" u="none" strike="noStrike" kern="1200" cap="none" spc="0" normalizeH="0" baseline="0" noProof="0" dirty="0">
                  <a:ln>
                    <a:noFill/>
                  </a:ln>
                  <a:solidFill>
                    <a:prstClr val="white"/>
                  </a:solidFill>
                  <a:effectLst/>
                  <a:uLnTx/>
                  <a:uFillTx/>
                  <a:latin typeface="Calibri"/>
                  <a:ea typeface="+mn-ea"/>
                  <a:cs typeface="+mn-cs"/>
                </a:rPr>
                <a:t> </a:t>
              </a: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white"/>
                  </a:solidFill>
                  <a:effectLst/>
                  <a:uLnTx/>
                  <a:uFillTx/>
                  <a:latin typeface="Calibri"/>
                  <a:ea typeface="+mn-ea"/>
                  <a:cs typeface="+mn-cs"/>
                </a:rPr>
                <a:t>Manager</a:t>
              </a:r>
            </a:p>
          </p:txBody>
        </p:sp>
        <p:sp>
          <p:nvSpPr>
            <p:cNvPr id="30" name="Rectangle: Rounded Corners 29">
              <a:extLst>
                <a:ext uri="{FF2B5EF4-FFF2-40B4-BE49-F238E27FC236}">
                  <a16:creationId xmlns:a16="http://schemas.microsoft.com/office/drawing/2014/main" id="{E2B66A28-B79A-4307-9464-95F522ADE7A9}"/>
                </a:ext>
              </a:extLst>
            </p:cNvPr>
            <p:cNvSpPr/>
            <p:nvPr/>
          </p:nvSpPr>
          <p:spPr>
            <a:xfrm>
              <a:off x="6952911" y="2783168"/>
              <a:ext cx="1070712" cy="486441"/>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white"/>
                  </a:solidFill>
                  <a:effectLst/>
                  <a:uLnTx/>
                  <a:uFillTx/>
                  <a:latin typeface="Calibri"/>
                  <a:ea typeface="+mn-ea"/>
                  <a:cs typeface="+mn-cs"/>
                </a:rPr>
                <a:t>IT Technical teams </a:t>
              </a:r>
            </a:p>
          </p:txBody>
        </p:sp>
      </p:grpSp>
      <p:sp>
        <p:nvSpPr>
          <p:cNvPr id="32" name="Rectangle: Rounded Corners 31">
            <a:extLst>
              <a:ext uri="{FF2B5EF4-FFF2-40B4-BE49-F238E27FC236}">
                <a16:creationId xmlns:a16="http://schemas.microsoft.com/office/drawing/2014/main" id="{FD480088-B4D7-41C7-98C6-249C925F1457}"/>
              </a:ext>
            </a:extLst>
          </p:cNvPr>
          <p:cNvSpPr/>
          <p:nvPr/>
        </p:nvSpPr>
        <p:spPr>
          <a:xfrm>
            <a:off x="4305246" y="3799323"/>
            <a:ext cx="1199157" cy="471182"/>
          </a:xfrm>
          <a:prstGeom prst="roundRect">
            <a:avLst/>
          </a:prstGeom>
          <a:solidFill>
            <a:srgbClr val="2638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900" dirty="0">
                <a:solidFill>
                  <a:prstClr val="white"/>
                </a:solidFill>
                <a:latin typeface="Calibri"/>
              </a:rPr>
              <a:t>QA Engineer </a:t>
            </a:r>
            <a:endParaRPr kumimoji="0" lang="en-GB" sz="900" b="0" i="0" u="none" strike="noStrike" kern="1200" cap="none" spc="0" normalizeH="0" baseline="0" noProof="0" dirty="0">
              <a:ln>
                <a:noFill/>
              </a:ln>
              <a:solidFill>
                <a:prstClr val="white"/>
              </a:solidFill>
              <a:effectLst/>
              <a:uLnTx/>
              <a:uFillTx/>
              <a:latin typeface="Calibri"/>
              <a:ea typeface="+mn-ea"/>
              <a:cs typeface="+mn-cs"/>
            </a:endParaRPr>
          </a:p>
        </p:txBody>
      </p:sp>
      <p:sp>
        <p:nvSpPr>
          <p:cNvPr id="34" name="Rectangle: Rounded Corners 33">
            <a:extLst>
              <a:ext uri="{FF2B5EF4-FFF2-40B4-BE49-F238E27FC236}">
                <a16:creationId xmlns:a16="http://schemas.microsoft.com/office/drawing/2014/main" id="{1F2008BC-0EBF-4D5B-B997-2D1C1738D0B0}"/>
              </a:ext>
            </a:extLst>
          </p:cNvPr>
          <p:cNvSpPr/>
          <p:nvPr/>
        </p:nvSpPr>
        <p:spPr>
          <a:xfrm>
            <a:off x="7304100" y="2560388"/>
            <a:ext cx="1199157" cy="471182"/>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white"/>
                </a:solidFill>
                <a:effectLst/>
                <a:uLnTx/>
                <a:uFillTx/>
                <a:latin typeface="Calibri"/>
                <a:ea typeface="+mn-ea"/>
                <a:cs typeface="+mn-cs"/>
              </a:rPr>
              <a:t>Trainer </a:t>
            </a:r>
          </a:p>
        </p:txBody>
      </p:sp>
      <p:sp>
        <p:nvSpPr>
          <p:cNvPr id="14" name="Rectangle: Rounded Corners 13">
            <a:extLst>
              <a:ext uri="{FF2B5EF4-FFF2-40B4-BE49-F238E27FC236}">
                <a16:creationId xmlns:a16="http://schemas.microsoft.com/office/drawing/2014/main" id="{775EBD34-D755-4044-B8A5-FB88275F90CF}"/>
              </a:ext>
            </a:extLst>
          </p:cNvPr>
          <p:cNvSpPr/>
          <p:nvPr/>
        </p:nvSpPr>
        <p:spPr>
          <a:xfrm>
            <a:off x="4305246" y="2698489"/>
            <a:ext cx="1199156" cy="471182"/>
          </a:xfrm>
          <a:prstGeom prst="roundRect">
            <a:avLst/>
          </a:prstGeom>
          <a:solidFill>
            <a:srgbClr val="39C2D7"/>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white"/>
                </a:solidFill>
                <a:effectLst/>
                <a:uLnTx/>
                <a:uFillTx/>
                <a:latin typeface="Calibri"/>
                <a:ea typeface="+mn-ea"/>
                <a:cs typeface="+mn-cs"/>
              </a:rPr>
              <a:t>Enterprise Architect </a:t>
            </a:r>
          </a:p>
        </p:txBody>
      </p:sp>
      <p:sp>
        <p:nvSpPr>
          <p:cNvPr id="16" name="Rectangle: Rounded Corners 15">
            <a:extLst>
              <a:ext uri="{FF2B5EF4-FFF2-40B4-BE49-F238E27FC236}">
                <a16:creationId xmlns:a16="http://schemas.microsoft.com/office/drawing/2014/main" id="{536F352A-04F6-4052-A411-D1E6801793C2}"/>
              </a:ext>
            </a:extLst>
          </p:cNvPr>
          <p:cNvSpPr/>
          <p:nvPr/>
        </p:nvSpPr>
        <p:spPr>
          <a:xfrm>
            <a:off x="3040018" y="3271134"/>
            <a:ext cx="1199156" cy="471182"/>
          </a:xfrm>
          <a:prstGeom prst="roundRect">
            <a:avLst/>
          </a:prstGeom>
          <a:solidFill>
            <a:srgbClr val="2638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900" dirty="0">
                <a:solidFill>
                  <a:prstClr val="white"/>
                </a:solidFill>
                <a:latin typeface="Calibri"/>
              </a:rPr>
              <a:t>Pega  Senior System Architect(S) </a:t>
            </a:r>
            <a:endParaRPr kumimoji="0" lang="en-GB" sz="900" b="0" i="0" u="none" strike="noStrike" kern="1200" cap="none" spc="0" normalizeH="0" baseline="0" noProof="0" dirty="0">
              <a:ln>
                <a:noFill/>
              </a:ln>
              <a:solidFill>
                <a:prstClr val="white"/>
              </a:solidFill>
              <a:effectLst/>
              <a:uLnTx/>
              <a:uFillTx/>
              <a:latin typeface="Calibri"/>
              <a:ea typeface="+mn-ea"/>
              <a:cs typeface="+mn-cs"/>
            </a:endParaRPr>
          </a:p>
        </p:txBody>
      </p:sp>
      <p:sp>
        <p:nvSpPr>
          <p:cNvPr id="8" name="Rectangle: Rounded Corners 7">
            <a:extLst>
              <a:ext uri="{FF2B5EF4-FFF2-40B4-BE49-F238E27FC236}">
                <a16:creationId xmlns:a16="http://schemas.microsoft.com/office/drawing/2014/main" id="{D09E72B7-5F7F-40A1-A8BD-DA2A2EDA04DF}"/>
              </a:ext>
            </a:extLst>
          </p:cNvPr>
          <p:cNvSpPr/>
          <p:nvPr/>
        </p:nvSpPr>
        <p:spPr>
          <a:xfrm>
            <a:off x="3040016" y="2176418"/>
            <a:ext cx="1199157" cy="471182"/>
          </a:xfrm>
          <a:prstGeom prst="roundRect">
            <a:avLst/>
          </a:prstGeom>
          <a:solidFill>
            <a:srgbClr val="2638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900" dirty="0">
                <a:solidFill>
                  <a:prstClr val="white"/>
                </a:solidFill>
                <a:latin typeface="Calibri"/>
              </a:rPr>
              <a:t>Engagement Lead </a:t>
            </a:r>
            <a:endParaRPr kumimoji="0" lang="en-GB" sz="900" b="0" i="0" u="none" strike="noStrike" kern="1200" cap="none" spc="0" normalizeH="0" baseline="0" noProof="0" dirty="0">
              <a:ln>
                <a:noFill/>
              </a:ln>
              <a:solidFill>
                <a:prstClr val="white"/>
              </a:solidFill>
              <a:effectLst/>
              <a:uLnTx/>
              <a:uFillTx/>
              <a:latin typeface="Calibri"/>
              <a:ea typeface="+mn-ea"/>
              <a:cs typeface="+mn-cs"/>
            </a:endParaRPr>
          </a:p>
        </p:txBody>
      </p:sp>
      <p:sp>
        <p:nvSpPr>
          <p:cNvPr id="10" name="Rectangle: Rounded Corners 9">
            <a:extLst>
              <a:ext uri="{FF2B5EF4-FFF2-40B4-BE49-F238E27FC236}">
                <a16:creationId xmlns:a16="http://schemas.microsoft.com/office/drawing/2014/main" id="{0512571C-05E5-40C7-85C0-FB50D90F8DE7}"/>
              </a:ext>
            </a:extLst>
          </p:cNvPr>
          <p:cNvSpPr/>
          <p:nvPr/>
        </p:nvSpPr>
        <p:spPr>
          <a:xfrm>
            <a:off x="5564137" y="2176418"/>
            <a:ext cx="1199157" cy="471182"/>
          </a:xfrm>
          <a:prstGeom prst="roundRect">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GB" sz="900" b="0" i="0" u="none" strike="noStrike" kern="1200" cap="none" spc="0" normalizeH="0" baseline="0" noProof="0" dirty="0">
                <a:ln>
                  <a:noFill/>
                </a:ln>
                <a:solidFill>
                  <a:prstClr val="white"/>
                </a:solidFill>
                <a:effectLst/>
                <a:uLnTx/>
                <a:uFillTx/>
                <a:latin typeface="Calibri"/>
                <a:ea typeface="+mn-ea"/>
                <a:cs typeface="+mn-cs"/>
              </a:rPr>
              <a:t>Product Owner</a:t>
            </a:r>
          </a:p>
        </p:txBody>
      </p:sp>
      <p:sp>
        <p:nvSpPr>
          <p:cNvPr id="17" name="Rectangle: Rounded Corners 16">
            <a:extLst>
              <a:ext uri="{FF2B5EF4-FFF2-40B4-BE49-F238E27FC236}">
                <a16:creationId xmlns:a16="http://schemas.microsoft.com/office/drawing/2014/main" id="{9770CD9E-1AF5-4307-B7BB-6A44A65348D7}"/>
              </a:ext>
            </a:extLst>
          </p:cNvPr>
          <p:cNvSpPr/>
          <p:nvPr/>
        </p:nvSpPr>
        <p:spPr>
          <a:xfrm>
            <a:off x="1777956" y="2746037"/>
            <a:ext cx="1199157" cy="471182"/>
          </a:xfrm>
          <a:prstGeom prst="roundRect">
            <a:avLst/>
          </a:prstGeom>
          <a:solidFill>
            <a:srgbClr val="2638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900" dirty="0" err="1">
                <a:solidFill>
                  <a:prstClr val="white"/>
                </a:solidFill>
                <a:latin typeface="Calibri"/>
              </a:rPr>
              <a:t>.Net</a:t>
            </a:r>
            <a:r>
              <a:rPr lang="en-GB" sz="900" dirty="0">
                <a:solidFill>
                  <a:prstClr val="white"/>
                </a:solidFill>
                <a:latin typeface="Calibri"/>
              </a:rPr>
              <a:t> Solution Architect </a:t>
            </a:r>
            <a:endParaRPr kumimoji="0" lang="en-GB" sz="900" b="0" i="0" u="none" strike="noStrike" kern="1200" cap="none" spc="0" normalizeH="0" baseline="0" noProof="0" dirty="0">
              <a:ln>
                <a:noFill/>
              </a:ln>
              <a:solidFill>
                <a:prstClr val="white"/>
              </a:solidFill>
              <a:effectLst/>
              <a:uLnTx/>
              <a:uFillTx/>
              <a:latin typeface="Calibri"/>
              <a:ea typeface="+mn-ea"/>
              <a:cs typeface="+mn-cs"/>
            </a:endParaRPr>
          </a:p>
        </p:txBody>
      </p:sp>
      <p:sp>
        <p:nvSpPr>
          <p:cNvPr id="18" name="Rectangle: Rounded Corners 17">
            <a:extLst>
              <a:ext uri="{FF2B5EF4-FFF2-40B4-BE49-F238E27FC236}">
                <a16:creationId xmlns:a16="http://schemas.microsoft.com/office/drawing/2014/main" id="{60BD73CB-425B-4818-8038-B7398F4A1BCB}"/>
              </a:ext>
            </a:extLst>
          </p:cNvPr>
          <p:cNvSpPr/>
          <p:nvPr/>
        </p:nvSpPr>
        <p:spPr>
          <a:xfrm>
            <a:off x="1761190" y="3271134"/>
            <a:ext cx="1199157" cy="471182"/>
          </a:xfrm>
          <a:prstGeom prst="roundRect">
            <a:avLst/>
          </a:prstGeom>
          <a:solidFill>
            <a:srgbClr val="26385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lang="en-GB" sz="900" dirty="0" err="1">
                <a:solidFill>
                  <a:prstClr val="white"/>
                </a:solidFill>
                <a:latin typeface="Calibri"/>
              </a:rPr>
              <a:t>.Net</a:t>
            </a:r>
            <a:r>
              <a:rPr lang="en-GB" sz="900" dirty="0">
                <a:solidFill>
                  <a:prstClr val="white"/>
                </a:solidFill>
                <a:latin typeface="Calibri"/>
              </a:rPr>
              <a:t> Developers</a:t>
            </a:r>
            <a:endParaRPr kumimoji="0" lang="en-GB" sz="900" b="0" i="0" u="none" strike="noStrike" kern="1200" cap="none" spc="0" normalizeH="0" baseline="0" noProof="0" dirty="0">
              <a:ln>
                <a:noFill/>
              </a:ln>
              <a:solidFill>
                <a:prstClr val="white"/>
              </a:solidFill>
              <a:effectLst/>
              <a:uLnTx/>
              <a:uFillTx/>
              <a:latin typeface="Calibri"/>
              <a:ea typeface="+mn-ea"/>
              <a:cs typeface="+mn-cs"/>
            </a:endParaRPr>
          </a:p>
        </p:txBody>
      </p:sp>
    </p:spTree>
    <p:extLst>
      <p:ext uri="{BB962C8B-B14F-4D97-AF65-F5344CB8AC3E}">
        <p14:creationId xmlns:p14="http://schemas.microsoft.com/office/powerpoint/2010/main" val="383873007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B34F67F-32C0-479A-97DC-2BFC26378E52}"/>
              </a:ext>
            </a:extLst>
          </p:cNvPr>
          <p:cNvSpPr>
            <a:spLocks noGrp="1"/>
          </p:cNvSpPr>
          <p:nvPr>
            <p:ph type="title"/>
          </p:nvPr>
        </p:nvSpPr>
        <p:spPr/>
        <p:txBody>
          <a:bodyPr/>
          <a:lstStyle/>
          <a:p>
            <a:r>
              <a:rPr lang="en-US" dirty="0"/>
              <a:t>High Level Project Plan </a:t>
            </a:r>
            <a:endParaRPr lang="en-US" dirty="0">
              <a:solidFill>
                <a:srgbClr val="FF0000"/>
              </a:solidFill>
            </a:endParaRPr>
          </a:p>
        </p:txBody>
      </p:sp>
    </p:spTree>
    <p:extLst>
      <p:ext uri="{BB962C8B-B14F-4D97-AF65-F5344CB8AC3E}">
        <p14:creationId xmlns:p14="http://schemas.microsoft.com/office/powerpoint/2010/main" val="3058508410"/>
      </p:ext>
    </p:extLst>
  </p:cSld>
  <p:clrMapOvr>
    <a:masterClrMapping/>
  </p:clrMapOvr>
  <p:timing>
    <p:tnLst>
      <p:par>
        <p:cTn id="1" dur="indefinite" restart="never" nodeType="tmRoot"/>
      </p:par>
    </p:tn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B34F67F-32C0-479A-97DC-2BFC26378E52}"/>
              </a:ext>
            </a:extLst>
          </p:cNvPr>
          <p:cNvSpPr>
            <a:spLocks noGrp="1"/>
          </p:cNvSpPr>
          <p:nvPr>
            <p:ph type="title"/>
          </p:nvPr>
        </p:nvSpPr>
        <p:spPr/>
        <p:txBody>
          <a:bodyPr/>
          <a:lstStyle/>
          <a:p>
            <a:r>
              <a:rPr lang="en-US" dirty="0"/>
              <a:t>Project Costs </a:t>
            </a:r>
            <a:endParaRPr lang="en-US" dirty="0">
              <a:solidFill>
                <a:srgbClr val="FF0000"/>
              </a:solidFill>
            </a:endParaRPr>
          </a:p>
        </p:txBody>
      </p:sp>
      <p:sp>
        <p:nvSpPr>
          <p:cNvPr id="2" name="Text Placeholder 1">
            <a:extLst>
              <a:ext uri="{FF2B5EF4-FFF2-40B4-BE49-F238E27FC236}">
                <a16:creationId xmlns:a16="http://schemas.microsoft.com/office/drawing/2014/main" id="{91B7D190-3286-4B32-930A-62E188B5CAA9}"/>
              </a:ext>
            </a:extLst>
          </p:cNvPr>
          <p:cNvSpPr>
            <a:spLocks noGrp="1"/>
          </p:cNvSpPr>
          <p:nvPr>
            <p:ph type="body" sz="quarter" idx="10"/>
          </p:nvPr>
        </p:nvSpPr>
        <p:spPr>
          <a:xfrm>
            <a:off x="358778" y="739775"/>
            <a:ext cx="8426443" cy="3663950"/>
          </a:xfrm>
        </p:spPr>
        <p:txBody>
          <a:bodyPr/>
          <a:lstStyle/>
          <a:p>
            <a:pPr marL="285750" indent="-285750">
              <a:buFont typeface="Arial" panose="020B0604020202020204" pitchFamily="34" charset="0"/>
              <a:buChar char="•"/>
            </a:pPr>
            <a:r>
              <a:rPr lang="en-GB" dirty="0"/>
              <a:t>Pega Platform configuration (application foundation, data model, data migration etc) </a:t>
            </a:r>
          </a:p>
          <a:p>
            <a:pPr marL="285750" indent="-285750">
              <a:buFont typeface="Arial" panose="020B0604020202020204" pitchFamily="34" charset="0"/>
              <a:buChar char="•"/>
            </a:pPr>
            <a:r>
              <a:rPr lang="en-GB" dirty="0"/>
              <a:t>Pega Application Configuration </a:t>
            </a:r>
          </a:p>
          <a:p>
            <a:pPr marL="285750" indent="-285750">
              <a:buFont typeface="Arial" panose="020B0604020202020204" pitchFamily="34" charset="0"/>
              <a:buChar char="•"/>
            </a:pPr>
            <a:r>
              <a:rPr lang="en-GB" dirty="0"/>
              <a:t>Build API services (new) </a:t>
            </a:r>
          </a:p>
          <a:p>
            <a:pPr marL="285750" indent="-285750">
              <a:buFont typeface="Arial" panose="020B0604020202020204" pitchFamily="34" charset="0"/>
              <a:buChar char="•"/>
            </a:pPr>
            <a:r>
              <a:rPr lang="en-GB" dirty="0"/>
              <a:t>Rebuild existing API services (reuse) </a:t>
            </a:r>
          </a:p>
        </p:txBody>
      </p:sp>
    </p:spTree>
    <p:extLst>
      <p:ext uri="{BB962C8B-B14F-4D97-AF65-F5344CB8AC3E}">
        <p14:creationId xmlns:p14="http://schemas.microsoft.com/office/powerpoint/2010/main" val="388552733"/>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itle 2">
            <a:extLst>
              <a:ext uri="{FF2B5EF4-FFF2-40B4-BE49-F238E27FC236}">
                <a16:creationId xmlns:a16="http://schemas.microsoft.com/office/drawing/2014/main" id="{BB34F67F-32C0-479A-97DC-2BFC26378E52}"/>
              </a:ext>
            </a:extLst>
          </p:cNvPr>
          <p:cNvSpPr>
            <a:spLocks noGrp="1"/>
          </p:cNvSpPr>
          <p:nvPr>
            <p:ph type="title"/>
          </p:nvPr>
        </p:nvSpPr>
        <p:spPr/>
        <p:txBody>
          <a:bodyPr/>
          <a:lstStyle/>
          <a:p>
            <a:r>
              <a:rPr lang="en-US" dirty="0"/>
              <a:t>Assumptions</a:t>
            </a:r>
            <a:endParaRPr lang="en-US" dirty="0">
              <a:solidFill>
                <a:srgbClr val="FF0000"/>
              </a:solidFill>
            </a:endParaRPr>
          </a:p>
        </p:txBody>
      </p:sp>
      <p:sp>
        <p:nvSpPr>
          <p:cNvPr id="2" name="Text Placeholder 1">
            <a:extLst>
              <a:ext uri="{FF2B5EF4-FFF2-40B4-BE49-F238E27FC236}">
                <a16:creationId xmlns:a16="http://schemas.microsoft.com/office/drawing/2014/main" id="{C68E17E5-BFE4-4DB0-BA75-4DEDC4EA1C11}"/>
              </a:ext>
            </a:extLst>
          </p:cNvPr>
          <p:cNvSpPr>
            <a:spLocks noGrp="1"/>
          </p:cNvSpPr>
          <p:nvPr>
            <p:ph type="body" sz="quarter" idx="10"/>
          </p:nvPr>
        </p:nvSpPr>
        <p:spPr>
          <a:xfrm>
            <a:off x="360363" y="691763"/>
            <a:ext cx="8426443" cy="4051687"/>
          </a:xfrm>
        </p:spPr>
        <p:txBody>
          <a:bodyPr/>
          <a:lstStyle/>
          <a:p>
            <a:pPr marL="285750" indent="-285750">
              <a:buFont typeface="Arial" panose="020B0604020202020204" pitchFamily="34" charset="0"/>
              <a:buChar char="•"/>
            </a:pPr>
            <a:r>
              <a:rPr lang="en-GB" dirty="0"/>
              <a:t>If we implement a full Pega platform implementation project we will reduce significant work effort related to configuring API services between e-WDP and a BPM back-end </a:t>
            </a:r>
          </a:p>
          <a:p>
            <a:pPr marL="285750" indent="-285750">
              <a:buFont typeface="Arial" panose="020B0604020202020204" pitchFamily="34" charset="0"/>
              <a:buChar char="•"/>
            </a:pPr>
            <a:r>
              <a:rPr lang="en-GB" dirty="0"/>
              <a:t>Pega BRE implementation is more complicated comparing to a greenfield Pega implementation including FE and BE implementation </a:t>
            </a:r>
          </a:p>
        </p:txBody>
      </p:sp>
    </p:spTree>
    <p:extLst>
      <p:ext uri="{BB962C8B-B14F-4D97-AF65-F5344CB8AC3E}">
        <p14:creationId xmlns:p14="http://schemas.microsoft.com/office/powerpoint/2010/main" val="2821612875"/>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 name="Title 4">
            <a:extLst>
              <a:ext uri="{FF2B5EF4-FFF2-40B4-BE49-F238E27FC236}">
                <a16:creationId xmlns:a16="http://schemas.microsoft.com/office/drawing/2014/main" id="{7088213D-E6CE-454B-8184-DEE70E00DB7C}"/>
              </a:ext>
            </a:extLst>
          </p:cNvPr>
          <p:cNvSpPr>
            <a:spLocks noGrp="1"/>
          </p:cNvSpPr>
          <p:nvPr>
            <p:ph type="title"/>
          </p:nvPr>
        </p:nvSpPr>
        <p:spPr/>
        <p:txBody>
          <a:bodyPr/>
          <a:lstStyle/>
          <a:p>
            <a:r>
              <a:rPr lang="en-US"/>
              <a:t>Thank you</a:t>
            </a:r>
          </a:p>
        </p:txBody>
      </p:sp>
      <p:sp>
        <p:nvSpPr>
          <p:cNvPr id="4" name="Slide Number Placeholder 3">
            <a:extLst>
              <a:ext uri="{FF2B5EF4-FFF2-40B4-BE49-F238E27FC236}">
                <a16:creationId xmlns:a16="http://schemas.microsoft.com/office/drawing/2014/main" id="{E85727D1-09D0-4624-88F9-15F5E01BE4F0}"/>
              </a:ext>
            </a:extLst>
          </p:cNvPr>
          <p:cNvSpPr>
            <a:spLocks noGrp="1"/>
          </p:cNvSpPr>
          <p:nvPr>
            <p:ph type="sldNum" sz="quarter" idx="4294967295"/>
          </p:nvPr>
        </p:nvSpPr>
        <p:spPr>
          <a:xfrm>
            <a:off x="7672388" y="4902200"/>
            <a:ext cx="1471612" cy="184150"/>
          </a:xfrm>
        </p:spPr>
        <p:txBody>
          <a:bodyPr/>
          <a:lstStyle/>
          <a:p>
            <a:pPr algn="r" defTabSz="342542"/>
            <a:fld id="{04825EE3-D40C-4F67-95F2-2B3AD93195DA}" type="slidenum">
              <a:rPr lang="en-US" smtClean="0"/>
              <a:pPr algn="r" defTabSz="342542"/>
              <a:t>18</a:t>
            </a:fld>
            <a:endParaRPr lang="en-US"/>
          </a:p>
        </p:txBody>
      </p:sp>
    </p:spTree>
    <p:extLst>
      <p:ext uri="{BB962C8B-B14F-4D97-AF65-F5344CB8AC3E}">
        <p14:creationId xmlns:p14="http://schemas.microsoft.com/office/powerpoint/2010/main" val="1644031770"/>
      </p:ext>
    </p:extLst>
  </p:cSld>
  <p:clrMapOvr>
    <a:masterClrMapping/>
  </p:clrMapOvr>
</p:sld>
</file>

<file path=ppt/tags/tag1.xml><?xml version="1.0" encoding="utf-8"?>
<p:tagLst xmlns:a="http://schemas.openxmlformats.org/drawingml/2006/main" xmlns:r="http://schemas.openxmlformats.org/officeDocument/2006/relationships" xmlns:p="http://schemas.openxmlformats.org/presentationml/2006/main">
  <p:tag name="MIO_CHANGETRACKING" val="true"/>
</p:tagLst>
</file>

<file path=ppt/tags/tag2.xml><?xml version="1.0" encoding="utf-8"?>
<p:tagLst xmlns:a="http://schemas.openxmlformats.org/drawingml/2006/main" xmlns:r="http://schemas.openxmlformats.org/officeDocument/2006/relationships" xmlns:p="http://schemas.openxmlformats.org/presentationml/2006/main">
  <p:tag name="MIO_PRESI_FIRST_SLIDENUMBER" val="1"/>
  <p:tag name="MIO_FALLBACK_LAYOUT" val="7"/>
  <p:tag name="MIO_SHOW_DATE" val="False"/>
  <p:tag name="MIO_SHOW_FOOTER" val="False"/>
  <p:tag name="MIO_SHOW_PAGENUMBER" val="False"/>
  <p:tag name="MIO_AVOID_BLANK_LAYOUT" val="False"/>
  <p:tag name="MIO_CD_LAYOUT_VALID_AREA" val="False"/>
  <p:tag name="MIO_NUMBER_OF_VALID_LAYOUTS" val="31"/>
  <p:tag name="MIO_HDS" val="True"/>
  <p:tag name="MIO_SKIPVERSION" val="01.01.0001 00:00:00"/>
  <p:tag name="MIO_EKGUID" val="407451ca-ddbb-4f55-b398-86f6950394f6"/>
  <p:tag name="MIO_UPDATE" val="True"/>
  <p:tag name="MIO_VERSION" val="11.03.2020 13:25:19"/>
  <p:tag name="MIO_DBID" val="D7ED4A1B-644D-42C8-B85A-3AF7EB19A1AD"/>
  <p:tag name="MIO_LASTDOWNLOADED" val="16.07.2020 17:02:18"/>
  <p:tag name="MIO_OBJECTNAME" val="Presale_NA_MASTER"/>
  <p:tag name="MIO_LASTEDITORNAME" val="Peter Rutsch"/>
  <p:tag name="MIO_CDID" val="b2432654-21ad-4919-b8a6-653a7f8fcbff"/>
</p:tagLst>
</file>

<file path=ppt/tags/tag3.xml><?xml version="1.0" encoding="utf-8"?>
<p:tagLst xmlns:a="http://schemas.openxmlformats.org/drawingml/2006/main" xmlns:r="http://schemas.openxmlformats.org/officeDocument/2006/relationships" xmlns:p="http://schemas.openxmlformats.org/presentationml/2006/main">
  <p:tag name="EMPOWERBULLETV2" val="empowerBulletV2"/>
</p:tagLst>
</file>

<file path=ppt/tags/tag4.xml><?xml version="1.0" encoding="utf-8"?>
<p:tagLst xmlns:a="http://schemas.openxmlformats.org/drawingml/2006/main" xmlns:r="http://schemas.openxmlformats.org/officeDocument/2006/relationships" xmlns:p="http://schemas.openxmlformats.org/presentationml/2006/main">
  <p:tag name="THINKCELLSHAPEDONOTDELETE" val="thinkcellActiveDocDoNotDelete"/>
</p:tagLst>
</file>

<file path=ppt/tags/tag5.xml><?xml version="1.0" encoding="utf-8"?>
<p:tagLst xmlns:a="http://schemas.openxmlformats.org/drawingml/2006/main" xmlns:r="http://schemas.openxmlformats.org/officeDocument/2006/relationships" xmlns:p="http://schemas.openxmlformats.org/presentationml/2006/main">
  <p:tag name="THINKCELLSHAPEDONOTDELETE" val="tW7t5lusoTUeihWZliM7hIQ"/>
</p:tagLst>
</file>

<file path=ppt/theme/theme1.xml><?xml version="1.0" encoding="utf-8"?>
<a:theme xmlns:a="http://schemas.openxmlformats.org/drawingml/2006/main" name="Presale_MASTER">
  <a:themeElements>
    <a:clrScheme name="Custom 12">
      <a:dk1>
        <a:srgbClr val="222222"/>
      </a:dk1>
      <a:lt1>
        <a:sysClr val="window" lastClr="FFFFFF"/>
      </a:lt1>
      <a:dk2>
        <a:srgbClr val="464547"/>
      </a:dk2>
      <a:lt2>
        <a:srgbClr val="CCCCCC"/>
      </a:lt2>
      <a:accent1>
        <a:srgbClr val="222222"/>
      </a:accent1>
      <a:accent2>
        <a:srgbClr val="39C2D7"/>
      </a:accent2>
      <a:accent3>
        <a:srgbClr val="008ACF"/>
      </a:accent3>
      <a:accent4>
        <a:srgbClr val="A3C644"/>
      </a:accent4>
      <a:accent5>
        <a:srgbClr val="CEDB56"/>
      </a:accent5>
      <a:accent6>
        <a:srgbClr val="D35D47"/>
      </a:accent6>
      <a:hlink>
        <a:srgbClr val="76CDD8"/>
      </a:hlink>
      <a:folHlink>
        <a:srgbClr val="FF8500"/>
      </a:folHlink>
    </a:clrScheme>
    <a:fontScheme name="Custom 3">
      <a:majorFont>
        <a:latin typeface="Calibri Light"/>
        <a:ea typeface=""/>
        <a:cs typeface=""/>
      </a:majorFont>
      <a:minorFont>
        <a:latin typeface="Calibri"/>
        <a:ea typeface=""/>
        <a:cs typeface=""/>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spDef>
      <a:spPr>
        <a:solidFill>
          <a:schemeClr val="accent2"/>
        </a:solidFill>
        <a:ln>
          <a:noFill/>
        </a:ln>
      </a:spPr>
      <a:bodyPr rtlCol="0" anchor="ctr"/>
      <a:lstStyle>
        <a:defPPr algn="ctr">
          <a:defRPr sz="1200" dirty="0">
            <a:solidFill>
              <a:schemeClr val="accent1"/>
            </a:solidFill>
          </a:defRPr>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rtlCol="0">
        <a:spAutoFit/>
      </a:bodyPr>
      <a:lstStyle>
        <a:defPPr>
          <a:defRPr sz="1400" dirty="0"/>
        </a:defPPr>
      </a:lstStyle>
    </a:txDef>
  </a:objectDefaults>
  <a:extraClrSchemeLst/>
  <a:custClrLst>
    <a:custClr name="PALINA WHITE">
      <a:srgbClr val="FFFFFF"/>
    </a:custClr>
    <a:custClr name="LIGHT GRAY">
      <a:srgbClr val="CCCCCC"/>
    </a:custClr>
    <a:custClr name="DARK GRAY">
      <a:srgbClr val="464547"/>
    </a:custClr>
    <a:custClr name="GRAPHITE">
      <a:srgbClr val="222222"/>
    </a:custClr>
    <a:custClr name="EPAM BLUE">
      <a:srgbClr val="80CDD8"/>
    </a:custClr>
    <a:custClr name="SHARP BLUE">
      <a:srgbClr val="39C2D7"/>
    </a:custClr>
    <a:custClr name="BRIGHT BLUE">
      <a:srgbClr val="008ACF"/>
    </a:custClr>
    <a:custClr name="DARK BLUE">
      <a:srgbClr val="263852"/>
    </a:custClr>
    <a:custClr name="LIME GREEN">
      <a:srgbClr val="CEDB56"/>
    </a:custClr>
    <a:custClr name="CORAL">
      <a:srgbClr val="D35D47"/>
    </a:custClr>
  </a:custClrLst>
  <a:extLst>
    <a:ext uri="{05A4C25C-085E-4340-85A3-A5531E510DB2}">
      <thm15:themeFamily xmlns:thm15="http://schemas.microsoft.com/office/thememl/2012/main" name="EPAM PPTX Template" id="{07F0FB55-CFFA-47CA-99A0-A77E3213ACA6}" vid="{5C4EAAF8-284D-4A65-B20F-C47DE8AC2658}"/>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5B9BD5"/>
      </a:accent1>
      <a:accent2>
        <a:srgbClr val="ED7D31"/>
      </a:accent2>
      <a:accent3>
        <a:srgbClr val="A5A5A5"/>
      </a:accent3>
      <a:accent4>
        <a:srgbClr val="FFC000"/>
      </a:accent4>
      <a:accent5>
        <a:srgbClr val="4472C4"/>
      </a:accent5>
      <a:accent6>
        <a:srgbClr val="70AD47"/>
      </a:accent6>
      <a:hlink>
        <a:srgbClr val="0563C1"/>
      </a:hlink>
      <a:folHlink>
        <a:srgbClr val="954F72"/>
      </a:folHlink>
    </a:clrScheme>
    <a:fontScheme name="Office">
      <a:majorFont>
        <a:latin typeface="Calibri Light" panose="020F0302020204030204"/>
        <a:ea typeface=""/>
        <a:cs typeface=""/>
        <a:font script="Jpan" typeface="????? Light"/>
        <a:font script="Hang" typeface="?? ??"/>
        <a:font script="Hans" typeface="?? Light"/>
        <a:font script="Hant" typeface="????"/>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panose="020F0502020204030204"/>
        <a:ea typeface=""/>
        <a:cs typeface=""/>
        <a:font script="Jpan" typeface="?????"/>
        <a:font script="Hang" typeface="?? ??"/>
        <a:font script="Hans" typeface="??"/>
        <a:font script="Hant" typeface="????"/>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webextensions/_rels/taskpanes.xml.rels><?xml version="1.0" encoding="UTF-8" standalone="yes"?>
<Relationships xmlns="http://schemas.openxmlformats.org/package/2006/relationships"><Relationship Id="rId1" Type="http://schemas.microsoft.com/office/2011/relationships/webextension" Target="webextension1.xml"/></Relationships>
</file>

<file path=ppt/webextensions/taskpanes.xml><?xml version="1.0" encoding="utf-8"?>
<wetp:taskpanes xmlns:wetp="http://schemas.microsoft.com/office/webextensions/taskpanes/2010/11">
  <wetp:taskpane dockstate="right" visibility="0" width="525" row="4">
    <wetp:webextensionref xmlns:r="http://schemas.openxmlformats.org/officeDocument/2006/relationships" r:id="rId1"/>
  </wetp:taskpane>
</wetp:taskpanes>
</file>

<file path=ppt/webextensions/webextension1.xml><?xml version="1.0" encoding="utf-8"?>
<we:webextension xmlns:we="http://schemas.microsoft.com/office/webextensions/webextension/2010/11" id="{2109DD3F-C377-41F5-9DBE-44E37B0FF5A0}">
  <we:reference id="wa104381637" version="1.0.0.0" store="en-US" storeType="OMEX"/>
  <we:alternateReferences>
    <we:reference id="WA104381637" version="1.0.0.0" store="WA104381637" storeType="OMEX"/>
  </we:alternateReferences>
  <we:properties/>
  <we:bindings/>
  <we:snapshot xmlns:r="http://schemas.openxmlformats.org/officeDocument/2006/relationships"/>
</we:webextension>
</file>

<file path=customXml/_rels/item1.xml.rels><?xml version="1.0" encoding="UTF-8" standalone="yes"?>
<Relationships xmlns="http://schemas.openxmlformats.org/package/2006/relationships"><Relationship Id="rId1" Type="http://schemas.openxmlformats.org/officeDocument/2006/relationships/customXmlProps" Target="itemProps1.xml"/></Relationships>
</file>

<file path=customXml/_rels/item2.xml.rels><?xml version="1.0" encoding="UTF-8" standalone="yes"?>
<Relationships xmlns="http://schemas.openxmlformats.org/package/2006/relationships"><Relationship Id="rId1" Type="http://schemas.openxmlformats.org/officeDocument/2006/relationships/customXmlProps" Target="itemProps2.xml"/></Relationships>
</file>

<file path=customXml/_rels/item3.xml.rels><?xml version="1.0" encoding="UTF-8" standalone="yes"?>
<Relationships xmlns="http://schemas.openxmlformats.org/package/2006/relationships"><Relationship Id="rId1" Type="http://schemas.openxmlformats.org/officeDocument/2006/relationships/customXmlProps" Target="itemProps3.xml"/></Relationships>
</file>

<file path=customXml/item1.xml><?xml version="1.0" encoding="utf-8"?>
<?mso-contentType ?>
<FormTemplates xmlns="http://schemas.microsoft.com/sharepoint/v3/contenttype/forms">
  <Display>DocumentLibraryForm</Display>
  <Edit>DocumentLibraryForm</Edit>
  <New>DocumentLibraryForm</New>
</FormTemplates>
</file>

<file path=customXml/item2.xml><?xml version="1.0" encoding="utf-8"?>
<ct:contentTypeSchema xmlns:ct="http://schemas.microsoft.com/office/2006/metadata/contentType" xmlns:ma="http://schemas.microsoft.com/office/2006/metadata/properties/metaAttributes" ct:_="" ma:_="" ma:contentTypeName="Document" ma:contentTypeID="0x0101007FB5D6AA25EDB74FB49902DFB7F4434E" ma:contentTypeVersion="2" ma:contentTypeDescription="Create a new document." ma:contentTypeScope="" ma:versionID="928f4c9a9bddb1565132c9e756b280e6">
  <xsd:schema xmlns:xsd="http://www.w3.org/2001/XMLSchema" xmlns:xs="http://www.w3.org/2001/XMLSchema" xmlns:p="http://schemas.microsoft.com/office/2006/metadata/properties" xmlns:ns2="58e584c9-0869-479e-906f-e8276b815846" targetNamespace="http://schemas.microsoft.com/office/2006/metadata/properties" ma:root="true" ma:fieldsID="308f0fd56ca1f868daf602043eda9af9" ns2:_="">
    <xsd:import namespace="58e584c9-0869-479e-906f-e8276b815846"/>
    <xsd:element name="properties">
      <xsd:complexType>
        <xsd:sequence>
          <xsd:element name="documentManagement">
            <xsd:complexType>
              <xsd:all>
                <xsd:element ref="ns2:MediaServiceMetadata" minOccurs="0"/>
                <xsd:element ref="ns2:MediaServiceFastMetadata" minOccurs="0"/>
              </xsd:all>
            </xsd:complexType>
          </xsd:element>
        </xsd:sequence>
      </xsd:complexType>
    </xsd:element>
  </xsd:schema>
  <xsd:schema xmlns:xsd="http://www.w3.org/2001/XMLSchema" xmlns:xs="http://www.w3.org/2001/XMLSchema" xmlns:dms="http://schemas.microsoft.com/office/2006/documentManagement/types" xmlns:pc="http://schemas.microsoft.com/office/infopath/2007/PartnerControls" targetNamespace="58e584c9-0869-479e-906f-e8276b815846" elementFormDefault="qualified">
    <xsd:import namespace="http://schemas.microsoft.com/office/2006/documentManagement/types"/>
    <xsd:import namespace="http://schemas.microsoft.com/office/infopath/2007/PartnerControls"/>
    <xsd:element name="MediaServiceMetadata" ma:index="8" nillable="true" ma:displayName="MediaServiceMetadata" ma:hidden="true" ma:internalName="MediaServiceMetadata" ma:readOnly="true">
      <xsd:simpleType>
        <xsd:restriction base="dms:Note"/>
      </xsd:simpleType>
    </xsd:element>
    <xsd:element name="MediaServiceFastMetadata" ma:index="9" nillable="true" ma:displayName="MediaServiceFastMetadata" ma:hidden="true" ma:internalName="MediaServiceFastMetadata" ma:readOnly="true">
      <xsd:simpleType>
        <xsd:restriction base="dms:Note"/>
      </xsd:simpleType>
    </xsd:element>
  </xsd:schema>
  <xsd:schema xmlns="http://schemas.openxmlformats.org/package/2006/metadata/core-properties" xmlns:xsd="http://www.w3.org/2001/XMLSchema" xmlns:xsi="http://www.w3.org/2001/XMLSchema-instance" xmlns:dc="http://purl.org/dc/elements/1.1/" xmlns:dcterms="http://purl.org/dc/terms/" xmlns:odoc="http://schemas.microsoft.com/internal/obd" targetNamespace="http://schemas.openxmlformats.org/package/2006/metadata/core-properties" elementFormDefault="qualified" attributeFormDefault="unqualified" blockDefault="#all">
    <xsd:import namespace="http://purl.org/dc/elements/1.1/" schemaLocation="http://dublincore.org/schemas/xmls/qdc/2003/04/02/dc.xsd"/>
    <xsd:import namespace="http://purl.org/dc/terms/" schemaLocation="http://dublincore.org/schemas/xmls/qdc/2003/04/02/dcterms.xsd"/>
    <xsd:element name="coreProperties" type="CT_coreProperties"/>
    <xsd:complexType name="CT_coreProperties">
      <xsd:all>
        <xsd:element ref="dc:creator" minOccurs="0" maxOccurs="1"/>
        <xsd:element ref="dcterms:created" minOccurs="0" maxOccurs="1"/>
        <xsd:element ref="dc:identifier" minOccurs="0" maxOccurs="1"/>
        <xsd:element name="contentType" minOccurs="0" maxOccurs="1" type="xsd:string" ma:index="0" ma:displayName="Content Type"/>
        <xsd:element ref="dc:title" minOccurs="0" maxOccurs="1" ma:index="4" ma:displayName="Title"/>
        <xsd:element ref="dc:subject" minOccurs="0" maxOccurs="1"/>
        <xsd:element ref="dc:description" minOccurs="0" maxOccurs="1"/>
        <xsd:element name="keywords" minOccurs="0" maxOccurs="1" type="xsd:string"/>
        <xsd:element ref="dc:language" minOccurs="0" maxOccurs="1"/>
        <xsd:element name="category" minOccurs="0" maxOccurs="1" type="xsd:string"/>
        <xsd:element name="version" minOccurs="0" maxOccurs="1" type="xsd:string"/>
        <xsd:element name="revision" minOccurs="0" maxOccurs="1" type="xsd:string">
          <xsd:annotation>
            <xsd:documentation>
                        This value indicates the number of saves or revisions. The application is responsible for updating this value after each revision.
                    </xsd:documentation>
          </xsd:annotation>
        </xsd:element>
        <xsd:element name="lastModifiedBy" minOccurs="0" maxOccurs="1" type="xsd:string"/>
        <xsd:element ref="dcterms:modified" minOccurs="0" maxOccurs="1"/>
        <xsd:element name="contentStatus" minOccurs="0" maxOccurs="1" type="xsd:string"/>
      </xsd:all>
    </xsd:complexType>
  </xsd:schema>
  <xs:schema xmlns:pc="http://schemas.microsoft.com/office/infopath/2007/PartnerControls" xmlns:xs="http://www.w3.org/2001/XMLSchema" targetNamespace="http://schemas.microsoft.com/office/infopath/2007/PartnerControls" elementFormDefault="qualified" attributeFormDefault="unqualified">
    <xs:element name="Person">
      <xs:complexType>
        <xs:sequence>
          <xs:element ref="pc:DisplayName" minOccurs="0"/>
          <xs:element ref="pc:AccountId" minOccurs="0"/>
          <xs:element ref="pc:AccountType" minOccurs="0"/>
        </xs:sequence>
      </xs:complexType>
    </xs:element>
    <xs:element name="DisplayName" type="xs:string"/>
    <xs:element name="AccountId" type="xs:string"/>
    <xs:element name="AccountType" type="xs:string"/>
    <xs:element name="BDCAssociatedEntity">
      <xs:complexType>
        <xs:sequence>
          <xs:element ref="pc:BDCEntity" minOccurs="0" maxOccurs="unbounded"/>
        </xs:sequence>
        <xs:attribute ref="pc:EntityNamespace"/>
        <xs:attribute ref="pc:EntityName"/>
        <xs:attribute ref="pc:SystemInstanceName"/>
        <xs:attribute ref="pc:AssociationName"/>
      </xs:complexType>
    </xs:element>
    <xs:attribute name="EntityNamespace" type="xs:string"/>
    <xs:attribute name="EntityName" type="xs:string"/>
    <xs:attribute name="SystemInstanceName" type="xs:string"/>
    <xs:attribute name="AssociationName" type="xs:string"/>
    <xs:element name="BDCEntity">
      <xs:complexType>
        <xs:sequence>
          <xs:element ref="pc:EntityDisplayName" minOccurs="0"/>
          <xs:element ref="pc:EntityInstanceReference" minOccurs="0"/>
          <xs:element ref="pc:EntityId1" minOccurs="0"/>
          <xs:element ref="pc:EntityId2" minOccurs="0"/>
          <xs:element ref="pc:EntityId3" minOccurs="0"/>
          <xs:element ref="pc:EntityId4" minOccurs="0"/>
          <xs:element ref="pc:EntityId5" minOccurs="0"/>
        </xs:sequence>
      </xs:complexType>
    </xs:element>
    <xs:element name="EntityDisplayName" type="xs:string"/>
    <xs:element name="EntityInstanceReference" type="xs:string"/>
    <xs:element name="EntityId1" type="xs:string"/>
    <xs:element name="EntityId2" type="xs:string"/>
    <xs:element name="EntityId3" type="xs:string"/>
    <xs:element name="EntityId4" type="xs:string"/>
    <xs:element name="EntityId5" type="xs:string"/>
    <xs:element name="Terms">
      <xs:complexType>
        <xs:sequence>
          <xs:element ref="pc:TermInfo" minOccurs="0" maxOccurs="unbounded"/>
        </xs:sequence>
      </xs:complexType>
    </xs:element>
    <xs:element name="TermInfo">
      <xs:complexType>
        <xs:sequence>
          <xs:element ref="pc:TermName" minOccurs="0"/>
          <xs:element ref="pc:TermId" minOccurs="0"/>
        </xs:sequence>
      </xs:complexType>
    </xs:element>
    <xs:element name="TermName" type="xs:string"/>
    <xs:element name="TermId" type="xs:string"/>
  </xs:schema>
</ct:contentTypeSchema>
</file>

<file path=customXml/item3.xml><?xml version="1.0" encoding="utf-8"?>
<p:properties xmlns:p="http://schemas.microsoft.com/office/2006/metadata/properties" xmlns:xsi="http://www.w3.org/2001/XMLSchema-instance" xmlns:pc="http://schemas.microsoft.com/office/infopath/2007/PartnerControls">
  <documentManagement/>
</p:properties>
</file>

<file path=customXml/itemProps1.xml><?xml version="1.0" encoding="utf-8"?>
<ds:datastoreItem xmlns:ds="http://schemas.openxmlformats.org/officeDocument/2006/customXml" ds:itemID="{B7A103A4-1C5B-4F6F-B80C-E381C72E913B}">
  <ds:schemaRefs>
    <ds:schemaRef ds:uri="http://schemas.microsoft.com/sharepoint/v3/contenttype/forms"/>
  </ds:schemaRefs>
</ds:datastoreItem>
</file>

<file path=customXml/itemProps2.xml><?xml version="1.0" encoding="utf-8"?>
<ds:datastoreItem xmlns:ds="http://schemas.openxmlformats.org/officeDocument/2006/customXml" ds:itemID="{E33F00F7-E930-4FA1-9810-D9BDFB9DEF61}">
  <ds:schemaRefs>
    <ds:schemaRef ds:uri="58e584c9-0869-479e-906f-e8276b815846"/>
    <ds:schemaRef ds:uri="http://purl.org/dc/elements/1.1/"/>
    <ds:schemaRef ds:uri="http://purl.org/dc/terms/"/>
    <ds:schemaRef ds:uri="http://schemas.microsoft.com/internal/obd"/>
    <ds:schemaRef ds:uri="http://schemas.microsoft.com/office/2006/documentManagement/types"/>
    <ds:schemaRef ds:uri="http://schemas.microsoft.com/office/2006/metadata/contentType"/>
    <ds:schemaRef ds:uri="http://schemas.microsoft.com/office/2006/metadata/properties"/>
    <ds:schemaRef ds:uri="http://schemas.microsoft.com/office/2006/metadata/properties/metaAttributes"/>
    <ds:schemaRef ds:uri="http://schemas.microsoft.com/office/infopath/2007/PartnerControls"/>
    <ds:schemaRef ds:uri="http://schemas.openxmlformats.org/package/2006/metadata/core-properties"/>
    <ds:schemaRef ds:uri="http://www.w3.org/2001/XMLSchema"/>
  </ds:schemaRefs>
</ds:datastoreItem>
</file>

<file path=customXml/itemProps3.xml><?xml version="1.0" encoding="utf-8"?>
<ds:datastoreItem xmlns:ds="http://schemas.openxmlformats.org/officeDocument/2006/customXml" ds:itemID="{9F35393B-0D57-422D-96B4-3883630E686A}">
  <ds:schemaRefs>
    <ds:schemaRef ds:uri="58e584c9-0869-479e-906f-e8276b815846"/>
    <ds:schemaRef ds:uri="http://purl.org/dc/dcmitype/"/>
    <ds:schemaRef ds:uri="http://purl.org/dc/elements/1.1/"/>
    <ds:schemaRef ds:uri="http://purl.org/dc/terms/"/>
    <ds:schemaRef ds:uri="http://schemas.microsoft.com/office/2006/documentManagement/types"/>
    <ds:schemaRef ds:uri="http://schemas.microsoft.com/office/2006/metadata/properties"/>
    <ds:schemaRef ds:uri="http://schemas.microsoft.com/office/infopath/2007/PartnerControls"/>
    <ds:schemaRef ds:uri="http://schemas.openxmlformats.org/package/2006/metadata/core-properties"/>
    <ds:schemaRef ds:uri="http://www.w3.org/XML/1998/namespace"/>
  </ds:schemaRefs>
</ds:datastoreItem>
</file>

<file path=docProps/app.xml><?xml version="1.0" encoding="utf-8"?>
<Properties xmlns="http://schemas.openxmlformats.org/officeDocument/2006/extended-properties" xmlns:vt="http://schemas.openxmlformats.org/officeDocument/2006/docPropsVTypes">
  <TotalTime>4022</TotalTime>
  <Words>1652</Words>
  <Application>Microsoft Office PowerPoint</Application>
  <PresentationFormat>On-screen Show (16:9)</PresentationFormat>
  <Paragraphs>220</Paragraphs>
  <Slides>18</Slides>
  <Notes>15</Notes>
  <HiddenSlides>0</HiddenSlides>
  <MMClips>0</MMClips>
  <ScaleCrop>false</ScaleCrop>
  <HeadingPairs>
    <vt:vector size="8" baseType="variant">
      <vt:variant>
        <vt:lpstr>Fonts Used</vt:lpstr>
      </vt:variant>
      <vt:variant>
        <vt:i4>7</vt:i4>
      </vt:variant>
      <vt:variant>
        <vt:lpstr>Theme</vt:lpstr>
      </vt:variant>
      <vt:variant>
        <vt:i4>1</vt:i4>
      </vt:variant>
      <vt:variant>
        <vt:lpstr>Embedded OLE Servers</vt:lpstr>
      </vt:variant>
      <vt:variant>
        <vt:i4>1</vt:i4>
      </vt:variant>
      <vt:variant>
        <vt:lpstr>Slide Titles</vt:lpstr>
      </vt:variant>
      <vt:variant>
        <vt:i4>18</vt:i4>
      </vt:variant>
    </vt:vector>
  </HeadingPairs>
  <TitlesOfParts>
    <vt:vector size="27" baseType="lpstr">
      <vt:lpstr>Arial</vt:lpstr>
      <vt:lpstr>Arial Black</vt:lpstr>
      <vt:lpstr>Calibri</vt:lpstr>
      <vt:lpstr>Calibri Light</vt:lpstr>
      <vt:lpstr>MS Mincho</vt:lpstr>
      <vt:lpstr>Times New Roman</vt:lpstr>
      <vt:lpstr>Trebuchet MS</vt:lpstr>
      <vt:lpstr>Presale_MASTER</vt:lpstr>
      <vt:lpstr>think-cell Slide</vt:lpstr>
      <vt:lpstr>EPAM  Pega BRE Response </vt:lpstr>
      <vt:lpstr>Pega Competency</vt:lpstr>
      <vt:lpstr>Helping our Key Clients to solve BPM Challenges</vt:lpstr>
      <vt:lpstr>Partnerships and Solutions </vt:lpstr>
      <vt:lpstr>BPM Delivery Centers &amp; Headcount</vt:lpstr>
      <vt:lpstr>Case studies </vt:lpstr>
      <vt:lpstr>BPM Solution for Order Management – Order Delay</vt:lpstr>
      <vt:lpstr>END-TO-END DELIVERY METHODOLOGY</vt:lpstr>
      <vt:lpstr>End-to-End EPAM BPM Delivery Methodology </vt:lpstr>
      <vt:lpstr>Zoom in EPAM BPM Delivery Methodology</vt:lpstr>
      <vt:lpstr>Zoom in EPAM BPM Delivery Methodology (Execution Stage)  </vt:lpstr>
      <vt:lpstr>High Level Project Scope </vt:lpstr>
      <vt:lpstr>High Level Solution Design – Option1 (Pega Headless Implementation)  </vt:lpstr>
      <vt:lpstr>Project Team Structure</vt:lpstr>
      <vt:lpstr>High Level Project Plan </vt:lpstr>
      <vt:lpstr>Project Costs </vt:lpstr>
      <vt:lpstr>Assumptions</vt:lpstr>
      <vt:lpstr>Thank you</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Palina Vilava</dc:creator>
  <cp:lastModifiedBy>Sarkar, Amitava (Cognizant)</cp:lastModifiedBy>
  <cp:revision>28</cp:revision>
  <dcterms:modified xsi:type="dcterms:W3CDTF">2020-08-23T11:50:30Z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ContentTypeId">
    <vt:lpwstr>0x0101007FB5D6AA25EDB74FB49902DFB7F4434E</vt:lpwstr>
  </property>
  <property fmtid="{D5CDD505-2E9C-101B-9397-08002B2CF9AE}" pid="3" name="AuthorIds_UIVersion_13824">
    <vt:lpwstr>16</vt:lpwstr>
  </property>
</Properties>
</file>